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8"/>
  </p:notesMasterIdLst>
  <p:sldIdLst>
    <p:sldId id="256" r:id="rId3"/>
    <p:sldId id="257" r:id="rId4"/>
    <p:sldId id="258" r:id="rId5"/>
    <p:sldId id="259" r:id="rId6"/>
    <p:sldId id="260" r:id="rId7"/>
    <p:sldId id="261" r:id="rId8"/>
    <p:sldId id="262" r:id="rId9"/>
    <p:sldId id="263" r:id="rId10"/>
    <p:sldId id="265" r:id="rId11"/>
    <p:sldId id="267" r:id="rId12"/>
    <p:sldId id="268" r:id="rId13"/>
    <p:sldId id="269" r:id="rId14"/>
    <p:sldId id="270" r:id="rId15"/>
    <p:sldId id="272" r:id="rId16"/>
    <p:sldId id="273" r:id="rId17"/>
    <p:sldId id="274" r:id="rId18"/>
    <p:sldId id="275" r:id="rId19"/>
    <p:sldId id="276" r:id="rId20"/>
    <p:sldId id="277" r:id="rId21"/>
    <p:sldId id="264" r:id="rId22"/>
    <p:sldId id="278" r:id="rId23"/>
    <p:sldId id="266"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745A17-3D9A-4120-9A14-6406F0BE038A}" v="153" dt="2026-03-31T17:16:39.1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817" autoAdjust="0"/>
  </p:normalViewPr>
  <p:slideViewPr>
    <p:cSldViewPr snapToGrid="0">
      <p:cViewPr varScale="1">
        <p:scale>
          <a:sx n="62" d="100"/>
          <a:sy n="62" d="100"/>
        </p:scale>
        <p:origin x="148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Jeptoo (Prevoir)" userId="244841a1-5f60-4b9e-a668-5f2315b5408e" providerId="ADAL" clId="{32E6EEF9-4313-42E4-A44E-A4FDDD158680}"/>
    <pc:docChg chg="undo custSel addSld delSld modSld sldOrd">
      <pc:chgData name="Marion Jeptoo (Prevoir)" userId="244841a1-5f60-4b9e-a668-5f2315b5408e" providerId="ADAL" clId="{32E6EEF9-4313-42E4-A44E-A4FDDD158680}" dt="2026-03-31T17:17:02.352" v="509" actId="1076"/>
      <pc:docMkLst>
        <pc:docMk/>
      </pc:docMkLst>
      <pc:sldChg chg="addSp delSp modSp mod setBg">
        <pc:chgData name="Marion Jeptoo (Prevoir)" userId="244841a1-5f60-4b9e-a668-5f2315b5408e" providerId="ADAL" clId="{32E6EEF9-4313-42E4-A44E-A4FDDD158680}" dt="2026-03-31T15:03:28.860" v="480"/>
        <pc:sldMkLst>
          <pc:docMk/>
          <pc:sldMk cId="174617772" sldId="256"/>
        </pc:sldMkLst>
        <pc:spChg chg="mod">
          <ac:chgData name="Marion Jeptoo (Prevoir)" userId="244841a1-5f60-4b9e-a668-5f2315b5408e" providerId="ADAL" clId="{32E6EEF9-4313-42E4-A44E-A4FDDD158680}" dt="2026-03-31T07:09:56.493" v="473" actId="26606"/>
          <ac:spMkLst>
            <pc:docMk/>
            <pc:sldMk cId="174617772" sldId="256"/>
            <ac:spMk id="2" creationId="{6D597B0C-9A1F-7B59-84D1-797D11BA1216}"/>
          </ac:spMkLst>
        </pc:spChg>
        <pc:spChg chg="mod ord">
          <ac:chgData name="Marion Jeptoo (Prevoir)" userId="244841a1-5f60-4b9e-a668-5f2315b5408e" providerId="ADAL" clId="{32E6EEF9-4313-42E4-A44E-A4FDDD158680}" dt="2026-03-31T15:03:28.860" v="480"/>
          <ac:spMkLst>
            <pc:docMk/>
            <pc:sldMk cId="174617772" sldId="256"/>
            <ac:spMk id="3" creationId="{7062922F-24E8-A3BA-5332-D1E30BCC992E}"/>
          </ac:spMkLst>
        </pc:spChg>
        <pc:spChg chg="add del">
          <ac:chgData name="Marion Jeptoo (Prevoir)" userId="244841a1-5f60-4b9e-a668-5f2315b5408e" providerId="ADAL" clId="{32E6EEF9-4313-42E4-A44E-A4FDDD158680}" dt="2026-03-30T12:38:40.947" v="277" actId="26606"/>
          <ac:spMkLst>
            <pc:docMk/>
            <pc:sldMk cId="174617772" sldId="256"/>
            <ac:spMk id="100" creationId="{65219498-D544-41AC-98FE-8F956EF66A62}"/>
          </ac:spMkLst>
        </pc:spChg>
        <pc:spChg chg="add del">
          <ac:chgData name="Marion Jeptoo (Prevoir)" userId="244841a1-5f60-4b9e-a668-5f2315b5408e" providerId="ADAL" clId="{32E6EEF9-4313-42E4-A44E-A4FDDD158680}" dt="2026-03-30T12:38:40.947" v="277" actId="26606"/>
          <ac:spMkLst>
            <pc:docMk/>
            <pc:sldMk cId="174617772" sldId="256"/>
            <ac:spMk id="101" creationId="{F500DBFC-17A9-4E0A-AEE2-A49F9AEEF0FD}"/>
          </ac:spMkLst>
        </pc:spChg>
        <pc:spChg chg="add del">
          <ac:chgData name="Marion Jeptoo (Prevoir)" userId="244841a1-5f60-4b9e-a668-5f2315b5408e" providerId="ADAL" clId="{32E6EEF9-4313-42E4-A44E-A4FDDD158680}" dt="2026-03-30T12:38:40.940" v="276" actId="26606"/>
          <ac:spMkLst>
            <pc:docMk/>
            <pc:sldMk cId="174617772" sldId="256"/>
            <ac:spMk id="109" creationId="{F12E7CC5-C78B-4EBD-9565-3FA00FAA6CF2}"/>
          </ac:spMkLst>
        </pc:spChg>
        <pc:spChg chg="add del">
          <ac:chgData name="Marion Jeptoo (Prevoir)" userId="244841a1-5f60-4b9e-a668-5f2315b5408e" providerId="ADAL" clId="{32E6EEF9-4313-42E4-A44E-A4FDDD158680}" dt="2026-03-30T12:38:40.940" v="276" actId="26606"/>
          <ac:spMkLst>
            <pc:docMk/>
            <pc:sldMk cId="174617772" sldId="256"/>
            <ac:spMk id="111" creationId="{3A4529A5-F675-429F-8044-01372BB13422}"/>
          </ac:spMkLst>
        </pc:spChg>
        <pc:spChg chg="add del">
          <ac:chgData name="Marion Jeptoo (Prevoir)" userId="244841a1-5f60-4b9e-a668-5f2315b5408e" providerId="ADAL" clId="{32E6EEF9-4313-42E4-A44E-A4FDDD158680}" dt="2026-03-30T12:38:40.940" v="276" actId="26606"/>
          <ac:spMkLst>
            <pc:docMk/>
            <pc:sldMk cId="174617772" sldId="256"/>
            <ac:spMk id="113" creationId="{63DAB858-5A0C-4AFF-AAC6-705EDF8DB733}"/>
          </ac:spMkLst>
        </pc:spChg>
        <pc:spChg chg="add del">
          <ac:chgData name="Marion Jeptoo (Prevoir)" userId="244841a1-5f60-4b9e-a668-5f2315b5408e" providerId="ADAL" clId="{32E6EEF9-4313-42E4-A44E-A4FDDD158680}" dt="2026-03-30T12:39:06.959" v="283" actId="26606"/>
          <ac:spMkLst>
            <pc:docMk/>
            <pc:sldMk cId="174617772" sldId="256"/>
            <ac:spMk id="115" creationId="{DF05ACD0-FF4A-4F8F-B5C5-6A4EBD0D1B38}"/>
          </ac:spMkLst>
        </pc:spChg>
        <pc:spChg chg="add del">
          <ac:chgData name="Marion Jeptoo (Prevoir)" userId="244841a1-5f60-4b9e-a668-5f2315b5408e" providerId="ADAL" clId="{32E6EEF9-4313-42E4-A44E-A4FDDD158680}" dt="2026-03-30T12:39:06.959" v="283" actId="26606"/>
          <ac:spMkLst>
            <pc:docMk/>
            <pc:sldMk cId="174617772" sldId="256"/>
            <ac:spMk id="116" creationId="{4C9AFA28-B5ED-4346-9AF7-68A157F16C7E}"/>
          </ac:spMkLst>
        </pc:spChg>
        <pc:spChg chg="add del">
          <ac:chgData name="Marion Jeptoo (Prevoir)" userId="244841a1-5f60-4b9e-a668-5f2315b5408e" providerId="ADAL" clId="{32E6EEF9-4313-42E4-A44E-A4FDDD158680}" dt="2026-03-31T06:45:57.222" v="360" actId="26606"/>
          <ac:spMkLst>
            <pc:docMk/>
            <pc:sldMk cId="174617772" sldId="256"/>
            <ac:spMk id="121" creationId="{8A94871E-96FC-4ADE-815B-41A636E34F1A}"/>
          </ac:spMkLst>
        </pc:spChg>
        <pc:spChg chg="add del">
          <ac:chgData name="Marion Jeptoo (Prevoir)" userId="244841a1-5f60-4b9e-a668-5f2315b5408e" providerId="ADAL" clId="{32E6EEF9-4313-42E4-A44E-A4FDDD158680}" dt="2026-03-31T06:45:57.222" v="360" actId="26606"/>
          <ac:spMkLst>
            <pc:docMk/>
            <pc:sldMk cId="174617772" sldId="256"/>
            <ac:spMk id="123" creationId="{3FCFB1DE-0B7E-48CC-BA90-B2AB0889F9D6}"/>
          </ac:spMkLst>
        </pc:spChg>
        <pc:spChg chg="add del">
          <ac:chgData name="Marion Jeptoo (Prevoir)" userId="244841a1-5f60-4b9e-a668-5f2315b5408e" providerId="ADAL" clId="{32E6EEF9-4313-42E4-A44E-A4FDDD158680}" dt="2026-03-31T07:09:13.442" v="469" actId="26606"/>
          <ac:spMkLst>
            <pc:docMk/>
            <pc:sldMk cId="174617772" sldId="256"/>
            <ac:spMk id="128" creationId="{8555C5B3-193A-4749-9AFD-682E53CDDE8F}"/>
          </ac:spMkLst>
        </pc:spChg>
        <pc:spChg chg="add del">
          <ac:chgData name="Marion Jeptoo (Prevoir)" userId="244841a1-5f60-4b9e-a668-5f2315b5408e" providerId="ADAL" clId="{32E6EEF9-4313-42E4-A44E-A4FDDD158680}" dt="2026-03-31T07:09:13.442" v="469" actId="26606"/>
          <ac:spMkLst>
            <pc:docMk/>
            <pc:sldMk cId="174617772" sldId="256"/>
            <ac:spMk id="130" creationId="{2EAE06A6-F76A-41C9-827A-C561B004485C}"/>
          </ac:spMkLst>
        </pc:spChg>
        <pc:spChg chg="add del">
          <ac:chgData name="Marion Jeptoo (Prevoir)" userId="244841a1-5f60-4b9e-a668-5f2315b5408e" providerId="ADAL" clId="{32E6EEF9-4313-42E4-A44E-A4FDDD158680}" dt="2026-03-31T07:09:13.442" v="469" actId="26606"/>
          <ac:spMkLst>
            <pc:docMk/>
            <pc:sldMk cId="174617772" sldId="256"/>
            <ac:spMk id="132" creationId="{89F9D4E8-0639-444B-949B-9518585061AF}"/>
          </ac:spMkLst>
        </pc:spChg>
        <pc:spChg chg="add del">
          <ac:chgData name="Marion Jeptoo (Prevoir)" userId="244841a1-5f60-4b9e-a668-5f2315b5408e" providerId="ADAL" clId="{32E6EEF9-4313-42E4-A44E-A4FDDD158680}" dt="2026-03-31T07:09:13.442" v="469" actId="26606"/>
          <ac:spMkLst>
            <pc:docMk/>
            <pc:sldMk cId="174617772" sldId="256"/>
            <ac:spMk id="134" creationId="{7E3DA7A2-ED70-4BBA-AB72-00AD461FA405}"/>
          </ac:spMkLst>
        </pc:spChg>
        <pc:spChg chg="add del">
          <ac:chgData name="Marion Jeptoo (Prevoir)" userId="244841a1-5f60-4b9e-a668-5f2315b5408e" providerId="ADAL" clId="{32E6EEF9-4313-42E4-A44E-A4FDDD158680}" dt="2026-03-31T07:09:13.442" v="469" actId="26606"/>
          <ac:spMkLst>
            <pc:docMk/>
            <pc:sldMk cId="174617772" sldId="256"/>
            <ac:spMk id="136" creationId="{FC485432-3647-4218-B5D3-15D3FA222B13}"/>
          </ac:spMkLst>
        </pc:spChg>
        <pc:spChg chg="add del">
          <ac:chgData name="Marion Jeptoo (Prevoir)" userId="244841a1-5f60-4b9e-a668-5f2315b5408e" providerId="ADAL" clId="{32E6EEF9-4313-42E4-A44E-A4FDDD158680}" dt="2026-03-31T07:09:13.442" v="469" actId="26606"/>
          <ac:spMkLst>
            <pc:docMk/>
            <pc:sldMk cId="174617772" sldId="256"/>
            <ac:spMk id="138" creationId="{F4AFDDCA-6ABA-4D23-8A5C-1BF0F4308148}"/>
          </ac:spMkLst>
        </pc:spChg>
        <pc:spChg chg="add del">
          <ac:chgData name="Marion Jeptoo (Prevoir)" userId="244841a1-5f60-4b9e-a668-5f2315b5408e" providerId="ADAL" clId="{32E6EEF9-4313-42E4-A44E-A4FDDD158680}" dt="2026-03-31T07:09:56.503" v="474" actId="26606"/>
          <ac:spMkLst>
            <pc:docMk/>
            <pc:sldMk cId="174617772" sldId="256"/>
            <ac:spMk id="143" creationId="{3346177D-ADC4-4968-B747-5CFCD390B5B9}"/>
          </ac:spMkLst>
        </pc:spChg>
        <pc:spChg chg="add del">
          <ac:chgData name="Marion Jeptoo (Prevoir)" userId="244841a1-5f60-4b9e-a668-5f2315b5408e" providerId="ADAL" clId="{32E6EEF9-4313-42E4-A44E-A4FDDD158680}" dt="2026-03-31T07:09:56.503" v="474" actId="26606"/>
          <ac:spMkLst>
            <pc:docMk/>
            <pc:sldMk cId="174617772" sldId="256"/>
            <ac:spMk id="145" creationId="{0844A943-BF79-4FEA-ABB1-3BD54D236606}"/>
          </ac:spMkLst>
        </pc:spChg>
        <pc:spChg chg="add del">
          <ac:chgData name="Marion Jeptoo (Prevoir)" userId="244841a1-5f60-4b9e-a668-5f2315b5408e" providerId="ADAL" clId="{32E6EEF9-4313-42E4-A44E-A4FDDD158680}" dt="2026-03-31T07:09:56.503" v="474" actId="26606"/>
          <ac:spMkLst>
            <pc:docMk/>
            <pc:sldMk cId="174617772" sldId="256"/>
            <ac:spMk id="147" creationId="{6437CC72-F4A8-4DC3-AFAB-D22C482C8100}"/>
          </ac:spMkLst>
        </pc:spChg>
        <pc:spChg chg="add del">
          <ac:chgData name="Marion Jeptoo (Prevoir)" userId="244841a1-5f60-4b9e-a668-5f2315b5408e" providerId="ADAL" clId="{32E6EEF9-4313-42E4-A44E-A4FDDD158680}" dt="2026-03-31T07:09:56.493" v="473" actId="26606"/>
          <ac:spMkLst>
            <pc:docMk/>
            <pc:sldMk cId="174617772" sldId="256"/>
            <ac:spMk id="152" creationId="{9D25F302-27C5-414F-97F8-6EA0A6C028BA}"/>
          </ac:spMkLst>
        </pc:spChg>
        <pc:spChg chg="add del">
          <ac:chgData name="Marion Jeptoo (Prevoir)" userId="244841a1-5f60-4b9e-a668-5f2315b5408e" providerId="ADAL" clId="{32E6EEF9-4313-42E4-A44E-A4FDDD158680}" dt="2026-03-31T07:09:56.493" v="473" actId="26606"/>
          <ac:spMkLst>
            <pc:docMk/>
            <pc:sldMk cId="174617772" sldId="256"/>
            <ac:spMk id="154" creationId="{7262C87B-205C-4719-AC60-AF13E94F1F8A}"/>
          </ac:spMkLst>
        </pc:spChg>
        <pc:spChg chg="add del">
          <ac:chgData name="Marion Jeptoo (Prevoir)" userId="244841a1-5f60-4b9e-a668-5f2315b5408e" providerId="ADAL" clId="{32E6EEF9-4313-42E4-A44E-A4FDDD158680}" dt="2026-03-31T07:09:56.493" v="473" actId="26606"/>
          <ac:spMkLst>
            <pc:docMk/>
            <pc:sldMk cId="174617772" sldId="256"/>
            <ac:spMk id="156" creationId="{830A36F8-48C2-4842-A87B-8CE8DF4E7FD2}"/>
          </ac:spMkLst>
        </pc:spChg>
        <pc:spChg chg="add del">
          <ac:chgData name="Marion Jeptoo (Prevoir)" userId="244841a1-5f60-4b9e-a668-5f2315b5408e" providerId="ADAL" clId="{32E6EEF9-4313-42E4-A44E-A4FDDD158680}" dt="2026-03-31T07:09:56.493" v="473" actId="26606"/>
          <ac:spMkLst>
            <pc:docMk/>
            <pc:sldMk cId="174617772" sldId="256"/>
            <ac:spMk id="158" creationId="{8F451A30-466B-4996-9BA5-CD6ABCC6D558}"/>
          </ac:spMkLst>
        </pc:spChg>
        <pc:spChg chg="add">
          <ac:chgData name="Marion Jeptoo (Prevoir)" userId="244841a1-5f60-4b9e-a668-5f2315b5408e" providerId="ADAL" clId="{32E6EEF9-4313-42E4-A44E-A4FDDD158680}" dt="2026-03-31T07:09:56.503" v="474" actId="26606"/>
          <ac:spMkLst>
            <pc:docMk/>
            <pc:sldMk cId="174617772" sldId="256"/>
            <ac:spMk id="160" creationId="{3346177D-ADC4-4968-B747-5CFCD390B5B9}"/>
          </ac:spMkLst>
        </pc:spChg>
        <pc:spChg chg="add">
          <ac:chgData name="Marion Jeptoo (Prevoir)" userId="244841a1-5f60-4b9e-a668-5f2315b5408e" providerId="ADAL" clId="{32E6EEF9-4313-42E4-A44E-A4FDDD158680}" dt="2026-03-31T07:09:56.503" v="474" actId="26606"/>
          <ac:spMkLst>
            <pc:docMk/>
            <pc:sldMk cId="174617772" sldId="256"/>
            <ac:spMk id="161" creationId="{0844A943-BF79-4FEA-ABB1-3BD54D236606}"/>
          </ac:spMkLst>
        </pc:spChg>
        <pc:spChg chg="add">
          <ac:chgData name="Marion Jeptoo (Prevoir)" userId="244841a1-5f60-4b9e-a668-5f2315b5408e" providerId="ADAL" clId="{32E6EEF9-4313-42E4-A44E-A4FDDD158680}" dt="2026-03-31T07:09:56.503" v="474" actId="26606"/>
          <ac:spMkLst>
            <pc:docMk/>
            <pc:sldMk cId="174617772" sldId="256"/>
            <ac:spMk id="162" creationId="{6437CC72-F4A8-4DC3-AFAB-D22C482C8100}"/>
          </ac:spMkLst>
        </pc:spChg>
        <pc:grpChg chg="add del">
          <ac:chgData name="Marion Jeptoo (Prevoir)" userId="244841a1-5f60-4b9e-a668-5f2315b5408e" providerId="ADAL" clId="{32E6EEF9-4313-42E4-A44E-A4FDDD158680}" dt="2026-03-30T12:38:40.947" v="277" actId="26606"/>
          <ac:grpSpMkLst>
            <pc:docMk/>
            <pc:sldMk cId="174617772" sldId="256"/>
            <ac:grpSpMk id="102" creationId="{D74613BB-817C-4C4F-8A24-4936F2F064C0}"/>
          </ac:grpSpMkLst>
        </pc:grpChg>
        <pc:graphicFrameChg chg="add del mod modGraphic">
          <ac:chgData name="Marion Jeptoo (Prevoir)" userId="244841a1-5f60-4b9e-a668-5f2315b5408e" providerId="ADAL" clId="{32E6EEF9-4313-42E4-A44E-A4FDDD158680}" dt="2026-03-31T07:03:17.180" v="458" actId="478"/>
          <ac:graphicFrameMkLst>
            <pc:docMk/>
            <pc:sldMk cId="174617772" sldId="256"/>
            <ac:graphicFrameMk id="4" creationId="{952047B6-A332-0D97-7246-555467D96757}"/>
          </ac:graphicFrameMkLst>
        </pc:graphicFrameChg>
        <pc:picChg chg="add mod ord">
          <ac:chgData name="Marion Jeptoo (Prevoir)" userId="244841a1-5f60-4b9e-a668-5f2315b5408e" providerId="ADAL" clId="{32E6EEF9-4313-42E4-A44E-A4FDDD158680}" dt="2026-03-31T07:09:56.493" v="473" actId="26606"/>
          <ac:picMkLst>
            <pc:docMk/>
            <pc:sldMk cId="174617772" sldId="256"/>
            <ac:picMk id="7" creationId="{AC89AD0C-2105-69F4-DEE8-8EE717FC90F7}"/>
          </ac:picMkLst>
        </pc:picChg>
      </pc:sldChg>
      <pc:sldChg chg="addSp delSp modSp mod setBg">
        <pc:chgData name="Marion Jeptoo (Prevoir)" userId="244841a1-5f60-4b9e-a668-5f2315b5408e" providerId="ADAL" clId="{32E6EEF9-4313-42E4-A44E-A4FDDD158680}" dt="2026-03-31T06:46:46.301" v="362" actId="26606"/>
        <pc:sldMkLst>
          <pc:docMk/>
          <pc:sldMk cId="382990071" sldId="257"/>
        </pc:sldMkLst>
        <pc:spChg chg="mod">
          <ac:chgData name="Marion Jeptoo (Prevoir)" userId="244841a1-5f60-4b9e-a668-5f2315b5408e" providerId="ADAL" clId="{32E6EEF9-4313-42E4-A44E-A4FDDD158680}" dt="2026-03-31T06:46:46.301" v="362" actId="26606"/>
          <ac:spMkLst>
            <pc:docMk/>
            <pc:sldMk cId="382990071" sldId="257"/>
            <ac:spMk id="2" creationId="{39773A6E-1F0A-3774-F808-E02A98438DCA}"/>
          </ac:spMkLst>
        </pc:spChg>
        <pc:spChg chg="add del mod">
          <ac:chgData name="Marion Jeptoo (Prevoir)" userId="244841a1-5f60-4b9e-a668-5f2315b5408e" providerId="ADAL" clId="{32E6EEF9-4313-42E4-A44E-A4FDDD158680}" dt="2026-03-30T12:39:01.196" v="282" actId="26606"/>
          <ac:spMkLst>
            <pc:docMk/>
            <pc:sldMk cId="382990071" sldId="257"/>
            <ac:spMk id="3" creationId="{2B7DC904-EB4A-97ED-344A-696389608515}"/>
          </ac:spMkLst>
        </pc:spChg>
        <pc:spChg chg="add del">
          <ac:chgData name="Marion Jeptoo (Prevoir)" userId="244841a1-5f60-4b9e-a668-5f2315b5408e" providerId="ADAL" clId="{32E6EEF9-4313-42E4-A44E-A4FDDD158680}" dt="2026-03-30T12:39:01.196" v="282" actId="26606"/>
          <ac:spMkLst>
            <pc:docMk/>
            <pc:sldMk cId="382990071" sldId="257"/>
            <ac:spMk id="8" creationId="{4BC99CB9-DDAD-44A2-8A1C-E3AF4E72DF5C}"/>
          </ac:spMkLst>
        </pc:spChg>
        <pc:spChg chg="add del">
          <ac:chgData name="Marion Jeptoo (Prevoir)" userId="244841a1-5f60-4b9e-a668-5f2315b5408e" providerId="ADAL" clId="{32E6EEF9-4313-42E4-A44E-A4FDDD158680}" dt="2026-03-30T12:38:58.047" v="279" actId="26606"/>
          <ac:spMkLst>
            <pc:docMk/>
            <pc:sldMk cId="382990071" sldId="257"/>
            <ac:spMk id="20" creationId="{CB299CAB-C506-454B-90FC-4065728297D3}"/>
          </ac:spMkLst>
        </pc:spChg>
        <pc:spChg chg="add del">
          <ac:chgData name="Marion Jeptoo (Prevoir)" userId="244841a1-5f60-4b9e-a668-5f2315b5408e" providerId="ADAL" clId="{32E6EEF9-4313-42E4-A44E-A4FDDD158680}" dt="2026-03-30T12:38:58.047" v="279" actId="26606"/>
          <ac:spMkLst>
            <pc:docMk/>
            <pc:sldMk cId="382990071" sldId="257"/>
            <ac:spMk id="22" creationId="{C8D99311-F254-40F1-8AB5-EE3E7B9B6872}"/>
          </ac:spMkLst>
        </pc:spChg>
        <pc:spChg chg="add del">
          <ac:chgData name="Marion Jeptoo (Prevoir)" userId="244841a1-5f60-4b9e-a668-5f2315b5408e" providerId="ADAL" clId="{32E6EEF9-4313-42E4-A44E-A4FDDD158680}" dt="2026-03-30T12:38:58.047" v="279" actId="26606"/>
          <ac:spMkLst>
            <pc:docMk/>
            <pc:sldMk cId="382990071" sldId="257"/>
            <ac:spMk id="24" creationId="{7D89E3CB-00ED-4691-9F0F-F23EA3564705}"/>
          </ac:spMkLst>
        </pc:spChg>
        <pc:spChg chg="add del">
          <ac:chgData name="Marion Jeptoo (Prevoir)" userId="244841a1-5f60-4b9e-a668-5f2315b5408e" providerId="ADAL" clId="{32E6EEF9-4313-42E4-A44E-A4FDDD158680}" dt="2026-03-30T12:39:01.180" v="281" actId="26606"/>
          <ac:spMkLst>
            <pc:docMk/>
            <pc:sldMk cId="382990071" sldId="257"/>
            <ac:spMk id="26" creationId="{B50AB553-2A96-4A92-96F2-93548E096954}"/>
          </ac:spMkLst>
        </pc:spChg>
        <pc:spChg chg="add del">
          <ac:chgData name="Marion Jeptoo (Prevoir)" userId="244841a1-5f60-4b9e-a668-5f2315b5408e" providerId="ADAL" clId="{32E6EEF9-4313-42E4-A44E-A4FDDD158680}" dt="2026-03-30T12:39:40.144" v="290" actId="26606"/>
          <ac:spMkLst>
            <pc:docMk/>
            <pc:sldMk cId="382990071" sldId="257"/>
            <ac:spMk id="28" creationId="{98DDA986-B6EE-4642-AC60-0490373E69D0}"/>
          </ac:spMkLst>
        </pc:spChg>
        <pc:spChg chg="add del">
          <ac:chgData name="Marion Jeptoo (Prevoir)" userId="244841a1-5f60-4b9e-a668-5f2315b5408e" providerId="ADAL" clId="{32E6EEF9-4313-42E4-A44E-A4FDDD158680}" dt="2026-03-30T12:39:40.144" v="290" actId="26606"/>
          <ac:spMkLst>
            <pc:docMk/>
            <pc:sldMk cId="382990071" sldId="257"/>
            <ac:spMk id="29" creationId="{80B62878-12EF-4E97-A284-47BAFC30DA2E}"/>
          </ac:spMkLst>
        </pc:spChg>
        <pc:spChg chg="add del">
          <ac:chgData name="Marion Jeptoo (Prevoir)" userId="244841a1-5f60-4b9e-a668-5f2315b5408e" providerId="ADAL" clId="{32E6EEF9-4313-42E4-A44E-A4FDDD158680}" dt="2026-03-30T12:39:40.144" v="290" actId="26606"/>
          <ac:spMkLst>
            <pc:docMk/>
            <pc:sldMk cId="382990071" sldId="257"/>
            <ac:spMk id="30" creationId="{6D79188D-1ED5-4705-B8C7-5D6FB7670AB3}"/>
          </ac:spMkLst>
        </pc:spChg>
        <pc:spChg chg="add del">
          <ac:chgData name="Marion Jeptoo (Prevoir)" userId="244841a1-5f60-4b9e-a668-5f2315b5408e" providerId="ADAL" clId="{32E6EEF9-4313-42E4-A44E-A4FDDD158680}" dt="2026-03-30T12:39:40.144" v="290" actId="26606"/>
          <ac:spMkLst>
            <pc:docMk/>
            <pc:sldMk cId="382990071" sldId="257"/>
            <ac:spMk id="31" creationId="{2B7DC904-EB4A-97ED-344A-696389608515}"/>
          </ac:spMkLst>
        </pc:spChg>
        <pc:spChg chg="add del">
          <ac:chgData name="Marion Jeptoo (Prevoir)" userId="244841a1-5f60-4b9e-a668-5f2315b5408e" providerId="ADAL" clId="{32E6EEF9-4313-42E4-A44E-A4FDDD158680}" dt="2026-03-30T12:39:53.220" v="291" actId="26606"/>
          <ac:spMkLst>
            <pc:docMk/>
            <pc:sldMk cId="382990071" sldId="257"/>
            <ac:spMk id="36" creationId="{98DDA986-B6EE-4642-AC60-0490373E69D0}"/>
          </ac:spMkLst>
        </pc:spChg>
        <pc:spChg chg="add del">
          <ac:chgData name="Marion Jeptoo (Prevoir)" userId="244841a1-5f60-4b9e-a668-5f2315b5408e" providerId="ADAL" clId="{32E6EEF9-4313-42E4-A44E-A4FDDD158680}" dt="2026-03-30T12:39:40.138" v="289" actId="26606"/>
          <ac:spMkLst>
            <pc:docMk/>
            <pc:sldMk cId="382990071" sldId="257"/>
            <ac:spMk id="37" creationId="{7517A47C-B2E5-4B79-8061-D74B1311AF6E}"/>
          </ac:spMkLst>
        </pc:spChg>
        <pc:spChg chg="add del">
          <ac:chgData name="Marion Jeptoo (Prevoir)" userId="244841a1-5f60-4b9e-a668-5f2315b5408e" providerId="ADAL" clId="{32E6EEF9-4313-42E4-A44E-A4FDDD158680}" dt="2026-03-30T12:39:27.588" v="285" actId="26606"/>
          <ac:spMkLst>
            <pc:docMk/>
            <pc:sldMk cId="382990071" sldId="257"/>
            <ac:spMk id="38" creationId="{B50AB553-2A96-4A92-96F2-93548E096954}"/>
          </ac:spMkLst>
        </pc:spChg>
        <pc:spChg chg="add del">
          <ac:chgData name="Marion Jeptoo (Prevoir)" userId="244841a1-5f60-4b9e-a668-5f2315b5408e" providerId="ADAL" clId="{32E6EEF9-4313-42E4-A44E-A4FDDD158680}" dt="2026-03-30T12:39:40.138" v="289" actId="26606"/>
          <ac:spMkLst>
            <pc:docMk/>
            <pc:sldMk cId="382990071" sldId="257"/>
            <ac:spMk id="39" creationId="{C505E780-2083-4CB5-A42A-5E0E2908ECC3}"/>
          </ac:spMkLst>
        </pc:spChg>
        <pc:spChg chg="add del">
          <ac:chgData name="Marion Jeptoo (Prevoir)" userId="244841a1-5f60-4b9e-a668-5f2315b5408e" providerId="ADAL" clId="{32E6EEF9-4313-42E4-A44E-A4FDDD158680}" dt="2026-03-30T12:39:36.197" v="287" actId="26606"/>
          <ac:spMkLst>
            <pc:docMk/>
            <pc:sldMk cId="382990071" sldId="257"/>
            <ac:spMk id="40" creationId="{98DDA986-B6EE-4642-AC60-0490373E69D0}"/>
          </ac:spMkLst>
        </pc:spChg>
        <pc:spChg chg="add del">
          <ac:chgData name="Marion Jeptoo (Prevoir)" userId="244841a1-5f60-4b9e-a668-5f2315b5408e" providerId="ADAL" clId="{32E6EEF9-4313-42E4-A44E-A4FDDD158680}" dt="2026-03-30T12:39:36.197" v="287" actId="26606"/>
          <ac:spMkLst>
            <pc:docMk/>
            <pc:sldMk cId="382990071" sldId="257"/>
            <ac:spMk id="41" creationId="{80B62878-12EF-4E97-A284-47BAFC30DA2E}"/>
          </ac:spMkLst>
        </pc:spChg>
        <pc:spChg chg="add del">
          <ac:chgData name="Marion Jeptoo (Prevoir)" userId="244841a1-5f60-4b9e-a668-5f2315b5408e" providerId="ADAL" clId="{32E6EEF9-4313-42E4-A44E-A4FDDD158680}" dt="2026-03-30T12:39:36.197" v="287" actId="26606"/>
          <ac:spMkLst>
            <pc:docMk/>
            <pc:sldMk cId="382990071" sldId="257"/>
            <ac:spMk id="42" creationId="{6D79188D-1ED5-4705-B8C7-5D6FB7670AB3}"/>
          </ac:spMkLst>
        </pc:spChg>
        <pc:spChg chg="add del">
          <ac:chgData name="Marion Jeptoo (Prevoir)" userId="244841a1-5f60-4b9e-a668-5f2315b5408e" providerId="ADAL" clId="{32E6EEF9-4313-42E4-A44E-A4FDDD158680}" dt="2026-03-30T12:39:40.138" v="289" actId="26606"/>
          <ac:spMkLst>
            <pc:docMk/>
            <pc:sldMk cId="382990071" sldId="257"/>
            <ac:spMk id="45" creationId="{D2C0AE1C-0118-41AE-8A10-7CDCBF10E96F}"/>
          </ac:spMkLst>
        </pc:spChg>
        <pc:spChg chg="add del">
          <ac:chgData name="Marion Jeptoo (Prevoir)" userId="244841a1-5f60-4b9e-a668-5f2315b5408e" providerId="ADAL" clId="{32E6EEF9-4313-42E4-A44E-A4FDDD158680}" dt="2026-03-30T12:39:40.138" v="289" actId="26606"/>
          <ac:spMkLst>
            <pc:docMk/>
            <pc:sldMk cId="382990071" sldId="257"/>
            <ac:spMk id="46" creationId="{463EEC44-1BA3-44ED-81FC-A644B04B2A44}"/>
          </ac:spMkLst>
        </pc:spChg>
        <pc:spChg chg="add del">
          <ac:chgData name="Marion Jeptoo (Prevoir)" userId="244841a1-5f60-4b9e-a668-5f2315b5408e" providerId="ADAL" clId="{32E6EEF9-4313-42E4-A44E-A4FDDD158680}" dt="2026-03-30T12:39:53.220" v="291" actId="26606"/>
          <ac:spMkLst>
            <pc:docMk/>
            <pc:sldMk cId="382990071" sldId="257"/>
            <ac:spMk id="49" creationId="{80B62878-12EF-4E97-A284-47BAFC30DA2E}"/>
          </ac:spMkLst>
        </pc:spChg>
        <pc:spChg chg="add del">
          <ac:chgData name="Marion Jeptoo (Prevoir)" userId="244841a1-5f60-4b9e-a668-5f2315b5408e" providerId="ADAL" clId="{32E6EEF9-4313-42E4-A44E-A4FDDD158680}" dt="2026-03-30T12:39:53.220" v="291" actId="26606"/>
          <ac:spMkLst>
            <pc:docMk/>
            <pc:sldMk cId="382990071" sldId="257"/>
            <ac:spMk id="50" creationId="{6D79188D-1ED5-4705-B8C7-5D6FB7670AB3}"/>
          </ac:spMkLst>
        </pc:spChg>
        <pc:spChg chg="add mod">
          <ac:chgData name="Marion Jeptoo (Prevoir)" userId="244841a1-5f60-4b9e-a668-5f2315b5408e" providerId="ADAL" clId="{32E6EEF9-4313-42E4-A44E-A4FDDD158680}" dt="2026-03-31T06:46:46.301" v="362" actId="26606"/>
          <ac:spMkLst>
            <pc:docMk/>
            <pc:sldMk cId="382990071" sldId="257"/>
            <ac:spMk id="51" creationId="{2B7DC904-EB4A-97ED-344A-696389608515}"/>
          </ac:spMkLst>
        </pc:spChg>
        <pc:spChg chg="add del">
          <ac:chgData name="Marion Jeptoo (Prevoir)" userId="244841a1-5f60-4b9e-a668-5f2315b5408e" providerId="ADAL" clId="{32E6EEF9-4313-42E4-A44E-A4FDDD158680}" dt="2026-03-31T06:46:46.301" v="362" actId="26606"/>
          <ac:spMkLst>
            <pc:docMk/>
            <pc:sldMk cId="382990071" sldId="257"/>
            <ac:spMk id="56" creationId="{4DA718D0-4865-4629-8134-44F68D41D574}"/>
          </ac:spMkLst>
        </pc:spChg>
        <pc:spChg chg="add del">
          <ac:chgData name="Marion Jeptoo (Prevoir)" userId="244841a1-5f60-4b9e-a668-5f2315b5408e" providerId="ADAL" clId="{32E6EEF9-4313-42E4-A44E-A4FDDD158680}" dt="2026-03-31T06:46:46.301" v="362" actId="26606"/>
          <ac:spMkLst>
            <pc:docMk/>
            <pc:sldMk cId="382990071" sldId="257"/>
            <ac:spMk id="62" creationId="{CBC4F608-B4B8-48C3-9572-C0F061B1CD99}"/>
          </ac:spMkLst>
        </pc:spChg>
        <pc:spChg chg="add">
          <ac:chgData name="Marion Jeptoo (Prevoir)" userId="244841a1-5f60-4b9e-a668-5f2315b5408e" providerId="ADAL" clId="{32E6EEF9-4313-42E4-A44E-A4FDDD158680}" dt="2026-03-31T06:46:46.301" v="362" actId="26606"/>
          <ac:spMkLst>
            <pc:docMk/>
            <pc:sldMk cId="382990071" sldId="257"/>
            <ac:spMk id="67" creationId="{1B15ED52-F352-441B-82BF-E0EA34836D08}"/>
          </ac:spMkLst>
        </pc:spChg>
        <pc:spChg chg="add">
          <ac:chgData name="Marion Jeptoo (Prevoir)" userId="244841a1-5f60-4b9e-a668-5f2315b5408e" providerId="ADAL" clId="{32E6EEF9-4313-42E4-A44E-A4FDDD158680}" dt="2026-03-31T06:46:46.301" v="362" actId="26606"/>
          <ac:spMkLst>
            <pc:docMk/>
            <pc:sldMk cId="382990071" sldId="257"/>
            <ac:spMk id="69" creationId="{3B2E3793-BFE6-45A2-9B7B-E18844431C99}"/>
          </ac:spMkLst>
        </pc:spChg>
        <pc:spChg chg="add">
          <ac:chgData name="Marion Jeptoo (Prevoir)" userId="244841a1-5f60-4b9e-a668-5f2315b5408e" providerId="ADAL" clId="{32E6EEF9-4313-42E4-A44E-A4FDDD158680}" dt="2026-03-31T06:46:46.301" v="362" actId="26606"/>
          <ac:spMkLst>
            <pc:docMk/>
            <pc:sldMk cId="382990071" sldId="257"/>
            <ac:spMk id="71" creationId="{BC4C4868-CB8F-4AF9-9CDB-8108F2C19B67}"/>
          </ac:spMkLst>
        </pc:spChg>
        <pc:spChg chg="add">
          <ac:chgData name="Marion Jeptoo (Prevoir)" userId="244841a1-5f60-4b9e-a668-5f2315b5408e" providerId="ADAL" clId="{32E6EEF9-4313-42E4-A44E-A4FDDD158680}" dt="2026-03-31T06:46:46.301" v="362" actId="26606"/>
          <ac:spMkLst>
            <pc:docMk/>
            <pc:sldMk cId="382990071" sldId="257"/>
            <ac:spMk id="73" creationId="{375E0459-6403-40CD-989D-56A4407CA12E}"/>
          </ac:spMkLst>
        </pc:spChg>
        <pc:spChg chg="add">
          <ac:chgData name="Marion Jeptoo (Prevoir)" userId="244841a1-5f60-4b9e-a668-5f2315b5408e" providerId="ADAL" clId="{32E6EEF9-4313-42E4-A44E-A4FDDD158680}" dt="2026-03-31T06:46:46.301" v="362" actId="26606"/>
          <ac:spMkLst>
            <pc:docMk/>
            <pc:sldMk cId="382990071" sldId="257"/>
            <ac:spMk id="75" creationId="{53E5B1A8-3AC9-4BD1-9BBC-78CA94F2D1BA}"/>
          </ac:spMkLst>
        </pc:spChg>
        <pc:grpChg chg="add del">
          <ac:chgData name="Marion Jeptoo (Prevoir)" userId="244841a1-5f60-4b9e-a668-5f2315b5408e" providerId="ADAL" clId="{32E6EEF9-4313-42E4-A44E-A4FDDD158680}" dt="2026-03-30T12:39:01.196" v="282" actId="26606"/>
          <ac:grpSpMkLst>
            <pc:docMk/>
            <pc:sldMk cId="382990071" sldId="257"/>
            <ac:grpSpMk id="10" creationId="{5C3921CD-DDE5-4B57-8FDF-B37ADE4EDAC7}"/>
          </ac:grpSpMkLst>
        </pc:grpChg>
        <pc:grpChg chg="add del">
          <ac:chgData name="Marion Jeptoo (Prevoir)" userId="244841a1-5f60-4b9e-a668-5f2315b5408e" providerId="ADAL" clId="{32E6EEF9-4313-42E4-A44E-A4FDDD158680}" dt="2026-03-31T06:46:46.301" v="362" actId="26606"/>
          <ac:grpSpMkLst>
            <pc:docMk/>
            <pc:sldMk cId="382990071" sldId="257"/>
            <ac:grpSpMk id="58" creationId="{65167ED7-6315-43AB-B1B6-C326D5FD8F84}"/>
          </ac:grpSpMkLst>
        </pc:grpChg>
        <pc:graphicFrameChg chg="add del">
          <ac:chgData name="Marion Jeptoo (Prevoir)" userId="244841a1-5f60-4b9e-a668-5f2315b5408e" providerId="ADAL" clId="{32E6EEF9-4313-42E4-A44E-A4FDDD158680}" dt="2026-03-30T12:39:01.180" v="281" actId="26606"/>
          <ac:graphicFrameMkLst>
            <pc:docMk/>
            <pc:sldMk cId="382990071" sldId="257"/>
            <ac:graphicFrameMk id="17" creationId="{6D1B2082-5E87-D594-48AC-A83CE3F91FBE}"/>
          </ac:graphicFrameMkLst>
        </pc:graphicFrameChg>
        <pc:graphicFrameChg chg="add del">
          <ac:chgData name="Marion Jeptoo (Prevoir)" userId="244841a1-5f60-4b9e-a668-5f2315b5408e" providerId="ADAL" clId="{32E6EEF9-4313-42E4-A44E-A4FDDD158680}" dt="2026-03-30T12:39:27.588" v="285" actId="26606"/>
          <ac:graphicFrameMkLst>
            <pc:docMk/>
            <pc:sldMk cId="382990071" sldId="257"/>
            <ac:graphicFrameMk id="33" creationId="{78715452-5574-1B79-40C6-E575BA8A8998}"/>
          </ac:graphicFrameMkLst>
        </pc:graphicFrameChg>
        <pc:graphicFrameChg chg="add del">
          <ac:chgData name="Marion Jeptoo (Prevoir)" userId="244841a1-5f60-4b9e-a668-5f2315b5408e" providerId="ADAL" clId="{32E6EEF9-4313-42E4-A44E-A4FDDD158680}" dt="2026-03-30T12:39:36.197" v="287" actId="26606"/>
          <ac:graphicFrameMkLst>
            <pc:docMk/>
            <pc:sldMk cId="382990071" sldId="257"/>
            <ac:graphicFrameMk id="43" creationId="{6D4B00E6-0DC5-588C-E32A-DDA0C18782FE}"/>
          </ac:graphicFrameMkLst>
        </pc:graphicFrameChg>
        <pc:graphicFrameChg chg="add del">
          <ac:chgData name="Marion Jeptoo (Prevoir)" userId="244841a1-5f60-4b9e-a668-5f2315b5408e" providerId="ADAL" clId="{32E6EEF9-4313-42E4-A44E-A4FDDD158680}" dt="2026-03-30T12:39:40.138" v="289" actId="26606"/>
          <ac:graphicFrameMkLst>
            <pc:docMk/>
            <pc:sldMk cId="382990071" sldId="257"/>
            <ac:graphicFrameMk id="47" creationId="{7A9B1510-5A65-8D4B-CEEA-51D4A379AC1D}"/>
          </ac:graphicFrameMkLst>
        </pc:graphicFrameChg>
        <pc:picChg chg="add del">
          <ac:chgData name="Marion Jeptoo (Prevoir)" userId="244841a1-5f60-4b9e-a668-5f2315b5408e" providerId="ADAL" clId="{32E6EEF9-4313-42E4-A44E-A4FDDD158680}" dt="2026-03-30T12:39:01.180" v="281" actId="26606"/>
          <ac:picMkLst>
            <pc:docMk/>
            <pc:sldMk cId="382990071" sldId="257"/>
            <ac:picMk id="18" creationId="{3CFE52A4-9662-93B3-CE8E-63A1725FA708}"/>
          </ac:picMkLst>
        </pc:picChg>
        <pc:picChg chg="add del">
          <ac:chgData name="Marion Jeptoo (Prevoir)" userId="244841a1-5f60-4b9e-a668-5f2315b5408e" providerId="ADAL" clId="{32E6EEF9-4313-42E4-A44E-A4FDDD158680}" dt="2026-03-30T12:39:27.588" v="285" actId="26606"/>
          <ac:picMkLst>
            <pc:docMk/>
            <pc:sldMk cId="382990071" sldId="257"/>
            <ac:picMk id="34" creationId="{224B0F14-06C2-0181-F4A5-73DBA1138D76}"/>
          </ac:picMkLst>
        </pc:picChg>
      </pc:sldChg>
      <pc:sldChg chg="addSp delSp modSp mod setBg">
        <pc:chgData name="Marion Jeptoo (Prevoir)" userId="244841a1-5f60-4b9e-a668-5f2315b5408e" providerId="ADAL" clId="{32E6EEF9-4313-42E4-A44E-A4FDDD158680}" dt="2026-03-31T06:47:13.893" v="369" actId="26606"/>
        <pc:sldMkLst>
          <pc:docMk/>
          <pc:sldMk cId="1619450299" sldId="258"/>
        </pc:sldMkLst>
        <pc:spChg chg="mod">
          <ac:chgData name="Marion Jeptoo (Prevoir)" userId="244841a1-5f60-4b9e-a668-5f2315b5408e" providerId="ADAL" clId="{32E6EEF9-4313-42E4-A44E-A4FDDD158680}" dt="2026-03-31T06:47:13.893" v="369" actId="26606"/>
          <ac:spMkLst>
            <pc:docMk/>
            <pc:sldMk cId="1619450299" sldId="258"/>
            <ac:spMk id="2" creationId="{E82BD9FA-6CE3-EBD4-4B58-7046D2BA376D}"/>
          </ac:spMkLst>
        </pc:spChg>
        <pc:spChg chg="add del mod">
          <ac:chgData name="Marion Jeptoo (Prevoir)" userId="244841a1-5f60-4b9e-a668-5f2315b5408e" providerId="ADAL" clId="{32E6EEF9-4313-42E4-A44E-A4FDDD158680}" dt="2026-03-31T06:47:13.893" v="369" actId="26606"/>
          <ac:spMkLst>
            <pc:docMk/>
            <pc:sldMk cId="1619450299" sldId="258"/>
            <ac:spMk id="3" creationId="{9C807480-C066-2933-D354-4BB521095FB8}"/>
          </ac:spMkLst>
        </pc:spChg>
        <pc:spChg chg="add del">
          <ac:chgData name="Marion Jeptoo (Prevoir)" userId="244841a1-5f60-4b9e-a668-5f2315b5408e" providerId="ADAL" clId="{32E6EEF9-4313-42E4-A44E-A4FDDD158680}" dt="2026-03-30T12:40:02.079" v="292" actId="26606"/>
          <ac:spMkLst>
            <pc:docMk/>
            <pc:sldMk cId="1619450299" sldId="258"/>
            <ac:spMk id="27" creationId="{4BC99CB9-DDAD-44A2-8A1C-E3AF4E72DF5C}"/>
          </ac:spMkLst>
        </pc:spChg>
        <pc:spChg chg="add del">
          <ac:chgData name="Marion Jeptoo (Prevoir)" userId="244841a1-5f60-4b9e-a668-5f2315b5408e" providerId="ADAL" clId="{32E6EEF9-4313-42E4-A44E-A4FDDD158680}" dt="2026-03-31T06:47:13.893" v="369" actId="26606"/>
          <ac:spMkLst>
            <pc:docMk/>
            <pc:sldMk cId="1619450299" sldId="258"/>
            <ac:spMk id="39" creationId="{4DA718D0-4865-4629-8134-44F68D41D574}"/>
          </ac:spMkLst>
        </pc:spChg>
        <pc:spChg chg="add del">
          <ac:chgData name="Marion Jeptoo (Prevoir)" userId="244841a1-5f60-4b9e-a668-5f2315b5408e" providerId="ADAL" clId="{32E6EEF9-4313-42E4-A44E-A4FDDD158680}" dt="2026-03-31T06:47:13.893" v="369" actId="26606"/>
          <ac:spMkLst>
            <pc:docMk/>
            <pc:sldMk cId="1619450299" sldId="258"/>
            <ac:spMk id="45" creationId="{CBC4F608-B4B8-48C3-9572-C0F061B1CD99}"/>
          </ac:spMkLst>
        </pc:spChg>
        <pc:spChg chg="add del">
          <ac:chgData name="Marion Jeptoo (Prevoir)" userId="244841a1-5f60-4b9e-a668-5f2315b5408e" providerId="ADAL" clId="{32E6EEF9-4313-42E4-A44E-A4FDDD158680}" dt="2026-03-31T06:47:01.702" v="364" actId="26606"/>
          <ac:spMkLst>
            <pc:docMk/>
            <pc:sldMk cId="1619450299" sldId="258"/>
            <ac:spMk id="50" creationId="{1B15ED52-F352-441B-82BF-E0EA34836D08}"/>
          </ac:spMkLst>
        </pc:spChg>
        <pc:spChg chg="add del">
          <ac:chgData name="Marion Jeptoo (Prevoir)" userId="244841a1-5f60-4b9e-a668-5f2315b5408e" providerId="ADAL" clId="{32E6EEF9-4313-42E4-A44E-A4FDDD158680}" dt="2026-03-31T06:47:12.177" v="366" actId="26606"/>
          <ac:spMkLst>
            <pc:docMk/>
            <pc:sldMk cId="1619450299" sldId="258"/>
            <ac:spMk id="51" creationId="{BACC6370-2D7E-4714-9D71-7542949D7D5D}"/>
          </ac:spMkLst>
        </pc:spChg>
        <pc:spChg chg="add del">
          <ac:chgData name="Marion Jeptoo (Prevoir)" userId="244841a1-5f60-4b9e-a668-5f2315b5408e" providerId="ADAL" clId="{32E6EEF9-4313-42E4-A44E-A4FDDD158680}" dt="2026-03-31T06:47:01.702" v="364" actId="26606"/>
          <ac:spMkLst>
            <pc:docMk/>
            <pc:sldMk cId="1619450299" sldId="258"/>
            <ac:spMk id="52" creationId="{3B2E3793-BFE6-45A2-9B7B-E18844431C99}"/>
          </ac:spMkLst>
        </pc:spChg>
        <pc:spChg chg="add del">
          <ac:chgData name="Marion Jeptoo (Prevoir)" userId="244841a1-5f60-4b9e-a668-5f2315b5408e" providerId="ADAL" clId="{32E6EEF9-4313-42E4-A44E-A4FDDD158680}" dt="2026-03-31T06:47:12.177" v="366" actId="26606"/>
          <ac:spMkLst>
            <pc:docMk/>
            <pc:sldMk cId="1619450299" sldId="258"/>
            <ac:spMk id="53" creationId="{F68B3F68-107C-434F-AA38-110D5EA91B85}"/>
          </ac:spMkLst>
        </pc:spChg>
        <pc:spChg chg="add del">
          <ac:chgData name="Marion Jeptoo (Prevoir)" userId="244841a1-5f60-4b9e-a668-5f2315b5408e" providerId="ADAL" clId="{32E6EEF9-4313-42E4-A44E-A4FDDD158680}" dt="2026-03-31T06:47:01.702" v="364" actId="26606"/>
          <ac:spMkLst>
            <pc:docMk/>
            <pc:sldMk cId="1619450299" sldId="258"/>
            <ac:spMk id="54" creationId="{BC4C4868-CB8F-4AF9-9CDB-8108F2C19B67}"/>
          </ac:spMkLst>
        </pc:spChg>
        <pc:spChg chg="add del">
          <ac:chgData name="Marion Jeptoo (Prevoir)" userId="244841a1-5f60-4b9e-a668-5f2315b5408e" providerId="ADAL" clId="{32E6EEF9-4313-42E4-A44E-A4FDDD158680}" dt="2026-03-31T06:47:12.177" v="366" actId="26606"/>
          <ac:spMkLst>
            <pc:docMk/>
            <pc:sldMk cId="1619450299" sldId="258"/>
            <ac:spMk id="55" creationId="{AAD0DBB9-1A4B-4391-81D4-CB19F9AB918A}"/>
          </ac:spMkLst>
        </pc:spChg>
        <pc:spChg chg="add del">
          <ac:chgData name="Marion Jeptoo (Prevoir)" userId="244841a1-5f60-4b9e-a668-5f2315b5408e" providerId="ADAL" clId="{32E6EEF9-4313-42E4-A44E-A4FDDD158680}" dt="2026-03-31T06:47:01.702" v="364" actId="26606"/>
          <ac:spMkLst>
            <pc:docMk/>
            <pc:sldMk cId="1619450299" sldId="258"/>
            <ac:spMk id="56" creationId="{375E0459-6403-40CD-989D-56A4407CA12E}"/>
          </ac:spMkLst>
        </pc:spChg>
        <pc:spChg chg="add del">
          <ac:chgData name="Marion Jeptoo (Prevoir)" userId="244841a1-5f60-4b9e-a668-5f2315b5408e" providerId="ADAL" clId="{32E6EEF9-4313-42E4-A44E-A4FDDD158680}" dt="2026-03-31T06:47:12.177" v="366" actId="26606"/>
          <ac:spMkLst>
            <pc:docMk/>
            <pc:sldMk cId="1619450299" sldId="258"/>
            <ac:spMk id="57" creationId="{063BBA22-50EA-4C4D-BE05-F1CE4E63AA56}"/>
          </ac:spMkLst>
        </pc:spChg>
        <pc:spChg chg="add del">
          <ac:chgData name="Marion Jeptoo (Prevoir)" userId="244841a1-5f60-4b9e-a668-5f2315b5408e" providerId="ADAL" clId="{32E6EEF9-4313-42E4-A44E-A4FDDD158680}" dt="2026-03-31T06:47:01.702" v="364" actId="26606"/>
          <ac:spMkLst>
            <pc:docMk/>
            <pc:sldMk cId="1619450299" sldId="258"/>
            <ac:spMk id="58" creationId="{53E5B1A8-3AC9-4BD1-9BBC-78CA94F2D1BA}"/>
          </ac:spMkLst>
        </pc:spChg>
        <pc:spChg chg="add del">
          <ac:chgData name="Marion Jeptoo (Prevoir)" userId="244841a1-5f60-4b9e-a668-5f2315b5408e" providerId="ADAL" clId="{32E6EEF9-4313-42E4-A44E-A4FDDD158680}" dt="2026-03-31T06:47:13.861" v="368" actId="26606"/>
          <ac:spMkLst>
            <pc:docMk/>
            <pc:sldMk cId="1619450299" sldId="258"/>
            <ac:spMk id="59" creationId="{1B15ED52-F352-441B-82BF-E0EA34836D08}"/>
          </ac:spMkLst>
        </pc:spChg>
        <pc:spChg chg="add del">
          <ac:chgData name="Marion Jeptoo (Prevoir)" userId="244841a1-5f60-4b9e-a668-5f2315b5408e" providerId="ADAL" clId="{32E6EEF9-4313-42E4-A44E-A4FDDD158680}" dt="2026-03-31T06:47:13.861" v="368" actId="26606"/>
          <ac:spMkLst>
            <pc:docMk/>
            <pc:sldMk cId="1619450299" sldId="258"/>
            <ac:spMk id="60" creationId="{3B2E3793-BFE6-45A2-9B7B-E18844431C99}"/>
          </ac:spMkLst>
        </pc:spChg>
        <pc:spChg chg="add del">
          <ac:chgData name="Marion Jeptoo (Prevoir)" userId="244841a1-5f60-4b9e-a668-5f2315b5408e" providerId="ADAL" clId="{32E6EEF9-4313-42E4-A44E-A4FDDD158680}" dt="2026-03-31T06:47:13.861" v="368" actId="26606"/>
          <ac:spMkLst>
            <pc:docMk/>
            <pc:sldMk cId="1619450299" sldId="258"/>
            <ac:spMk id="61" creationId="{BC4C4868-CB8F-4AF9-9CDB-8108F2C19B67}"/>
          </ac:spMkLst>
        </pc:spChg>
        <pc:spChg chg="add del">
          <ac:chgData name="Marion Jeptoo (Prevoir)" userId="244841a1-5f60-4b9e-a668-5f2315b5408e" providerId="ADAL" clId="{32E6EEF9-4313-42E4-A44E-A4FDDD158680}" dt="2026-03-31T06:47:13.861" v="368" actId="26606"/>
          <ac:spMkLst>
            <pc:docMk/>
            <pc:sldMk cId="1619450299" sldId="258"/>
            <ac:spMk id="62" creationId="{375E0459-6403-40CD-989D-56A4407CA12E}"/>
          </ac:spMkLst>
        </pc:spChg>
        <pc:spChg chg="add del">
          <ac:chgData name="Marion Jeptoo (Prevoir)" userId="244841a1-5f60-4b9e-a668-5f2315b5408e" providerId="ADAL" clId="{32E6EEF9-4313-42E4-A44E-A4FDDD158680}" dt="2026-03-31T06:47:13.861" v="368" actId="26606"/>
          <ac:spMkLst>
            <pc:docMk/>
            <pc:sldMk cId="1619450299" sldId="258"/>
            <ac:spMk id="63" creationId="{53E5B1A8-3AC9-4BD1-9BBC-78CA94F2D1BA}"/>
          </ac:spMkLst>
        </pc:spChg>
        <pc:spChg chg="add del">
          <ac:chgData name="Marion Jeptoo (Prevoir)" userId="244841a1-5f60-4b9e-a668-5f2315b5408e" providerId="ADAL" clId="{32E6EEF9-4313-42E4-A44E-A4FDDD158680}" dt="2026-03-31T06:47:13.861" v="368" actId="26606"/>
          <ac:spMkLst>
            <pc:docMk/>
            <pc:sldMk cId="1619450299" sldId="258"/>
            <ac:spMk id="64" creationId="{9C807480-C066-2933-D354-4BB521095FB8}"/>
          </ac:spMkLst>
        </pc:spChg>
        <pc:spChg chg="add">
          <ac:chgData name="Marion Jeptoo (Prevoir)" userId="244841a1-5f60-4b9e-a668-5f2315b5408e" providerId="ADAL" clId="{32E6EEF9-4313-42E4-A44E-A4FDDD158680}" dt="2026-03-31T06:47:13.893" v="369" actId="26606"/>
          <ac:spMkLst>
            <pc:docMk/>
            <pc:sldMk cId="1619450299" sldId="258"/>
            <ac:spMk id="66" creationId="{BACC6370-2D7E-4714-9D71-7542949D7D5D}"/>
          </ac:spMkLst>
        </pc:spChg>
        <pc:spChg chg="add">
          <ac:chgData name="Marion Jeptoo (Prevoir)" userId="244841a1-5f60-4b9e-a668-5f2315b5408e" providerId="ADAL" clId="{32E6EEF9-4313-42E4-A44E-A4FDDD158680}" dt="2026-03-31T06:47:13.893" v="369" actId="26606"/>
          <ac:spMkLst>
            <pc:docMk/>
            <pc:sldMk cId="1619450299" sldId="258"/>
            <ac:spMk id="67" creationId="{F68B3F68-107C-434F-AA38-110D5EA91B85}"/>
          </ac:spMkLst>
        </pc:spChg>
        <pc:spChg chg="add">
          <ac:chgData name="Marion Jeptoo (Prevoir)" userId="244841a1-5f60-4b9e-a668-5f2315b5408e" providerId="ADAL" clId="{32E6EEF9-4313-42E4-A44E-A4FDDD158680}" dt="2026-03-31T06:47:13.893" v="369" actId="26606"/>
          <ac:spMkLst>
            <pc:docMk/>
            <pc:sldMk cId="1619450299" sldId="258"/>
            <ac:spMk id="68" creationId="{AAD0DBB9-1A4B-4391-81D4-CB19F9AB918A}"/>
          </ac:spMkLst>
        </pc:spChg>
        <pc:spChg chg="add">
          <ac:chgData name="Marion Jeptoo (Prevoir)" userId="244841a1-5f60-4b9e-a668-5f2315b5408e" providerId="ADAL" clId="{32E6EEF9-4313-42E4-A44E-A4FDDD158680}" dt="2026-03-31T06:47:13.893" v="369" actId="26606"/>
          <ac:spMkLst>
            <pc:docMk/>
            <pc:sldMk cId="1619450299" sldId="258"/>
            <ac:spMk id="69" creationId="{063BBA22-50EA-4C4D-BE05-F1CE4E63AA56}"/>
          </ac:spMkLst>
        </pc:spChg>
        <pc:grpChg chg="add del">
          <ac:chgData name="Marion Jeptoo (Prevoir)" userId="244841a1-5f60-4b9e-a668-5f2315b5408e" providerId="ADAL" clId="{32E6EEF9-4313-42E4-A44E-A4FDDD158680}" dt="2026-03-30T12:40:02.079" v="292" actId="26606"/>
          <ac:grpSpMkLst>
            <pc:docMk/>
            <pc:sldMk cId="1619450299" sldId="258"/>
            <ac:grpSpMk id="29" creationId="{5C3921CD-DDE5-4B57-8FDF-B37ADE4EDAC7}"/>
          </ac:grpSpMkLst>
        </pc:grpChg>
        <pc:grpChg chg="add del">
          <ac:chgData name="Marion Jeptoo (Prevoir)" userId="244841a1-5f60-4b9e-a668-5f2315b5408e" providerId="ADAL" clId="{32E6EEF9-4313-42E4-A44E-A4FDDD158680}" dt="2026-03-31T06:47:13.893" v="369" actId="26606"/>
          <ac:grpSpMkLst>
            <pc:docMk/>
            <pc:sldMk cId="1619450299" sldId="258"/>
            <ac:grpSpMk id="41" creationId="{65167ED7-6315-43AB-B1B6-C326D5FD8F84}"/>
          </ac:grpSpMkLst>
        </pc:grpChg>
        <pc:graphicFrameChg chg="add del">
          <ac:chgData name="Marion Jeptoo (Prevoir)" userId="244841a1-5f60-4b9e-a668-5f2315b5408e" providerId="ADAL" clId="{32E6EEF9-4313-42E4-A44E-A4FDDD158680}" dt="2026-03-31T06:47:12.177" v="366" actId="26606"/>
          <ac:graphicFrameMkLst>
            <pc:docMk/>
            <pc:sldMk cId="1619450299" sldId="258"/>
            <ac:graphicFrameMk id="47" creationId="{5DCDA056-E209-97B6-88C1-DCB799F48202}"/>
          </ac:graphicFrameMkLst>
        </pc:graphicFrameChg>
        <pc:graphicFrameChg chg="add">
          <ac:chgData name="Marion Jeptoo (Prevoir)" userId="244841a1-5f60-4b9e-a668-5f2315b5408e" providerId="ADAL" clId="{32E6EEF9-4313-42E4-A44E-A4FDDD158680}" dt="2026-03-31T06:47:13.893" v="369" actId="26606"/>
          <ac:graphicFrameMkLst>
            <pc:docMk/>
            <pc:sldMk cId="1619450299" sldId="258"/>
            <ac:graphicFrameMk id="70" creationId="{5DCDA056-E209-97B6-88C1-DCB799F48202}"/>
          </ac:graphicFrameMkLst>
        </pc:graphicFrameChg>
      </pc:sldChg>
      <pc:sldChg chg="addSp delSp modSp mod setBg">
        <pc:chgData name="Marion Jeptoo (Prevoir)" userId="244841a1-5f60-4b9e-a668-5f2315b5408e" providerId="ADAL" clId="{32E6EEF9-4313-42E4-A44E-A4FDDD158680}" dt="2026-03-31T06:47:33.219" v="370" actId="26606"/>
        <pc:sldMkLst>
          <pc:docMk/>
          <pc:sldMk cId="1693327658" sldId="259"/>
        </pc:sldMkLst>
        <pc:spChg chg="mod">
          <ac:chgData name="Marion Jeptoo (Prevoir)" userId="244841a1-5f60-4b9e-a668-5f2315b5408e" providerId="ADAL" clId="{32E6EEF9-4313-42E4-A44E-A4FDDD158680}" dt="2026-03-31T06:47:33.219" v="370" actId="26606"/>
          <ac:spMkLst>
            <pc:docMk/>
            <pc:sldMk cId="1693327658" sldId="259"/>
            <ac:spMk id="2" creationId="{B31FE0CE-3D66-05AB-3BFC-877BBB84186F}"/>
          </ac:spMkLst>
        </pc:spChg>
        <pc:spChg chg="mod">
          <ac:chgData name="Marion Jeptoo (Prevoir)" userId="244841a1-5f60-4b9e-a668-5f2315b5408e" providerId="ADAL" clId="{32E6EEF9-4313-42E4-A44E-A4FDDD158680}" dt="2026-03-31T06:47:33.219" v="370" actId="26606"/>
          <ac:spMkLst>
            <pc:docMk/>
            <pc:sldMk cId="1693327658" sldId="259"/>
            <ac:spMk id="3" creationId="{9DB977EB-E87E-EC40-1BC4-ED7C2C4F835D}"/>
          </ac:spMkLst>
        </pc:spChg>
        <pc:spChg chg="add del">
          <ac:chgData name="Marion Jeptoo (Prevoir)" userId="244841a1-5f60-4b9e-a668-5f2315b5408e" providerId="ADAL" clId="{32E6EEF9-4313-42E4-A44E-A4FDDD158680}" dt="2026-03-30T12:40:06.309" v="293" actId="26606"/>
          <ac:spMkLst>
            <pc:docMk/>
            <pc:sldMk cId="1693327658" sldId="259"/>
            <ac:spMk id="27" creationId="{4BC99CB9-DDAD-44A2-8A1C-E3AF4E72DF5C}"/>
          </ac:spMkLst>
        </pc:spChg>
        <pc:spChg chg="add del">
          <ac:chgData name="Marion Jeptoo (Prevoir)" userId="244841a1-5f60-4b9e-a668-5f2315b5408e" providerId="ADAL" clId="{32E6EEF9-4313-42E4-A44E-A4FDDD158680}" dt="2026-03-31T06:47:33.219" v="370" actId="26606"/>
          <ac:spMkLst>
            <pc:docMk/>
            <pc:sldMk cId="1693327658" sldId="259"/>
            <ac:spMk id="39" creationId="{4DA718D0-4865-4629-8134-44F68D41D574}"/>
          </ac:spMkLst>
        </pc:spChg>
        <pc:spChg chg="add del">
          <ac:chgData name="Marion Jeptoo (Prevoir)" userId="244841a1-5f60-4b9e-a668-5f2315b5408e" providerId="ADAL" clId="{32E6EEF9-4313-42E4-A44E-A4FDDD158680}" dt="2026-03-31T06:47:33.219" v="370" actId="26606"/>
          <ac:spMkLst>
            <pc:docMk/>
            <pc:sldMk cId="1693327658" sldId="259"/>
            <ac:spMk id="45" creationId="{CBC4F608-B4B8-48C3-9572-C0F061B1CD99}"/>
          </ac:spMkLst>
        </pc:spChg>
        <pc:spChg chg="add">
          <ac:chgData name="Marion Jeptoo (Prevoir)" userId="244841a1-5f60-4b9e-a668-5f2315b5408e" providerId="ADAL" clId="{32E6EEF9-4313-42E4-A44E-A4FDDD158680}" dt="2026-03-31T06:47:33.219" v="370" actId="26606"/>
          <ac:spMkLst>
            <pc:docMk/>
            <pc:sldMk cId="1693327658" sldId="259"/>
            <ac:spMk id="50" creationId="{1B15ED52-F352-441B-82BF-E0EA34836D08}"/>
          </ac:spMkLst>
        </pc:spChg>
        <pc:spChg chg="add">
          <ac:chgData name="Marion Jeptoo (Prevoir)" userId="244841a1-5f60-4b9e-a668-5f2315b5408e" providerId="ADAL" clId="{32E6EEF9-4313-42E4-A44E-A4FDDD158680}" dt="2026-03-31T06:47:33.219" v="370" actId="26606"/>
          <ac:spMkLst>
            <pc:docMk/>
            <pc:sldMk cId="1693327658" sldId="259"/>
            <ac:spMk id="52" creationId="{3B2E3793-BFE6-45A2-9B7B-E18844431C99}"/>
          </ac:spMkLst>
        </pc:spChg>
        <pc:spChg chg="add">
          <ac:chgData name="Marion Jeptoo (Prevoir)" userId="244841a1-5f60-4b9e-a668-5f2315b5408e" providerId="ADAL" clId="{32E6EEF9-4313-42E4-A44E-A4FDDD158680}" dt="2026-03-31T06:47:33.219" v="370" actId="26606"/>
          <ac:spMkLst>
            <pc:docMk/>
            <pc:sldMk cId="1693327658" sldId="259"/>
            <ac:spMk id="54" creationId="{BC4C4868-CB8F-4AF9-9CDB-8108F2C19B67}"/>
          </ac:spMkLst>
        </pc:spChg>
        <pc:spChg chg="add">
          <ac:chgData name="Marion Jeptoo (Prevoir)" userId="244841a1-5f60-4b9e-a668-5f2315b5408e" providerId="ADAL" clId="{32E6EEF9-4313-42E4-A44E-A4FDDD158680}" dt="2026-03-31T06:47:33.219" v="370" actId="26606"/>
          <ac:spMkLst>
            <pc:docMk/>
            <pc:sldMk cId="1693327658" sldId="259"/>
            <ac:spMk id="56" creationId="{375E0459-6403-40CD-989D-56A4407CA12E}"/>
          </ac:spMkLst>
        </pc:spChg>
        <pc:spChg chg="add">
          <ac:chgData name="Marion Jeptoo (Prevoir)" userId="244841a1-5f60-4b9e-a668-5f2315b5408e" providerId="ADAL" clId="{32E6EEF9-4313-42E4-A44E-A4FDDD158680}" dt="2026-03-31T06:47:33.219" v="370" actId="26606"/>
          <ac:spMkLst>
            <pc:docMk/>
            <pc:sldMk cId="1693327658" sldId="259"/>
            <ac:spMk id="58" creationId="{53E5B1A8-3AC9-4BD1-9BBC-78CA94F2D1BA}"/>
          </ac:spMkLst>
        </pc:spChg>
        <pc:grpChg chg="add del">
          <ac:chgData name="Marion Jeptoo (Prevoir)" userId="244841a1-5f60-4b9e-a668-5f2315b5408e" providerId="ADAL" clId="{32E6EEF9-4313-42E4-A44E-A4FDDD158680}" dt="2026-03-30T12:40:06.309" v="293" actId="26606"/>
          <ac:grpSpMkLst>
            <pc:docMk/>
            <pc:sldMk cId="1693327658" sldId="259"/>
            <ac:grpSpMk id="29" creationId="{5C3921CD-DDE5-4B57-8FDF-B37ADE4EDAC7}"/>
          </ac:grpSpMkLst>
        </pc:grpChg>
        <pc:grpChg chg="add del">
          <ac:chgData name="Marion Jeptoo (Prevoir)" userId="244841a1-5f60-4b9e-a668-5f2315b5408e" providerId="ADAL" clId="{32E6EEF9-4313-42E4-A44E-A4FDDD158680}" dt="2026-03-31T06:47:33.219" v="370" actId="26606"/>
          <ac:grpSpMkLst>
            <pc:docMk/>
            <pc:sldMk cId="1693327658" sldId="259"/>
            <ac:grpSpMk id="41" creationId="{65167ED7-6315-43AB-B1B6-C326D5FD8F84}"/>
          </ac:grpSpMkLst>
        </pc:grpChg>
      </pc:sldChg>
      <pc:sldChg chg="addSp delSp modSp mod setBg">
        <pc:chgData name="Marion Jeptoo (Prevoir)" userId="244841a1-5f60-4b9e-a668-5f2315b5408e" providerId="ADAL" clId="{32E6EEF9-4313-42E4-A44E-A4FDDD158680}" dt="2026-03-31T06:47:52.345" v="371" actId="26606"/>
        <pc:sldMkLst>
          <pc:docMk/>
          <pc:sldMk cId="2434904020" sldId="260"/>
        </pc:sldMkLst>
        <pc:spChg chg="mod">
          <ac:chgData name="Marion Jeptoo (Prevoir)" userId="244841a1-5f60-4b9e-a668-5f2315b5408e" providerId="ADAL" clId="{32E6EEF9-4313-42E4-A44E-A4FDDD158680}" dt="2026-03-31T06:47:52.345" v="371" actId="26606"/>
          <ac:spMkLst>
            <pc:docMk/>
            <pc:sldMk cId="2434904020" sldId="260"/>
            <ac:spMk id="2" creationId="{9B79126A-359B-F411-5132-497EEFDA4936}"/>
          </ac:spMkLst>
        </pc:spChg>
        <pc:spChg chg="mod">
          <ac:chgData name="Marion Jeptoo (Prevoir)" userId="244841a1-5f60-4b9e-a668-5f2315b5408e" providerId="ADAL" clId="{32E6EEF9-4313-42E4-A44E-A4FDDD158680}" dt="2026-03-31T06:47:52.345" v="371" actId="26606"/>
          <ac:spMkLst>
            <pc:docMk/>
            <pc:sldMk cId="2434904020" sldId="260"/>
            <ac:spMk id="3" creationId="{1B65B459-30AB-2179-505D-592E685798BE}"/>
          </ac:spMkLst>
        </pc:spChg>
        <pc:spChg chg="add del">
          <ac:chgData name="Marion Jeptoo (Prevoir)" userId="244841a1-5f60-4b9e-a668-5f2315b5408e" providerId="ADAL" clId="{32E6EEF9-4313-42E4-A44E-A4FDDD158680}" dt="2026-03-30T12:40:10.050" v="294" actId="26606"/>
          <ac:spMkLst>
            <pc:docMk/>
            <pc:sldMk cId="2434904020" sldId="260"/>
            <ac:spMk id="27" creationId="{4BC99CB9-DDAD-44A2-8A1C-E3AF4E72DF5C}"/>
          </ac:spMkLst>
        </pc:spChg>
        <pc:spChg chg="add del">
          <ac:chgData name="Marion Jeptoo (Prevoir)" userId="244841a1-5f60-4b9e-a668-5f2315b5408e" providerId="ADAL" clId="{32E6EEF9-4313-42E4-A44E-A4FDDD158680}" dt="2026-03-31T06:47:52.345" v="371" actId="26606"/>
          <ac:spMkLst>
            <pc:docMk/>
            <pc:sldMk cId="2434904020" sldId="260"/>
            <ac:spMk id="39" creationId="{4DA718D0-4865-4629-8134-44F68D41D574}"/>
          </ac:spMkLst>
        </pc:spChg>
        <pc:spChg chg="add del">
          <ac:chgData name="Marion Jeptoo (Prevoir)" userId="244841a1-5f60-4b9e-a668-5f2315b5408e" providerId="ADAL" clId="{32E6EEF9-4313-42E4-A44E-A4FDDD158680}" dt="2026-03-31T06:47:52.345" v="371" actId="26606"/>
          <ac:spMkLst>
            <pc:docMk/>
            <pc:sldMk cId="2434904020" sldId="260"/>
            <ac:spMk id="45" creationId="{CBC4F608-B4B8-48C3-9572-C0F061B1CD99}"/>
          </ac:spMkLst>
        </pc:spChg>
        <pc:spChg chg="add">
          <ac:chgData name="Marion Jeptoo (Prevoir)" userId="244841a1-5f60-4b9e-a668-5f2315b5408e" providerId="ADAL" clId="{32E6EEF9-4313-42E4-A44E-A4FDDD158680}" dt="2026-03-31T06:47:52.345" v="371" actId="26606"/>
          <ac:spMkLst>
            <pc:docMk/>
            <pc:sldMk cId="2434904020" sldId="260"/>
            <ac:spMk id="50" creationId="{1B15ED52-F352-441B-82BF-E0EA34836D08}"/>
          </ac:spMkLst>
        </pc:spChg>
        <pc:spChg chg="add">
          <ac:chgData name="Marion Jeptoo (Prevoir)" userId="244841a1-5f60-4b9e-a668-5f2315b5408e" providerId="ADAL" clId="{32E6EEF9-4313-42E4-A44E-A4FDDD158680}" dt="2026-03-31T06:47:52.345" v="371" actId="26606"/>
          <ac:spMkLst>
            <pc:docMk/>
            <pc:sldMk cId="2434904020" sldId="260"/>
            <ac:spMk id="52" creationId="{3B2E3793-BFE6-45A2-9B7B-E18844431C99}"/>
          </ac:spMkLst>
        </pc:spChg>
        <pc:spChg chg="add">
          <ac:chgData name="Marion Jeptoo (Prevoir)" userId="244841a1-5f60-4b9e-a668-5f2315b5408e" providerId="ADAL" clId="{32E6EEF9-4313-42E4-A44E-A4FDDD158680}" dt="2026-03-31T06:47:52.345" v="371" actId="26606"/>
          <ac:spMkLst>
            <pc:docMk/>
            <pc:sldMk cId="2434904020" sldId="260"/>
            <ac:spMk id="54" creationId="{BC4C4868-CB8F-4AF9-9CDB-8108F2C19B67}"/>
          </ac:spMkLst>
        </pc:spChg>
        <pc:spChg chg="add">
          <ac:chgData name="Marion Jeptoo (Prevoir)" userId="244841a1-5f60-4b9e-a668-5f2315b5408e" providerId="ADAL" clId="{32E6EEF9-4313-42E4-A44E-A4FDDD158680}" dt="2026-03-31T06:47:52.345" v="371" actId="26606"/>
          <ac:spMkLst>
            <pc:docMk/>
            <pc:sldMk cId="2434904020" sldId="260"/>
            <ac:spMk id="56" creationId="{375E0459-6403-40CD-989D-56A4407CA12E}"/>
          </ac:spMkLst>
        </pc:spChg>
        <pc:spChg chg="add">
          <ac:chgData name="Marion Jeptoo (Prevoir)" userId="244841a1-5f60-4b9e-a668-5f2315b5408e" providerId="ADAL" clId="{32E6EEF9-4313-42E4-A44E-A4FDDD158680}" dt="2026-03-31T06:47:52.345" v="371" actId="26606"/>
          <ac:spMkLst>
            <pc:docMk/>
            <pc:sldMk cId="2434904020" sldId="260"/>
            <ac:spMk id="58" creationId="{53E5B1A8-3AC9-4BD1-9BBC-78CA94F2D1BA}"/>
          </ac:spMkLst>
        </pc:spChg>
        <pc:grpChg chg="add del">
          <ac:chgData name="Marion Jeptoo (Prevoir)" userId="244841a1-5f60-4b9e-a668-5f2315b5408e" providerId="ADAL" clId="{32E6EEF9-4313-42E4-A44E-A4FDDD158680}" dt="2026-03-30T12:40:10.050" v="294" actId="26606"/>
          <ac:grpSpMkLst>
            <pc:docMk/>
            <pc:sldMk cId="2434904020" sldId="260"/>
            <ac:grpSpMk id="29" creationId="{5C3921CD-DDE5-4B57-8FDF-B37ADE4EDAC7}"/>
          </ac:grpSpMkLst>
        </pc:grpChg>
        <pc:grpChg chg="add del">
          <ac:chgData name="Marion Jeptoo (Prevoir)" userId="244841a1-5f60-4b9e-a668-5f2315b5408e" providerId="ADAL" clId="{32E6EEF9-4313-42E4-A44E-A4FDDD158680}" dt="2026-03-31T06:47:52.345" v="371" actId="26606"/>
          <ac:grpSpMkLst>
            <pc:docMk/>
            <pc:sldMk cId="2434904020" sldId="260"/>
            <ac:grpSpMk id="41" creationId="{65167ED7-6315-43AB-B1B6-C326D5FD8F84}"/>
          </ac:grpSpMkLst>
        </pc:grpChg>
      </pc:sldChg>
      <pc:sldChg chg="addSp delSp modSp mod setBg">
        <pc:chgData name="Marion Jeptoo (Prevoir)" userId="244841a1-5f60-4b9e-a668-5f2315b5408e" providerId="ADAL" clId="{32E6EEF9-4313-42E4-A44E-A4FDDD158680}" dt="2026-03-31T06:47:58.832" v="372" actId="26606"/>
        <pc:sldMkLst>
          <pc:docMk/>
          <pc:sldMk cId="2449823469" sldId="261"/>
        </pc:sldMkLst>
        <pc:spChg chg="mod">
          <ac:chgData name="Marion Jeptoo (Prevoir)" userId="244841a1-5f60-4b9e-a668-5f2315b5408e" providerId="ADAL" clId="{32E6EEF9-4313-42E4-A44E-A4FDDD158680}" dt="2026-03-31T06:47:58.832" v="372" actId="26606"/>
          <ac:spMkLst>
            <pc:docMk/>
            <pc:sldMk cId="2449823469" sldId="261"/>
            <ac:spMk id="2" creationId="{7E315A61-E96D-99C1-2D6E-9B462DA893FB}"/>
          </ac:spMkLst>
        </pc:spChg>
        <pc:spChg chg="mod">
          <ac:chgData name="Marion Jeptoo (Prevoir)" userId="244841a1-5f60-4b9e-a668-5f2315b5408e" providerId="ADAL" clId="{32E6EEF9-4313-42E4-A44E-A4FDDD158680}" dt="2026-03-31T06:47:58.832" v="372" actId="26606"/>
          <ac:spMkLst>
            <pc:docMk/>
            <pc:sldMk cId="2449823469" sldId="261"/>
            <ac:spMk id="3" creationId="{7A132E6E-5B52-9462-F961-9BC530D4C143}"/>
          </ac:spMkLst>
        </pc:spChg>
        <pc:spChg chg="add del">
          <ac:chgData name="Marion Jeptoo (Prevoir)" userId="244841a1-5f60-4b9e-a668-5f2315b5408e" providerId="ADAL" clId="{32E6EEF9-4313-42E4-A44E-A4FDDD158680}" dt="2026-03-30T12:40:17.758" v="295" actId="26606"/>
          <ac:spMkLst>
            <pc:docMk/>
            <pc:sldMk cId="2449823469" sldId="261"/>
            <ac:spMk id="27" creationId="{4BC99CB9-DDAD-44A2-8A1C-E3AF4E72DF5C}"/>
          </ac:spMkLst>
        </pc:spChg>
        <pc:spChg chg="add del">
          <ac:chgData name="Marion Jeptoo (Prevoir)" userId="244841a1-5f60-4b9e-a668-5f2315b5408e" providerId="ADAL" clId="{32E6EEF9-4313-42E4-A44E-A4FDDD158680}" dt="2026-03-31T06:47:58.832" v="372" actId="26606"/>
          <ac:spMkLst>
            <pc:docMk/>
            <pc:sldMk cId="2449823469" sldId="261"/>
            <ac:spMk id="39" creationId="{4DA718D0-4865-4629-8134-44F68D41D574}"/>
          </ac:spMkLst>
        </pc:spChg>
        <pc:spChg chg="add del">
          <ac:chgData name="Marion Jeptoo (Prevoir)" userId="244841a1-5f60-4b9e-a668-5f2315b5408e" providerId="ADAL" clId="{32E6EEF9-4313-42E4-A44E-A4FDDD158680}" dt="2026-03-31T06:47:58.832" v="372" actId="26606"/>
          <ac:spMkLst>
            <pc:docMk/>
            <pc:sldMk cId="2449823469" sldId="261"/>
            <ac:spMk id="45" creationId="{CBC4F608-B4B8-48C3-9572-C0F061B1CD99}"/>
          </ac:spMkLst>
        </pc:spChg>
        <pc:spChg chg="add">
          <ac:chgData name="Marion Jeptoo (Prevoir)" userId="244841a1-5f60-4b9e-a668-5f2315b5408e" providerId="ADAL" clId="{32E6EEF9-4313-42E4-A44E-A4FDDD158680}" dt="2026-03-31T06:47:58.832" v="372" actId="26606"/>
          <ac:spMkLst>
            <pc:docMk/>
            <pc:sldMk cId="2449823469" sldId="261"/>
            <ac:spMk id="50" creationId="{1B15ED52-F352-441B-82BF-E0EA34836D08}"/>
          </ac:spMkLst>
        </pc:spChg>
        <pc:spChg chg="add">
          <ac:chgData name="Marion Jeptoo (Prevoir)" userId="244841a1-5f60-4b9e-a668-5f2315b5408e" providerId="ADAL" clId="{32E6EEF9-4313-42E4-A44E-A4FDDD158680}" dt="2026-03-31T06:47:58.832" v="372" actId="26606"/>
          <ac:spMkLst>
            <pc:docMk/>
            <pc:sldMk cId="2449823469" sldId="261"/>
            <ac:spMk id="52" creationId="{3B2E3793-BFE6-45A2-9B7B-E18844431C99}"/>
          </ac:spMkLst>
        </pc:spChg>
        <pc:spChg chg="add">
          <ac:chgData name="Marion Jeptoo (Prevoir)" userId="244841a1-5f60-4b9e-a668-5f2315b5408e" providerId="ADAL" clId="{32E6EEF9-4313-42E4-A44E-A4FDDD158680}" dt="2026-03-31T06:47:58.832" v="372" actId="26606"/>
          <ac:spMkLst>
            <pc:docMk/>
            <pc:sldMk cId="2449823469" sldId="261"/>
            <ac:spMk id="54" creationId="{BC4C4868-CB8F-4AF9-9CDB-8108F2C19B67}"/>
          </ac:spMkLst>
        </pc:spChg>
        <pc:spChg chg="add">
          <ac:chgData name="Marion Jeptoo (Prevoir)" userId="244841a1-5f60-4b9e-a668-5f2315b5408e" providerId="ADAL" clId="{32E6EEF9-4313-42E4-A44E-A4FDDD158680}" dt="2026-03-31T06:47:58.832" v="372" actId="26606"/>
          <ac:spMkLst>
            <pc:docMk/>
            <pc:sldMk cId="2449823469" sldId="261"/>
            <ac:spMk id="56" creationId="{375E0459-6403-40CD-989D-56A4407CA12E}"/>
          </ac:spMkLst>
        </pc:spChg>
        <pc:spChg chg="add">
          <ac:chgData name="Marion Jeptoo (Prevoir)" userId="244841a1-5f60-4b9e-a668-5f2315b5408e" providerId="ADAL" clId="{32E6EEF9-4313-42E4-A44E-A4FDDD158680}" dt="2026-03-31T06:47:58.832" v="372" actId="26606"/>
          <ac:spMkLst>
            <pc:docMk/>
            <pc:sldMk cId="2449823469" sldId="261"/>
            <ac:spMk id="58" creationId="{53E5B1A8-3AC9-4BD1-9BBC-78CA94F2D1BA}"/>
          </ac:spMkLst>
        </pc:spChg>
        <pc:grpChg chg="add del">
          <ac:chgData name="Marion Jeptoo (Prevoir)" userId="244841a1-5f60-4b9e-a668-5f2315b5408e" providerId="ADAL" clId="{32E6EEF9-4313-42E4-A44E-A4FDDD158680}" dt="2026-03-30T12:40:17.758" v="295" actId="26606"/>
          <ac:grpSpMkLst>
            <pc:docMk/>
            <pc:sldMk cId="2449823469" sldId="261"/>
            <ac:grpSpMk id="29" creationId="{5C3921CD-DDE5-4B57-8FDF-B37ADE4EDAC7}"/>
          </ac:grpSpMkLst>
        </pc:grpChg>
        <pc:grpChg chg="add del">
          <ac:chgData name="Marion Jeptoo (Prevoir)" userId="244841a1-5f60-4b9e-a668-5f2315b5408e" providerId="ADAL" clId="{32E6EEF9-4313-42E4-A44E-A4FDDD158680}" dt="2026-03-31T06:47:58.832" v="372" actId="26606"/>
          <ac:grpSpMkLst>
            <pc:docMk/>
            <pc:sldMk cId="2449823469" sldId="261"/>
            <ac:grpSpMk id="41" creationId="{65167ED7-6315-43AB-B1B6-C326D5FD8F84}"/>
          </ac:grpSpMkLst>
        </pc:grpChg>
      </pc:sldChg>
      <pc:sldChg chg="addSp delSp modSp new mod setBg">
        <pc:chgData name="Marion Jeptoo (Prevoir)" userId="244841a1-5f60-4b9e-a668-5f2315b5408e" providerId="ADAL" clId="{32E6EEF9-4313-42E4-A44E-A4FDDD158680}" dt="2026-03-31T06:48:06.093" v="373" actId="26606"/>
        <pc:sldMkLst>
          <pc:docMk/>
          <pc:sldMk cId="3618768071" sldId="262"/>
        </pc:sldMkLst>
        <pc:spChg chg="mod">
          <ac:chgData name="Marion Jeptoo (Prevoir)" userId="244841a1-5f60-4b9e-a668-5f2315b5408e" providerId="ADAL" clId="{32E6EEF9-4313-42E4-A44E-A4FDDD158680}" dt="2026-03-31T06:48:06.093" v="373" actId="26606"/>
          <ac:spMkLst>
            <pc:docMk/>
            <pc:sldMk cId="3618768071" sldId="262"/>
            <ac:spMk id="2" creationId="{300CAFD4-7256-8ED7-F30B-AA97F3F4EB1E}"/>
          </ac:spMkLst>
        </pc:spChg>
        <pc:spChg chg="mod">
          <ac:chgData name="Marion Jeptoo (Prevoir)" userId="244841a1-5f60-4b9e-a668-5f2315b5408e" providerId="ADAL" clId="{32E6EEF9-4313-42E4-A44E-A4FDDD158680}" dt="2026-03-31T06:48:06.093" v="373" actId="26606"/>
          <ac:spMkLst>
            <pc:docMk/>
            <pc:sldMk cId="3618768071" sldId="262"/>
            <ac:spMk id="3" creationId="{63CB9A2D-7E3E-6F4E-6F40-43F5334276B0}"/>
          </ac:spMkLst>
        </pc:spChg>
        <pc:spChg chg="add del">
          <ac:chgData name="Marion Jeptoo (Prevoir)" userId="244841a1-5f60-4b9e-a668-5f2315b5408e" providerId="ADAL" clId="{32E6EEF9-4313-42E4-A44E-A4FDDD158680}" dt="2026-03-30T12:40:23.571" v="296" actId="26606"/>
          <ac:spMkLst>
            <pc:docMk/>
            <pc:sldMk cId="3618768071" sldId="262"/>
            <ac:spMk id="24" creationId="{4BC99CB9-DDAD-44A2-8A1C-E3AF4E72DF5C}"/>
          </ac:spMkLst>
        </pc:spChg>
        <pc:spChg chg="add del">
          <ac:chgData name="Marion Jeptoo (Prevoir)" userId="244841a1-5f60-4b9e-a668-5f2315b5408e" providerId="ADAL" clId="{32E6EEF9-4313-42E4-A44E-A4FDDD158680}" dt="2026-03-31T06:48:06.093" v="373" actId="26606"/>
          <ac:spMkLst>
            <pc:docMk/>
            <pc:sldMk cId="3618768071" sldId="262"/>
            <ac:spMk id="34" creationId="{4DA718D0-4865-4629-8134-44F68D41D574}"/>
          </ac:spMkLst>
        </pc:spChg>
        <pc:spChg chg="add del">
          <ac:chgData name="Marion Jeptoo (Prevoir)" userId="244841a1-5f60-4b9e-a668-5f2315b5408e" providerId="ADAL" clId="{32E6EEF9-4313-42E4-A44E-A4FDDD158680}" dt="2026-03-31T06:48:06.093" v="373" actId="26606"/>
          <ac:spMkLst>
            <pc:docMk/>
            <pc:sldMk cId="3618768071" sldId="262"/>
            <ac:spMk id="40" creationId="{CBC4F608-B4B8-48C3-9572-C0F061B1CD99}"/>
          </ac:spMkLst>
        </pc:spChg>
        <pc:spChg chg="add">
          <ac:chgData name="Marion Jeptoo (Prevoir)" userId="244841a1-5f60-4b9e-a668-5f2315b5408e" providerId="ADAL" clId="{32E6EEF9-4313-42E4-A44E-A4FDDD158680}" dt="2026-03-31T06:48:06.093" v="373" actId="26606"/>
          <ac:spMkLst>
            <pc:docMk/>
            <pc:sldMk cId="3618768071" sldId="262"/>
            <ac:spMk id="45" creationId="{1B15ED52-F352-441B-82BF-E0EA34836D08}"/>
          </ac:spMkLst>
        </pc:spChg>
        <pc:spChg chg="add">
          <ac:chgData name="Marion Jeptoo (Prevoir)" userId="244841a1-5f60-4b9e-a668-5f2315b5408e" providerId="ADAL" clId="{32E6EEF9-4313-42E4-A44E-A4FDDD158680}" dt="2026-03-31T06:48:06.093" v="373" actId="26606"/>
          <ac:spMkLst>
            <pc:docMk/>
            <pc:sldMk cId="3618768071" sldId="262"/>
            <ac:spMk id="47" creationId="{3B2E3793-BFE6-45A2-9B7B-E18844431C99}"/>
          </ac:spMkLst>
        </pc:spChg>
        <pc:spChg chg="add">
          <ac:chgData name="Marion Jeptoo (Prevoir)" userId="244841a1-5f60-4b9e-a668-5f2315b5408e" providerId="ADAL" clId="{32E6EEF9-4313-42E4-A44E-A4FDDD158680}" dt="2026-03-31T06:48:06.093" v="373" actId="26606"/>
          <ac:spMkLst>
            <pc:docMk/>
            <pc:sldMk cId="3618768071" sldId="262"/>
            <ac:spMk id="49" creationId="{BC4C4868-CB8F-4AF9-9CDB-8108F2C19B67}"/>
          </ac:spMkLst>
        </pc:spChg>
        <pc:spChg chg="add">
          <ac:chgData name="Marion Jeptoo (Prevoir)" userId="244841a1-5f60-4b9e-a668-5f2315b5408e" providerId="ADAL" clId="{32E6EEF9-4313-42E4-A44E-A4FDDD158680}" dt="2026-03-31T06:48:06.093" v="373" actId="26606"/>
          <ac:spMkLst>
            <pc:docMk/>
            <pc:sldMk cId="3618768071" sldId="262"/>
            <ac:spMk id="51" creationId="{375E0459-6403-40CD-989D-56A4407CA12E}"/>
          </ac:spMkLst>
        </pc:spChg>
        <pc:spChg chg="add">
          <ac:chgData name="Marion Jeptoo (Prevoir)" userId="244841a1-5f60-4b9e-a668-5f2315b5408e" providerId="ADAL" clId="{32E6EEF9-4313-42E4-A44E-A4FDDD158680}" dt="2026-03-31T06:48:06.093" v="373" actId="26606"/>
          <ac:spMkLst>
            <pc:docMk/>
            <pc:sldMk cId="3618768071" sldId="262"/>
            <ac:spMk id="53" creationId="{53E5B1A8-3AC9-4BD1-9BBC-78CA94F2D1BA}"/>
          </ac:spMkLst>
        </pc:spChg>
        <pc:grpChg chg="add del">
          <ac:chgData name="Marion Jeptoo (Prevoir)" userId="244841a1-5f60-4b9e-a668-5f2315b5408e" providerId="ADAL" clId="{32E6EEF9-4313-42E4-A44E-A4FDDD158680}" dt="2026-03-30T12:40:23.571" v="296" actId="26606"/>
          <ac:grpSpMkLst>
            <pc:docMk/>
            <pc:sldMk cId="3618768071" sldId="262"/>
            <ac:grpSpMk id="25" creationId="{5C3921CD-DDE5-4B57-8FDF-B37ADE4EDAC7}"/>
          </ac:grpSpMkLst>
        </pc:grpChg>
        <pc:grpChg chg="add del">
          <ac:chgData name="Marion Jeptoo (Prevoir)" userId="244841a1-5f60-4b9e-a668-5f2315b5408e" providerId="ADAL" clId="{32E6EEF9-4313-42E4-A44E-A4FDDD158680}" dt="2026-03-31T06:48:06.093" v="373" actId="26606"/>
          <ac:grpSpMkLst>
            <pc:docMk/>
            <pc:sldMk cId="3618768071" sldId="262"/>
            <ac:grpSpMk id="36" creationId="{65167ED7-6315-43AB-B1B6-C326D5FD8F84}"/>
          </ac:grpSpMkLst>
        </pc:grpChg>
      </pc:sldChg>
      <pc:sldChg chg="addSp delSp modSp new mod setBg modNotesTx">
        <pc:chgData name="Marion Jeptoo (Prevoir)" userId="244841a1-5f60-4b9e-a668-5f2315b5408e" providerId="ADAL" clId="{32E6EEF9-4313-42E4-A44E-A4FDDD158680}" dt="2026-03-31T06:48:13.115" v="374" actId="26606"/>
        <pc:sldMkLst>
          <pc:docMk/>
          <pc:sldMk cId="3713764982" sldId="263"/>
        </pc:sldMkLst>
        <pc:spChg chg="mod">
          <ac:chgData name="Marion Jeptoo (Prevoir)" userId="244841a1-5f60-4b9e-a668-5f2315b5408e" providerId="ADAL" clId="{32E6EEF9-4313-42E4-A44E-A4FDDD158680}" dt="2026-03-31T06:48:13.115" v="374" actId="26606"/>
          <ac:spMkLst>
            <pc:docMk/>
            <pc:sldMk cId="3713764982" sldId="263"/>
            <ac:spMk id="2" creationId="{2942665E-18E7-42CA-B108-0C6BD4BC58BD}"/>
          </ac:spMkLst>
        </pc:spChg>
        <pc:spChg chg="mod">
          <ac:chgData name="Marion Jeptoo (Prevoir)" userId="244841a1-5f60-4b9e-a668-5f2315b5408e" providerId="ADAL" clId="{32E6EEF9-4313-42E4-A44E-A4FDDD158680}" dt="2026-03-31T06:48:13.115" v="374" actId="26606"/>
          <ac:spMkLst>
            <pc:docMk/>
            <pc:sldMk cId="3713764982" sldId="263"/>
            <ac:spMk id="3" creationId="{4A49FE0A-0F1D-1D0A-59DC-E17FF07805BF}"/>
          </ac:spMkLst>
        </pc:spChg>
        <pc:spChg chg="add del">
          <ac:chgData name="Marion Jeptoo (Prevoir)" userId="244841a1-5f60-4b9e-a668-5f2315b5408e" providerId="ADAL" clId="{32E6EEF9-4313-42E4-A44E-A4FDDD158680}" dt="2026-03-30T12:40:46.628" v="297" actId="26606"/>
          <ac:spMkLst>
            <pc:docMk/>
            <pc:sldMk cId="3713764982" sldId="263"/>
            <ac:spMk id="35" creationId="{4BC99CB9-DDAD-44A2-8A1C-E3AF4E72DF5C}"/>
          </ac:spMkLst>
        </pc:spChg>
        <pc:spChg chg="add del">
          <ac:chgData name="Marion Jeptoo (Prevoir)" userId="244841a1-5f60-4b9e-a668-5f2315b5408e" providerId="ADAL" clId="{32E6EEF9-4313-42E4-A44E-A4FDDD158680}" dt="2026-03-31T06:48:13.115" v="374" actId="26606"/>
          <ac:spMkLst>
            <pc:docMk/>
            <pc:sldMk cId="3713764982" sldId="263"/>
            <ac:spMk id="47" creationId="{4DA718D0-4865-4629-8134-44F68D41D574}"/>
          </ac:spMkLst>
        </pc:spChg>
        <pc:spChg chg="add del">
          <ac:chgData name="Marion Jeptoo (Prevoir)" userId="244841a1-5f60-4b9e-a668-5f2315b5408e" providerId="ADAL" clId="{32E6EEF9-4313-42E4-A44E-A4FDDD158680}" dt="2026-03-31T06:48:13.115" v="374" actId="26606"/>
          <ac:spMkLst>
            <pc:docMk/>
            <pc:sldMk cId="3713764982" sldId="263"/>
            <ac:spMk id="53" creationId="{CBC4F608-B4B8-48C3-9572-C0F061B1CD99}"/>
          </ac:spMkLst>
        </pc:spChg>
        <pc:spChg chg="add">
          <ac:chgData name="Marion Jeptoo (Prevoir)" userId="244841a1-5f60-4b9e-a668-5f2315b5408e" providerId="ADAL" clId="{32E6EEF9-4313-42E4-A44E-A4FDDD158680}" dt="2026-03-31T06:48:13.115" v="374" actId="26606"/>
          <ac:spMkLst>
            <pc:docMk/>
            <pc:sldMk cId="3713764982" sldId="263"/>
            <ac:spMk id="58" creationId="{1B15ED52-F352-441B-82BF-E0EA34836D08}"/>
          </ac:spMkLst>
        </pc:spChg>
        <pc:spChg chg="add">
          <ac:chgData name="Marion Jeptoo (Prevoir)" userId="244841a1-5f60-4b9e-a668-5f2315b5408e" providerId="ADAL" clId="{32E6EEF9-4313-42E4-A44E-A4FDDD158680}" dt="2026-03-31T06:48:13.115" v="374" actId="26606"/>
          <ac:spMkLst>
            <pc:docMk/>
            <pc:sldMk cId="3713764982" sldId="263"/>
            <ac:spMk id="60" creationId="{3B2E3793-BFE6-45A2-9B7B-E18844431C99}"/>
          </ac:spMkLst>
        </pc:spChg>
        <pc:spChg chg="add">
          <ac:chgData name="Marion Jeptoo (Prevoir)" userId="244841a1-5f60-4b9e-a668-5f2315b5408e" providerId="ADAL" clId="{32E6EEF9-4313-42E4-A44E-A4FDDD158680}" dt="2026-03-31T06:48:13.115" v="374" actId="26606"/>
          <ac:spMkLst>
            <pc:docMk/>
            <pc:sldMk cId="3713764982" sldId="263"/>
            <ac:spMk id="62" creationId="{BC4C4868-CB8F-4AF9-9CDB-8108F2C19B67}"/>
          </ac:spMkLst>
        </pc:spChg>
        <pc:spChg chg="add">
          <ac:chgData name="Marion Jeptoo (Prevoir)" userId="244841a1-5f60-4b9e-a668-5f2315b5408e" providerId="ADAL" clId="{32E6EEF9-4313-42E4-A44E-A4FDDD158680}" dt="2026-03-31T06:48:13.115" v="374" actId="26606"/>
          <ac:spMkLst>
            <pc:docMk/>
            <pc:sldMk cId="3713764982" sldId="263"/>
            <ac:spMk id="64" creationId="{375E0459-6403-40CD-989D-56A4407CA12E}"/>
          </ac:spMkLst>
        </pc:spChg>
        <pc:spChg chg="add">
          <ac:chgData name="Marion Jeptoo (Prevoir)" userId="244841a1-5f60-4b9e-a668-5f2315b5408e" providerId="ADAL" clId="{32E6EEF9-4313-42E4-A44E-A4FDDD158680}" dt="2026-03-31T06:48:13.115" v="374" actId="26606"/>
          <ac:spMkLst>
            <pc:docMk/>
            <pc:sldMk cId="3713764982" sldId="263"/>
            <ac:spMk id="66" creationId="{53E5B1A8-3AC9-4BD1-9BBC-78CA94F2D1BA}"/>
          </ac:spMkLst>
        </pc:spChg>
        <pc:grpChg chg="add del">
          <ac:chgData name="Marion Jeptoo (Prevoir)" userId="244841a1-5f60-4b9e-a668-5f2315b5408e" providerId="ADAL" clId="{32E6EEF9-4313-42E4-A44E-A4FDDD158680}" dt="2026-03-30T12:40:46.628" v="297" actId="26606"/>
          <ac:grpSpMkLst>
            <pc:docMk/>
            <pc:sldMk cId="3713764982" sldId="263"/>
            <ac:grpSpMk id="37" creationId="{5C3921CD-DDE5-4B57-8FDF-B37ADE4EDAC7}"/>
          </ac:grpSpMkLst>
        </pc:grpChg>
        <pc:grpChg chg="add del">
          <ac:chgData name="Marion Jeptoo (Prevoir)" userId="244841a1-5f60-4b9e-a668-5f2315b5408e" providerId="ADAL" clId="{32E6EEF9-4313-42E4-A44E-A4FDDD158680}" dt="2026-03-31T06:48:13.115" v="374" actId="26606"/>
          <ac:grpSpMkLst>
            <pc:docMk/>
            <pc:sldMk cId="3713764982" sldId="263"/>
            <ac:grpSpMk id="49" creationId="{65167ED7-6315-43AB-B1B6-C326D5FD8F84}"/>
          </ac:grpSpMkLst>
        </pc:grpChg>
      </pc:sldChg>
      <pc:sldChg chg="add">
        <pc:chgData name="Marion Jeptoo (Prevoir)" userId="244841a1-5f60-4b9e-a668-5f2315b5408e" providerId="ADAL" clId="{32E6EEF9-4313-42E4-A44E-A4FDDD158680}" dt="2026-03-31T06:25:45.498" v="322"/>
        <pc:sldMkLst>
          <pc:docMk/>
          <pc:sldMk cId="1295122854" sldId="264"/>
        </pc:sldMkLst>
      </pc:sldChg>
      <pc:sldChg chg="addSp delSp modSp add mod modNotesTx">
        <pc:chgData name="Marion Jeptoo (Prevoir)" userId="244841a1-5f60-4b9e-a668-5f2315b5408e" providerId="ADAL" clId="{32E6EEF9-4313-42E4-A44E-A4FDDD158680}" dt="2026-03-31T06:48:19.061" v="375" actId="26606"/>
        <pc:sldMkLst>
          <pc:docMk/>
          <pc:sldMk cId="2549488394" sldId="265"/>
        </pc:sldMkLst>
        <pc:spChg chg="mod">
          <ac:chgData name="Marion Jeptoo (Prevoir)" userId="244841a1-5f60-4b9e-a668-5f2315b5408e" providerId="ADAL" clId="{32E6EEF9-4313-42E4-A44E-A4FDDD158680}" dt="2026-03-31T06:48:19.061" v="375" actId="26606"/>
          <ac:spMkLst>
            <pc:docMk/>
            <pc:sldMk cId="2549488394" sldId="265"/>
            <ac:spMk id="2" creationId="{0A113E5A-11DD-41C0-2A9E-ED10456DD864}"/>
          </ac:spMkLst>
        </pc:spChg>
        <pc:spChg chg="mod">
          <ac:chgData name="Marion Jeptoo (Prevoir)" userId="244841a1-5f60-4b9e-a668-5f2315b5408e" providerId="ADAL" clId="{32E6EEF9-4313-42E4-A44E-A4FDDD158680}" dt="2026-03-31T06:48:19.061" v="375" actId="26606"/>
          <ac:spMkLst>
            <pc:docMk/>
            <pc:sldMk cId="2549488394" sldId="265"/>
            <ac:spMk id="3" creationId="{F6DBE96C-0723-15DD-A204-803C1B34C624}"/>
          </ac:spMkLst>
        </pc:spChg>
        <pc:spChg chg="del">
          <ac:chgData name="Marion Jeptoo (Prevoir)" userId="244841a1-5f60-4b9e-a668-5f2315b5408e" providerId="ADAL" clId="{32E6EEF9-4313-42E4-A44E-A4FDDD158680}" dt="2026-03-30T12:40:54.357" v="298" actId="26606"/>
          <ac:spMkLst>
            <pc:docMk/>
            <pc:sldMk cId="2549488394" sldId="265"/>
            <ac:spMk id="35" creationId="{814A7519-44D0-DB5F-40A1-E530D6700A24}"/>
          </ac:spMkLst>
        </pc:spChg>
        <pc:spChg chg="add del">
          <ac:chgData name="Marion Jeptoo (Prevoir)" userId="244841a1-5f60-4b9e-a668-5f2315b5408e" providerId="ADAL" clId="{32E6EEF9-4313-42E4-A44E-A4FDDD158680}" dt="2026-03-31T06:48:19.061" v="375" actId="26606"/>
          <ac:spMkLst>
            <pc:docMk/>
            <pc:sldMk cId="2549488394" sldId="265"/>
            <ac:spMk id="47" creationId="{4DA718D0-4865-4629-8134-44F68D41D574}"/>
          </ac:spMkLst>
        </pc:spChg>
        <pc:spChg chg="add del">
          <ac:chgData name="Marion Jeptoo (Prevoir)" userId="244841a1-5f60-4b9e-a668-5f2315b5408e" providerId="ADAL" clId="{32E6EEF9-4313-42E4-A44E-A4FDDD158680}" dt="2026-03-31T06:48:19.061" v="375" actId="26606"/>
          <ac:spMkLst>
            <pc:docMk/>
            <pc:sldMk cId="2549488394" sldId="265"/>
            <ac:spMk id="53" creationId="{CBC4F608-B4B8-48C3-9572-C0F061B1CD99}"/>
          </ac:spMkLst>
        </pc:spChg>
        <pc:spChg chg="add">
          <ac:chgData name="Marion Jeptoo (Prevoir)" userId="244841a1-5f60-4b9e-a668-5f2315b5408e" providerId="ADAL" clId="{32E6EEF9-4313-42E4-A44E-A4FDDD158680}" dt="2026-03-31T06:48:19.061" v="375" actId="26606"/>
          <ac:spMkLst>
            <pc:docMk/>
            <pc:sldMk cId="2549488394" sldId="265"/>
            <ac:spMk id="58" creationId="{1B15ED52-F352-441B-82BF-E0EA34836D08}"/>
          </ac:spMkLst>
        </pc:spChg>
        <pc:spChg chg="add">
          <ac:chgData name="Marion Jeptoo (Prevoir)" userId="244841a1-5f60-4b9e-a668-5f2315b5408e" providerId="ADAL" clId="{32E6EEF9-4313-42E4-A44E-A4FDDD158680}" dt="2026-03-31T06:48:19.061" v="375" actId="26606"/>
          <ac:spMkLst>
            <pc:docMk/>
            <pc:sldMk cId="2549488394" sldId="265"/>
            <ac:spMk id="60" creationId="{3B2E3793-BFE6-45A2-9B7B-E18844431C99}"/>
          </ac:spMkLst>
        </pc:spChg>
        <pc:spChg chg="add">
          <ac:chgData name="Marion Jeptoo (Prevoir)" userId="244841a1-5f60-4b9e-a668-5f2315b5408e" providerId="ADAL" clId="{32E6EEF9-4313-42E4-A44E-A4FDDD158680}" dt="2026-03-31T06:48:19.061" v="375" actId="26606"/>
          <ac:spMkLst>
            <pc:docMk/>
            <pc:sldMk cId="2549488394" sldId="265"/>
            <ac:spMk id="62" creationId="{BC4C4868-CB8F-4AF9-9CDB-8108F2C19B67}"/>
          </ac:spMkLst>
        </pc:spChg>
        <pc:spChg chg="add">
          <ac:chgData name="Marion Jeptoo (Prevoir)" userId="244841a1-5f60-4b9e-a668-5f2315b5408e" providerId="ADAL" clId="{32E6EEF9-4313-42E4-A44E-A4FDDD158680}" dt="2026-03-31T06:48:19.061" v="375" actId="26606"/>
          <ac:spMkLst>
            <pc:docMk/>
            <pc:sldMk cId="2549488394" sldId="265"/>
            <ac:spMk id="64" creationId="{375E0459-6403-40CD-989D-56A4407CA12E}"/>
          </ac:spMkLst>
        </pc:spChg>
        <pc:spChg chg="add">
          <ac:chgData name="Marion Jeptoo (Prevoir)" userId="244841a1-5f60-4b9e-a668-5f2315b5408e" providerId="ADAL" clId="{32E6EEF9-4313-42E4-A44E-A4FDDD158680}" dt="2026-03-31T06:48:19.061" v="375" actId="26606"/>
          <ac:spMkLst>
            <pc:docMk/>
            <pc:sldMk cId="2549488394" sldId="265"/>
            <ac:spMk id="66" creationId="{53E5B1A8-3AC9-4BD1-9BBC-78CA94F2D1BA}"/>
          </ac:spMkLst>
        </pc:spChg>
        <pc:grpChg chg="del">
          <ac:chgData name="Marion Jeptoo (Prevoir)" userId="244841a1-5f60-4b9e-a668-5f2315b5408e" providerId="ADAL" clId="{32E6EEF9-4313-42E4-A44E-A4FDDD158680}" dt="2026-03-30T12:40:54.357" v="298" actId="26606"/>
          <ac:grpSpMkLst>
            <pc:docMk/>
            <pc:sldMk cId="2549488394" sldId="265"/>
            <ac:grpSpMk id="37" creationId="{96A10EE8-BF5A-1BE6-CFA9-17712B9DFD74}"/>
          </ac:grpSpMkLst>
        </pc:grpChg>
        <pc:grpChg chg="add del">
          <ac:chgData name="Marion Jeptoo (Prevoir)" userId="244841a1-5f60-4b9e-a668-5f2315b5408e" providerId="ADAL" clId="{32E6EEF9-4313-42E4-A44E-A4FDDD158680}" dt="2026-03-31T06:48:19.061" v="375" actId="26606"/>
          <ac:grpSpMkLst>
            <pc:docMk/>
            <pc:sldMk cId="2549488394" sldId="265"/>
            <ac:grpSpMk id="49" creationId="{65167ED7-6315-43AB-B1B6-C326D5FD8F84}"/>
          </ac:grpSpMkLst>
        </pc:grpChg>
      </pc:sldChg>
      <pc:sldChg chg="add">
        <pc:chgData name="Marion Jeptoo (Prevoir)" userId="244841a1-5f60-4b9e-a668-5f2315b5408e" providerId="ADAL" clId="{32E6EEF9-4313-42E4-A44E-A4FDDD158680}" dt="2026-03-31T06:25:45.498" v="322"/>
        <pc:sldMkLst>
          <pc:docMk/>
          <pc:sldMk cId="618187965" sldId="266"/>
        </pc:sldMkLst>
      </pc:sldChg>
      <pc:sldChg chg="addSp modSp new del mod setBg">
        <pc:chgData name="Marion Jeptoo (Prevoir)" userId="244841a1-5f60-4b9e-a668-5f2315b5408e" providerId="ADAL" clId="{32E6EEF9-4313-42E4-A44E-A4FDDD158680}" dt="2026-03-30T12:42:23.359" v="306" actId="2696"/>
        <pc:sldMkLst>
          <pc:docMk/>
          <pc:sldMk cId="3113333576" sldId="266"/>
        </pc:sldMkLst>
        <pc:spChg chg="mod">
          <ac:chgData name="Marion Jeptoo (Prevoir)" userId="244841a1-5f60-4b9e-a668-5f2315b5408e" providerId="ADAL" clId="{32E6EEF9-4313-42E4-A44E-A4FDDD158680}" dt="2026-03-30T12:41:05.140" v="300" actId="26606"/>
          <ac:spMkLst>
            <pc:docMk/>
            <pc:sldMk cId="3113333576" sldId="266"/>
            <ac:spMk id="2" creationId="{78CAA7F2-74A5-94C8-3684-7DD26D880065}"/>
          </ac:spMkLst>
        </pc:spChg>
        <pc:spChg chg="mod">
          <ac:chgData name="Marion Jeptoo (Prevoir)" userId="244841a1-5f60-4b9e-a668-5f2315b5408e" providerId="ADAL" clId="{32E6EEF9-4313-42E4-A44E-A4FDDD158680}" dt="2026-03-30T12:41:05.140" v="300" actId="26606"/>
          <ac:spMkLst>
            <pc:docMk/>
            <pc:sldMk cId="3113333576" sldId="266"/>
            <ac:spMk id="3" creationId="{CD820D2B-66FC-220E-A95D-60465BF30564}"/>
          </ac:spMkLst>
        </pc:spChg>
        <pc:spChg chg="add">
          <ac:chgData name="Marion Jeptoo (Prevoir)" userId="244841a1-5f60-4b9e-a668-5f2315b5408e" providerId="ADAL" clId="{32E6EEF9-4313-42E4-A44E-A4FDDD158680}" dt="2026-03-30T12:41:05.140" v="300" actId="26606"/>
          <ac:spMkLst>
            <pc:docMk/>
            <pc:sldMk cId="3113333576" sldId="266"/>
            <ac:spMk id="8" creationId="{4DA718D0-4865-4629-8134-44F68D41D574}"/>
          </ac:spMkLst>
        </pc:spChg>
        <pc:spChg chg="add">
          <ac:chgData name="Marion Jeptoo (Prevoir)" userId="244841a1-5f60-4b9e-a668-5f2315b5408e" providerId="ADAL" clId="{32E6EEF9-4313-42E4-A44E-A4FDDD158680}" dt="2026-03-30T12:41:05.140" v="300" actId="26606"/>
          <ac:spMkLst>
            <pc:docMk/>
            <pc:sldMk cId="3113333576" sldId="266"/>
            <ac:spMk id="14" creationId="{CBC4F608-B4B8-48C3-9572-C0F061B1CD99}"/>
          </ac:spMkLst>
        </pc:spChg>
        <pc:grpChg chg="add">
          <ac:chgData name="Marion Jeptoo (Prevoir)" userId="244841a1-5f60-4b9e-a668-5f2315b5408e" providerId="ADAL" clId="{32E6EEF9-4313-42E4-A44E-A4FDDD158680}" dt="2026-03-30T12:41:05.140" v="300" actId="26606"/>
          <ac:grpSpMkLst>
            <pc:docMk/>
            <pc:sldMk cId="3113333576" sldId="266"/>
            <ac:grpSpMk id="10" creationId="{65167ED7-6315-43AB-B1B6-C326D5FD8F84}"/>
          </ac:grpSpMkLst>
        </pc:grpChg>
      </pc:sldChg>
      <pc:sldChg chg="addSp delSp modSp add mod setBg delDesignElem">
        <pc:chgData name="Marion Jeptoo (Prevoir)" userId="244841a1-5f60-4b9e-a668-5f2315b5408e" providerId="ADAL" clId="{32E6EEF9-4313-42E4-A44E-A4FDDD158680}" dt="2026-03-31T06:46:28.932" v="361" actId="26606"/>
        <pc:sldMkLst>
          <pc:docMk/>
          <pc:sldMk cId="2305157656" sldId="267"/>
        </pc:sldMkLst>
        <pc:spChg chg="mod">
          <ac:chgData name="Marion Jeptoo (Prevoir)" userId="244841a1-5f60-4b9e-a668-5f2315b5408e" providerId="ADAL" clId="{32E6EEF9-4313-42E4-A44E-A4FDDD158680}" dt="2026-03-31T06:46:28.932" v="361" actId="26606"/>
          <ac:spMkLst>
            <pc:docMk/>
            <pc:sldMk cId="2305157656" sldId="267"/>
            <ac:spMk id="2" creationId="{FDD923D8-BA44-DF81-9216-371D949E9D53}"/>
          </ac:spMkLst>
        </pc:spChg>
        <pc:spChg chg="mod">
          <ac:chgData name="Marion Jeptoo (Prevoir)" userId="244841a1-5f60-4b9e-a668-5f2315b5408e" providerId="ADAL" clId="{32E6EEF9-4313-42E4-A44E-A4FDDD158680}" dt="2026-03-31T06:46:28.932" v="361" actId="26606"/>
          <ac:spMkLst>
            <pc:docMk/>
            <pc:sldMk cId="2305157656" sldId="267"/>
            <ac:spMk id="4" creationId="{B6949667-C343-1C6B-8289-46E10097B850}"/>
          </ac:spMkLst>
        </pc:spChg>
        <pc:spChg chg="add del">
          <ac:chgData name="Marion Jeptoo (Prevoir)" userId="244841a1-5f60-4b9e-a668-5f2315b5408e" providerId="ADAL" clId="{32E6EEF9-4313-42E4-A44E-A4FDDD158680}" dt="2026-03-31T06:46:28.932" v="361" actId="26606"/>
          <ac:spMkLst>
            <pc:docMk/>
            <pc:sldMk cId="2305157656" sldId="267"/>
            <ac:spMk id="6" creationId="{4DA718D0-4865-4629-8134-44F68D41D574}"/>
          </ac:spMkLst>
        </pc:spChg>
        <pc:spChg chg="del">
          <ac:chgData name="Marion Jeptoo (Prevoir)" userId="244841a1-5f60-4b9e-a668-5f2315b5408e" providerId="ADAL" clId="{32E6EEF9-4313-42E4-A44E-A4FDDD158680}" dt="2026-03-30T12:42:15.526" v="304"/>
          <ac:spMkLst>
            <pc:docMk/>
            <pc:sldMk cId="2305157656" sldId="267"/>
            <ac:spMk id="9" creationId="{13FE9996-7EAC-4679-B37D-C1045F42F954}"/>
          </ac:spMkLst>
        </pc:spChg>
        <pc:spChg chg="add del">
          <ac:chgData name="Marion Jeptoo (Prevoir)" userId="244841a1-5f60-4b9e-a668-5f2315b5408e" providerId="ADAL" clId="{32E6EEF9-4313-42E4-A44E-A4FDDD158680}" dt="2026-03-31T06:46:28.932" v="361" actId="26606"/>
          <ac:spMkLst>
            <pc:docMk/>
            <pc:sldMk cId="2305157656" sldId="267"/>
            <ac:spMk id="10" creationId="{CBC4F608-B4B8-48C3-9572-C0F061B1CD99}"/>
          </ac:spMkLst>
        </pc:spChg>
        <pc:spChg chg="del">
          <ac:chgData name="Marion Jeptoo (Prevoir)" userId="244841a1-5f60-4b9e-a668-5f2315b5408e" providerId="ADAL" clId="{32E6EEF9-4313-42E4-A44E-A4FDDD158680}" dt="2026-03-30T12:42:15.526" v="304"/>
          <ac:spMkLst>
            <pc:docMk/>
            <pc:sldMk cId="2305157656" sldId="267"/>
            <ac:spMk id="11" creationId="{761DF1FE-5CC8-43D2-A76C-93C76EEDE1E9}"/>
          </ac:spMkLst>
        </pc:spChg>
        <pc:spChg chg="add">
          <ac:chgData name="Marion Jeptoo (Prevoir)" userId="244841a1-5f60-4b9e-a668-5f2315b5408e" providerId="ADAL" clId="{32E6EEF9-4313-42E4-A44E-A4FDDD158680}" dt="2026-03-31T06:46:28.932" v="361" actId="26606"/>
          <ac:spMkLst>
            <pc:docMk/>
            <pc:sldMk cId="2305157656" sldId="267"/>
            <ac:spMk id="14" creationId="{1B15ED52-F352-441B-82BF-E0EA34836D08}"/>
          </ac:spMkLst>
        </pc:spChg>
        <pc:spChg chg="del">
          <ac:chgData name="Marion Jeptoo (Prevoir)" userId="244841a1-5f60-4b9e-a668-5f2315b5408e" providerId="ADAL" clId="{32E6EEF9-4313-42E4-A44E-A4FDDD158680}" dt="2026-03-30T12:42:15.526" v="304"/>
          <ac:spMkLst>
            <pc:docMk/>
            <pc:sldMk cId="2305157656" sldId="267"/>
            <ac:spMk id="15" creationId="{3741B58E-3B65-4A01-A276-975AB2CF8A08}"/>
          </ac:spMkLst>
        </pc:spChg>
        <pc:spChg chg="add">
          <ac:chgData name="Marion Jeptoo (Prevoir)" userId="244841a1-5f60-4b9e-a668-5f2315b5408e" providerId="ADAL" clId="{32E6EEF9-4313-42E4-A44E-A4FDDD158680}" dt="2026-03-31T06:46:28.932" v="361" actId="26606"/>
          <ac:spMkLst>
            <pc:docMk/>
            <pc:sldMk cId="2305157656" sldId="267"/>
            <ac:spMk id="16" creationId="{3B2E3793-BFE6-45A2-9B7B-E18844431C99}"/>
          </ac:spMkLst>
        </pc:spChg>
        <pc:spChg chg="del">
          <ac:chgData name="Marion Jeptoo (Prevoir)" userId="244841a1-5f60-4b9e-a668-5f2315b5408e" providerId="ADAL" clId="{32E6EEF9-4313-42E4-A44E-A4FDDD158680}" dt="2026-03-30T12:42:15.526" v="304"/>
          <ac:spMkLst>
            <pc:docMk/>
            <pc:sldMk cId="2305157656" sldId="267"/>
            <ac:spMk id="17" creationId="{7AAC67C3-831B-4AB1-A259-DFB839CAFAFC}"/>
          </ac:spMkLst>
        </pc:spChg>
        <pc:spChg chg="del">
          <ac:chgData name="Marion Jeptoo (Prevoir)" userId="244841a1-5f60-4b9e-a668-5f2315b5408e" providerId="ADAL" clId="{32E6EEF9-4313-42E4-A44E-A4FDDD158680}" dt="2026-03-30T12:42:15.526" v="304"/>
          <ac:spMkLst>
            <pc:docMk/>
            <pc:sldMk cId="2305157656" sldId="267"/>
            <ac:spMk id="19" creationId="{054B3F04-9EAC-45C0-B3CE-0387EEA10A0C}"/>
          </ac:spMkLst>
        </pc:spChg>
        <pc:spChg chg="add">
          <ac:chgData name="Marion Jeptoo (Prevoir)" userId="244841a1-5f60-4b9e-a668-5f2315b5408e" providerId="ADAL" clId="{32E6EEF9-4313-42E4-A44E-A4FDDD158680}" dt="2026-03-31T06:46:28.932" v="361" actId="26606"/>
          <ac:spMkLst>
            <pc:docMk/>
            <pc:sldMk cId="2305157656" sldId="267"/>
            <ac:spMk id="21" creationId="{BC4C4868-CB8F-4AF9-9CDB-8108F2C19B67}"/>
          </ac:spMkLst>
        </pc:spChg>
        <pc:spChg chg="add">
          <ac:chgData name="Marion Jeptoo (Prevoir)" userId="244841a1-5f60-4b9e-a668-5f2315b5408e" providerId="ADAL" clId="{32E6EEF9-4313-42E4-A44E-A4FDDD158680}" dt="2026-03-31T06:46:28.932" v="361" actId="26606"/>
          <ac:spMkLst>
            <pc:docMk/>
            <pc:sldMk cId="2305157656" sldId="267"/>
            <ac:spMk id="23" creationId="{375E0459-6403-40CD-989D-56A4407CA12E}"/>
          </ac:spMkLst>
        </pc:spChg>
        <pc:spChg chg="add">
          <ac:chgData name="Marion Jeptoo (Prevoir)" userId="244841a1-5f60-4b9e-a668-5f2315b5408e" providerId="ADAL" clId="{32E6EEF9-4313-42E4-A44E-A4FDDD158680}" dt="2026-03-31T06:46:28.932" v="361" actId="26606"/>
          <ac:spMkLst>
            <pc:docMk/>
            <pc:sldMk cId="2305157656" sldId="267"/>
            <ac:spMk id="25" creationId="{53E5B1A8-3AC9-4BD1-9BBC-78CA94F2D1BA}"/>
          </ac:spMkLst>
        </pc:spChg>
        <pc:grpChg chg="add del">
          <ac:chgData name="Marion Jeptoo (Prevoir)" userId="244841a1-5f60-4b9e-a668-5f2315b5408e" providerId="ADAL" clId="{32E6EEF9-4313-42E4-A44E-A4FDDD158680}" dt="2026-03-31T06:46:28.932" v="361" actId="26606"/>
          <ac:grpSpMkLst>
            <pc:docMk/>
            <pc:sldMk cId="2305157656" sldId="267"/>
            <ac:grpSpMk id="7" creationId="{65167ED7-6315-43AB-B1B6-C326D5FD8F84}"/>
          </ac:grpSpMkLst>
        </pc:grpChg>
        <pc:cxnChg chg="del">
          <ac:chgData name="Marion Jeptoo (Prevoir)" userId="244841a1-5f60-4b9e-a668-5f2315b5408e" providerId="ADAL" clId="{32E6EEF9-4313-42E4-A44E-A4FDDD158680}" dt="2026-03-30T12:42:15.526" v="304"/>
          <ac:cxnSpMkLst>
            <pc:docMk/>
            <pc:sldMk cId="2305157656" sldId="267"/>
            <ac:cxnSpMk id="13" creationId="{E161BEBD-A23C-409E-ABC7-73F9EDC02F20}"/>
          </ac:cxnSpMkLst>
        </pc:cxnChg>
      </pc:sldChg>
      <pc:sldChg chg="addSp delSp modSp add mod setBg delDesignElem">
        <pc:chgData name="Marion Jeptoo (Prevoir)" userId="244841a1-5f60-4b9e-a668-5f2315b5408e" providerId="ADAL" clId="{32E6EEF9-4313-42E4-A44E-A4FDDD158680}" dt="2026-03-31T06:48:29.976" v="376" actId="26606"/>
        <pc:sldMkLst>
          <pc:docMk/>
          <pc:sldMk cId="2435217892" sldId="268"/>
        </pc:sldMkLst>
        <pc:spChg chg="mod">
          <ac:chgData name="Marion Jeptoo (Prevoir)" userId="244841a1-5f60-4b9e-a668-5f2315b5408e" providerId="ADAL" clId="{32E6EEF9-4313-42E4-A44E-A4FDDD158680}" dt="2026-03-31T06:48:29.976" v="376" actId="26606"/>
          <ac:spMkLst>
            <pc:docMk/>
            <pc:sldMk cId="2435217892" sldId="268"/>
            <ac:spMk id="2" creationId="{C19B1268-5A1C-B7A0-FD53-B5FDA4A2986F}"/>
          </ac:spMkLst>
        </pc:spChg>
        <pc:spChg chg="mod">
          <ac:chgData name="Marion Jeptoo (Prevoir)" userId="244841a1-5f60-4b9e-a668-5f2315b5408e" providerId="ADAL" clId="{32E6EEF9-4313-42E4-A44E-A4FDDD158680}" dt="2026-03-31T06:48:29.976" v="376" actId="26606"/>
          <ac:spMkLst>
            <pc:docMk/>
            <pc:sldMk cId="2435217892" sldId="268"/>
            <ac:spMk id="7" creationId="{70685264-FBB3-EB77-3652-C04E5123A0ED}"/>
          </ac:spMkLst>
        </pc:spChg>
        <pc:spChg chg="add del">
          <ac:chgData name="Marion Jeptoo (Prevoir)" userId="244841a1-5f60-4b9e-a668-5f2315b5408e" providerId="ADAL" clId="{32E6EEF9-4313-42E4-A44E-A4FDDD158680}" dt="2026-03-31T06:48:29.976" v="376" actId="26606"/>
          <ac:spMkLst>
            <pc:docMk/>
            <pc:sldMk cId="2435217892" sldId="268"/>
            <ac:spMk id="9" creationId="{4DA718D0-4865-4629-8134-44F68D41D574}"/>
          </ac:spMkLst>
        </pc:spChg>
        <pc:spChg chg="del">
          <ac:chgData name="Marion Jeptoo (Prevoir)" userId="244841a1-5f60-4b9e-a668-5f2315b5408e" providerId="ADAL" clId="{32E6EEF9-4313-42E4-A44E-A4FDDD158680}" dt="2026-03-30T12:42:15.526" v="304"/>
          <ac:spMkLst>
            <pc:docMk/>
            <pc:sldMk cId="2435217892" sldId="268"/>
            <ac:spMk id="12" creationId="{13FE9996-7EAC-4679-B37D-C1045F42F954}"/>
          </ac:spMkLst>
        </pc:spChg>
        <pc:spChg chg="add del">
          <ac:chgData name="Marion Jeptoo (Prevoir)" userId="244841a1-5f60-4b9e-a668-5f2315b5408e" providerId="ADAL" clId="{32E6EEF9-4313-42E4-A44E-A4FDDD158680}" dt="2026-03-31T06:48:29.976" v="376" actId="26606"/>
          <ac:spMkLst>
            <pc:docMk/>
            <pc:sldMk cId="2435217892" sldId="268"/>
            <ac:spMk id="13" creationId="{CBC4F608-B4B8-48C3-9572-C0F061B1CD99}"/>
          </ac:spMkLst>
        </pc:spChg>
        <pc:spChg chg="del">
          <ac:chgData name="Marion Jeptoo (Prevoir)" userId="244841a1-5f60-4b9e-a668-5f2315b5408e" providerId="ADAL" clId="{32E6EEF9-4313-42E4-A44E-A4FDDD158680}" dt="2026-03-30T12:42:15.526" v="304"/>
          <ac:spMkLst>
            <pc:docMk/>
            <pc:sldMk cId="2435217892" sldId="268"/>
            <ac:spMk id="14" creationId="{761DF1FE-5CC8-43D2-A76C-93C76EEDE1E9}"/>
          </ac:spMkLst>
        </pc:spChg>
        <pc:spChg chg="add">
          <ac:chgData name="Marion Jeptoo (Prevoir)" userId="244841a1-5f60-4b9e-a668-5f2315b5408e" providerId="ADAL" clId="{32E6EEF9-4313-42E4-A44E-A4FDDD158680}" dt="2026-03-31T06:48:29.976" v="376" actId="26606"/>
          <ac:spMkLst>
            <pc:docMk/>
            <pc:sldMk cId="2435217892" sldId="268"/>
            <ac:spMk id="17" creationId="{979E27D9-03C7-44E2-9FF8-15D0C8506AF7}"/>
          </ac:spMkLst>
        </pc:spChg>
        <pc:spChg chg="del">
          <ac:chgData name="Marion Jeptoo (Prevoir)" userId="244841a1-5f60-4b9e-a668-5f2315b5408e" providerId="ADAL" clId="{32E6EEF9-4313-42E4-A44E-A4FDDD158680}" dt="2026-03-30T12:42:15.526" v="304"/>
          <ac:spMkLst>
            <pc:docMk/>
            <pc:sldMk cId="2435217892" sldId="268"/>
            <ac:spMk id="18" creationId="{3741B58E-3B65-4A01-A276-975AB2CF8A08}"/>
          </ac:spMkLst>
        </pc:spChg>
        <pc:spChg chg="add">
          <ac:chgData name="Marion Jeptoo (Prevoir)" userId="244841a1-5f60-4b9e-a668-5f2315b5408e" providerId="ADAL" clId="{32E6EEF9-4313-42E4-A44E-A4FDDD158680}" dt="2026-03-31T06:48:29.976" v="376" actId="26606"/>
          <ac:spMkLst>
            <pc:docMk/>
            <pc:sldMk cId="2435217892" sldId="268"/>
            <ac:spMk id="19" creationId="{EEBF1590-3B36-48EE-A89D-3B6F3CB256AB}"/>
          </ac:spMkLst>
        </pc:spChg>
        <pc:spChg chg="del">
          <ac:chgData name="Marion Jeptoo (Prevoir)" userId="244841a1-5f60-4b9e-a668-5f2315b5408e" providerId="ADAL" clId="{32E6EEF9-4313-42E4-A44E-A4FDDD158680}" dt="2026-03-30T12:42:15.526" v="304"/>
          <ac:spMkLst>
            <pc:docMk/>
            <pc:sldMk cId="2435217892" sldId="268"/>
            <ac:spMk id="20" creationId="{7AAC67C3-831B-4AB1-A259-DFB839CAFAFC}"/>
          </ac:spMkLst>
        </pc:spChg>
        <pc:spChg chg="del">
          <ac:chgData name="Marion Jeptoo (Prevoir)" userId="244841a1-5f60-4b9e-a668-5f2315b5408e" providerId="ADAL" clId="{32E6EEF9-4313-42E4-A44E-A4FDDD158680}" dt="2026-03-30T12:42:15.526" v="304"/>
          <ac:spMkLst>
            <pc:docMk/>
            <pc:sldMk cId="2435217892" sldId="268"/>
            <ac:spMk id="22" creationId="{054B3F04-9EAC-45C0-B3CE-0387EEA10A0C}"/>
          </ac:spMkLst>
        </pc:spChg>
        <pc:spChg chg="add">
          <ac:chgData name="Marion Jeptoo (Prevoir)" userId="244841a1-5f60-4b9e-a668-5f2315b5408e" providerId="ADAL" clId="{32E6EEF9-4313-42E4-A44E-A4FDDD158680}" dt="2026-03-31T06:48:29.976" v="376" actId="26606"/>
          <ac:spMkLst>
            <pc:docMk/>
            <pc:sldMk cId="2435217892" sldId="268"/>
            <ac:spMk id="24" creationId="{AC8F6C8C-AB5A-4548-942D-E3FD40ACBC49}"/>
          </ac:spMkLst>
        </pc:spChg>
        <pc:grpChg chg="add del">
          <ac:chgData name="Marion Jeptoo (Prevoir)" userId="244841a1-5f60-4b9e-a668-5f2315b5408e" providerId="ADAL" clId="{32E6EEF9-4313-42E4-A44E-A4FDDD158680}" dt="2026-03-31T06:48:29.976" v="376" actId="26606"/>
          <ac:grpSpMkLst>
            <pc:docMk/>
            <pc:sldMk cId="2435217892" sldId="268"/>
            <ac:grpSpMk id="10" creationId="{65167ED7-6315-43AB-B1B6-C326D5FD8F84}"/>
          </ac:grpSpMkLst>
        </pc:grpChg>
        <pc:cxnChg chg="del">
          <ac:chgData name="Marion Jeptoo (Prevoir)" userId="244841a1-5f60-4b9e-a668-5f2315b5408e" providerId="ADAL" clId="{32E6EEF9-4313-42E4-A44E-A4FDDD158680}" dt="2026-03-30T12:42:15.526" v="304"/>
          <ac:cxnSpMkLst>
            <pc:docMk/>
            <pc:sldMk cId="2435217892" sldId="268"/>
            <ac:cxnSpMk id="16" creationId="{E161BEBD-A23C-409E-ABC7-73F9EDC02F20}"/>
          </ac:cxnSpMkLst>
        </pc:cxnChg>
      </pc:sldChg>
      <pc:sldChg chg="addSp delSp modSp add mod setBg delDesignElem">
        <pc:chgData name="Marion Jeptoo (Prevoir)" userId="244841a1-5f60-4b9e-a668-5f2315b5408e" providerId="ADAL" clId="{32E6EEF9-4313-42E4-A44E-A4FDDD158680}" dt="2026-03-31T06:48:38.678" v="379" actId="26606"/>
        <pc:sldMkLst>
          <pc:docMk/>
          <pc:sldMk cId="1951295635" sldId="269"/>
        </pc:sldMkLst>
        <pc:spChg chg="mod">
          <ac:chgData name="Marion Jeptoo (Prevoir)" userId="244841a1-5f60-4b9e-a668-5f2315b5408e" providerId="ADAL" clId="{32E6EEF9-4313-42E4-A44E-A4FDDD158680}" dt="2026-03-31T06:48:38.678" v="379" actId="26606"/>
          <ac:spMkLst>
            <pc:docMk/>
            <pc:sldMk cId="1951295635" sldId="269"/>
            <ac:spMk id="2" creationId="{8509E55A-3F6C-B085-7F1D-DCFD6A8D08E8}"/>
          </ac:spMkLst>
        </pc:spChg>
        <pc:spChg chg="mod">
          <ac:chgData name="Marion Jeptoo (Prevoir)" userId="244841a1-5f60-4b9e-a668-5f2315b5408e" providerId="ADAL" clId="{32E6EEF9-4313-42E4-A44E-A4FDDD158680}" dt="2026-03-31T06:48:38.678" v="379" actId="26606"/>
          <ac:spMkLst>
            <pc:docMk/>
            <pc:sldMk cId="1951295635" sldId="269"/>
            <ac:spMk id="4" creationId="{218BAD01-21E2-D592-0377-4F17B9F961BE}"/>
          </ac:spMkLst>
        </pc:spChg>
        <pc:spChg chg="add del">
          <ac:chgData name="Marion Jeptoo (Prevoir)" userId="244841a1-5f60-4b9e-a668-5f2315b5408e" providerId="ADAL" clId="{32E6EEF9-4313-42E4-A44E-A4FDDD158680}" dt="2026-03-31T06:48:38.678" v="379" actId="26606"/>
          <ac:spMkLst>
            <pc:docMk/>
            <pc:sldMk cId="1951295635" sldId="269"/>
            <ac:spMk id="6" creationId="{4DA718D0-4865-4629-8134-44F68D41D574}"/>
          </ac:spMkLst>
        </pc:spChg>
        <pc:spChg chg="del">
          <ac:chgData name="Marion Jeptoo (Prevoir)" userId="244841a1-5f60-4b9e-a668-5f2315b5408e" providerId="ADAL" clId="{32E6EEF9-4313-42E4-A44E-A4FDDD158680}" dt="2026-03-30T12:42:15.526" v="304"/>
          <ac:spMkLst>
            <pc:docMk/>
            <pc:sldMk cId="1951295635" sldId="269"/>
            <ac:spMk id="9" creationId="{13FE9996-7EAC-4679-B37D-C1045F42F954}"/>
          </ac:spMkLst>
        </pc:spChg>
        <pc:spChg chg="add del">
          <ac:chgData name="Marion Jeptoo (Prevoir)" userId="244841a1-5f60-4b9e-a668-5f2315b5408e" providerId="ADAL" clId="{32E6EEF9-4313-42E4-A44E-A4FDDD158680}" dt="2026-03-31T06:48:38.678" v="379" actId="26606"/>
          <ac:spMkLst>
            <pc:docMk/>
            <pc:sldMk cId="1951295635" sldId="269"/>
            <ac:spMk id="10" creationId="{CBC4F608-B4B8-48C3-9572-C0F061B1CD99}"/>
          </ac:spMkLst>
        </pc:spChg>
        <pc:spChg chg="del">
          <ac:chgData name="Marion Jeptoo (Prevoir)" userId="244841a1-5f60-4b9e-a668-5f2315b5408e" providerId="ADAL" clId="{32E6EEF9-4313-42E4-A44E-A4FDDD158680}" dt="2026-03-30T12:42:15.526" v="304"/>
          <ac:spMkLst>
            <pc:docMk/>
            <pc:sldMk cId="1951295635" sldId="269"/>
            <ac:spMk id="11" creationId="{761DF1FE-5CC8-43D2-A76C-93C76EEDE1E9}"/>
          </ac:spMkLst>
        </pc:spChg>
        <pc:spChg chg="add del">
          <ac:chgData name="Marion Jeptoo (Prevoir)" userId="244841a1-5f60-4b9e-a668-5f2315b5408e" providerId="ADAL" clId="{32E6EEF9-4313-42E4-A44E-A4FDDD158680}" dt="2026-03-31T06:48:38.678" v="378" actId="26606"/>
          <ac:spMkLst>
            <pc:docMk/>
            <pc:sldMk cId="1951295635" sldId="269"/>
            <ac:spMk id="14" creationId="{1B15ED52-F352-441B-82BF-E0EA34836D08}"/>
          </ac:spMkLst>
        </pc:spChg>
        <pc:spChg chg="del">
          <ac:chgData name="Marion Jeptoo (Prevoir)" userId="244841a1-5f60-4b9e-a668-5f2315b5408e" providerId="ADAL" clId="{32E6EEF9-4313-42E4-A44E-A4FDDD158680}" dt="2026-03-30T12:42:15.526" v="304"/>
          <ac:spMkLst>
            <pc:docMk/>
            <pc:sldMk cId="1951295635" sldId="269"/>
            <ac:spMk id="15" creationId="{3741B58E-3B65-4A01-A276-975AB2CF8A08}"/>
          </ac:spMkLst>
        </pc:spChg>
        <pc:spChg chg="add del">
          <ac:chgData name="Marion Jeptoo (Prevoir)" userId="244841a1-5f60-4b9e-a668-5f2315b5408e" providerId="ADAL" clId="{32E6EEF9-4313-42E4-A44E-A4FDDD158680}" dt="2026-03-31T06:48:38.678" v="378" actId="26606"/>
          <ac:spMkLst>
            <pc:docMk/>
            <pc:sldMk cId="1951295635" sldId="269"/>
            <ac:spMk id="16" creationId="{3B2E3793-BFE6-45A2-9B7B-E18844431C99}"/>
          </ac:spMkLst>
        </pc:spChg>
        <pc:spChg chg="del">
          <ac:chgData name="Marion Jeptoo (Prevoir)" userId="244841a1-5f60-4b9e-a668-5f2315b5408e" providerId="ADAL" clId="{32E6EEF9-4313-42E4-A44E-A4FDDD158680}" dt="2026-03-30T12:42:15.526" v="304"/>
          <ac:spMkLst>
            <pc:docMk/>
            <pc:sldMk cId="1951295635" sldId="269"/>
            <ac:spMk id="17" creationId="{7AAC67C3-831B-4AB1-A259-DFB839CAFAFC}"/>
          </ac:spMkLst>
        </pc:spChg>
        <pc:spChg chg="del">
          <ac:chgData name="Marion Jeptoo (Prevoir)" userId="244841a1-5f60-4b9e-a668-5f2315b5408e" providerId="ADAL" clId="{32E6EEF9-4313-42E4-A44E-A4FDDD158680}" dt="2026-03-30T12:42:15.526" v="304"/>
          <ac:spMkLst>
            <pc:docMk/>
            <pc:sldMk cId="1951295635" sldId="269"/>
            <ac:spMk id="19" creationId="{054B3F04-9EAC-45C0-B3CE-0387EEA10A0C}"/>
          </ac:spMkLst>
        </pc:spChg>
        <pc:spChg chg="add del">
          <ac:chgData name="Marion Jeptoo (Prevoir)" userId="244841a1-5f60-4b9e-a668-5f2315b5408e" providerId="ADAL" clId="{32E6EEF9-4313-42E4-A44E-A4FDDD158680}" dt="2026-03-31T06:48:38.678" v="378" actId="26606"/>
          <ac:spMkLst>
            <pc:docMk/>
            <pc:sldMk cId="1951295635" sldId="269"/>
            <ac:spMk id="21" creationId="{BC4C4868-CB8F-4AF9-9CDB-8108F2C19B67}"/>
          </ac:spMkLst>
        </pc:spChg>
        <pc:spChg chg="add del">
          <ac:chgData name="Marion Jeptoo (Prevoir)" userId="244841a1-5f60-4b9e-a668-5f2315b5408e" providerId="ADAL" clId="{32E6EEF9-4313-42E4-A44E-A4FDDD158680}" dt="2026-03-31T06:48:38.678" v="378" actId="26606"/>
          <ac:spMkLst>
            <pc:docMk/>
            <pc:sldMk cId="1951295635" sldId="269"/>
            <ac:spMk id="23" creationId="{375E0459-6403-40CD-989D-56A4407CA12E}"/>
          </ac:spMkLst>
        </pc:spChg>
        <pc:spChg chg="add del">
          <ac:chgData name="Marion Jeptoo (Prevoir)" userId="244841a1-5f60-4b9e-a668-5f2315b5408e" providerId="ADAL" clId="{32E6EEF9-4313-42E4-A44E-A4FDDD158680}" dt="2026-03-31T06:48:38.678" v="378" actId="26606"/>
          <ac:spMkLst>
            <pc:docMk/>
            <pc:sldMk cId="1951295635" sldId="269"/>
            <ac:spMk id="25" creationId="{53E5B1A8-3AC9-4BD1-9BBC-78CA94F2D1BA}"/>
          </ac:spMkLst>
        </pc:spChg>
        <pc:spChg chg="add">
          <ac:chgData name="Marion Jeptoo (Prevoir)" userId="244841a1-5f60-4b9e-a668-5f2315b5408e" providerId="ADAL" clId="{32E6EEF9-4313-42E4-A44E-A4FDDD158680}" dt="2026-03-31T06:48:38.678" v="379" actId="26606"/>
          <ac:spMkLst>
            <pc:docMk/>
            <pc:sldMk cId="1951295635" sldId="269"/>
            <ac:spMk id="27" creationId="{979E27D9-03C7-44E2-9FF8-15D0C8506AF7}"/>
          </ac:spMkLst>
        </pc:spChg>
        <pc:spChg chg="add">
          <ac:chgData name="Marion Jeptoo (Prevoir)" userId="244841a1-5f60-4b9e-a668-5f2315b5408e" providerId="ADAL" clId="{32E6EEF9-4313-42E4-A44E-A4FDDD158680}" dt="2026-03-31T06:48:38.678" v="379" actId="26606"/>
          <ac:spMkLst>
            <pc:docMk/>
            <pc:sldMk cId="1951295635" sldId="269"/>
            <ac:spMk id="28" creationId="{EEBF1590-3B36-48EE-A89D-3B6F3CB256AB}"/>
          </ac:spMkLst>
        </pc:spChg>
        <pc:spChg chg="add">
          <ac:chgData name="Marion Jeptoo (Prevoir)" userId="244841a1-5f60-4b9e-a668-5f2315b5408e" providerId="ADAL" clId="{32E6EEF9-4313-42E4-A44E-A4FDDD158680}" dt="2026-03-31T06:48:38.678" v="379" actId="26606"/>
          <ac:spMkLst>
            <pc:docMk/>
            <pc:sldMk cId="1951295635" sldId="269"/>
            <ac:spMk id="29" creationId="{AC8F6C8C-AB5A-4548-942D-E3FD40ACBC49}"/>
          </ac:spMkLst>
        </pc:spChg>
        <pc:grpChg chg="add del">
          <ac:chgData name="Marion Jeptoo (Prevoir)" userId="244841a1-5f60-4b9e-a668-5f2315b5408e" providerId="ADAL" clId="{32E6EEF9-4313-42E4-A44E-A4FDDD158680}" dt="2026-03-31T06:48:38.678" v="379" actId="26606"/>
          <ac:grpSpMkLst>
            <pc:docMk/>
            <pc:sldMk cId="1951295635" sldId="269"/>
            <ac:grpSpMk id="7" creationId="{65167ED7-6315-43AB-B1B6-C326D5FD8F84}"/>
          </ac:grpSpMkLst>
        </pc:grpChg>
        <pc:cxnChg chg="del">
          <ac:chgData name="Marion Jeptoo (Prevoir)" userId="244841a1-5f60-4b9e-a668-5f2315b5408e" providerId="ADAL" clId="{32E6EEF9-4313-42E4-A44E-A4FDDD158680}" dt="2026-03-30T12:42:15.526" v="304"/>
          <ac:cxnSpMkLst>
            <pc:docMk/>
            <pc:sldMk cId="1951295635" sldId="269"/>
            <ac:cxnSpMk id="13" creationId="{E161BEBD-A23C-409E-ABC7-73F9EDC02F20}"/>
          </ac:cxnSpMkLst>
        </pc:cxnChg>
      </pc:sldChg>
      <pc:sldChg chg="addSp delSp modSp add mod setBg">
        <pc:chgData name="Marion Jeptoo (Prevoir)" userId="244841a1-5f60-4b9e-a668-5f2315b5408e" providerId="ADAL" clId="{32E6EEF9-4313-42E4-A44E-A4FDDD158680}" dt="2026-03-31T06:50:20.413" v="399" actId="14100"/>
        <pc:sldMkLst>
          <pc:docMk/>
          <pc:sldMk cId="336287292" sldId="270"/>
        </pc:sldMkLst>
        <pc:spChg chg="mod">
          <ac:chgData name="Marion Jeptoo (Prevoir)" userId="244841a1-5f60-4b9e-a668-5f2315b5408e" providerId="ADAL" clId="{32E6EEF9-4313-42E4-A44E-A4FDDD158680}" dt="2026-03-31T06:48:59.712" v="384" actId="26606"/>
          <ac:spMkLst>
            <pc:docMk/>
            <pc:sldMk cId="336287292" sldId="270"/>
            <ac:spMk id="4" creationId="{194453CB-90E4-A51B-F827-8C4451DA0A9E}"/>
          </ac:spMkLst>
        </pc:spChg>
        <pc:spChg chg="add del mod">
          <ac:chgData name="Marion Jeptoo (Prevoir)" userId="244841a1-5f60-4b9e-a668-5f2315b5408e" providerId="ADAL" clId="{32E6EEF9-4313-42E4-A44E-A4FDDD158680}" dt="2026-03-31T06:50:12.345" v="397" actId="26606"/>
          <ac:spMkLst>
            <pc:docMk/>
            <pc:sldMk cId="336287292" sldId="270"/>
            <ac:spMk id="5" creationId="{65BE8038-F5C8-2EF1-B6D8-25AA820CEB0C}"/>
          </ac:spMkLst>
        </pc:spChg>
        <pc:spChg chg="add del">
          <ac:chgData name="Marion Jeptoo (Prevoir)" userId="244841a1-5f60-4b9e-a668-5f2315b5408e" providerId="ADAL" clId="{32E6EEF9-4313-42E4-A44E-A4FDDD158680}" dt="2026-03-31T06:48:57.101" v="381" actId="26606"/>
          <ac:spMkLst>
            <pc:docMk/>
            <pc:sldMk cId="336287292" sldId="270"/>
            <ac:spMk id="11" creationId="{12609869-9E80-471B-A487-A53288E0E791}"/>
          </ac:spMkLst>
        </pc:spChg>
        <pc:spChg chg="add del">
          <ac:chgData name="Marion Jeptoo (Prevoir)" userId="244841a1-5f60-4b9e-a668-5f2315b5408e" providerId="ADAL" clId="{32E6EEF9-4313-42E4-A44E-A4FDDD158680}" dt="2026-03-31T06:48:57.101" v="381" actId="26606"/>
          <ac:spMkLst>
            <pc:docMk/>
            <pc:sldMk cId="336287292" sldId="270"/>
            <ac:spMk id="13" creationId="{7004738A-9D34-43E8-97D2-CA0EED4F8BE0}"/>
          </ac:spMkLst>
        </pc:spChg>
        <pc:spChg chg="add del">
          <ac:chgData name="Marion Jeptoo (Prevoir)" userId="244841a1-5f60-4b9e-a668-5f2315b5408e" providerId="ADAL" clId="{32E6EEF9-4313-42E4-A44E-A4FDDD158680}" dt="2026-03-31T06:48:57.101" v="381" actId="26606"/>
          <ac:spMkLst>
            <pc:docMk/>
            <pc:sldMk cId="336287292" sldId="270"/>
            <ac:spMk id="15" creationId="{B8B8D07F-F13E-443E-BA68-2D26672D76B9}"/>
          </ac:spMkLst>
        </pc:spChg>
        <pc:spChg chg="add del">
          <ac:chgData name="Marion Jeptoo (Prevoir)" userId="244841a1-5f60-4b9e-a668-5f2315b5408e" providerId="ADAL" clId="{32E6EEF9-4313-42E4-A44E-A4FDDD158680}" dt="2026-03-31T06:48:57.101" v="381" actId="26606"/>
          <ac:spMkLst>
            <pc:docMk/>
            <pc:sldMk cId="336287292" sldId="270"/>
            <ac:spMk id="17" creationId="{2813A4FA-24A5-41ED-A534-3807D1B2F344}"/>
          </ac:spMkLst>
        </pc:spChg>
        <pc:spChg chg="add del">
          <ac:chgData name="Marion Jeptoo (Prevoir)" userId="244841a1-5f60-4b9e-a668-5f2315b5408e" providerId="ADAL" clId="{32E6EEF9-4313-42E4-A44E-A4FDDD158680}" dt="2026-03-31T06:48:57.101" v="381" actId="26606"/>
          <ac:spMkLst>
            <pc:docMk/>
            <pc:sldMk cId="336287292" sldId="270"/>
            <ac:spMk id="19" creationId="{C3944F27-CA70-4E84-A51A-E6BF89558979}"/>
          </ac:spMkLst>
        </pc:spChg>
        <pc:spChg chg="add del">
          <ac:chgData name="Marion Jeptoo (Prevoir)" userId="244841a1-5f60-4b9e-a668-5f2315b5408e" providerId="ADAL" clId="{32E6EEF9-4313-42E4-A44E-A4FDDD158680}" dt="2026-03-31T06:48:59.694" v="383" actId="26606"/>
          <ac:spMkLst>
            <pc:docMk/>
            <pc:sldMk cId="336287292" sldId="270"/>
            <ac:spMk id="21" creationId="{B11C179D-808F-4D23-BAFC-A14C6DCDA71D}"/>
          </ac:spMkLst>
        </pc:spChg>
        <pc:spChg chg="add del">
          <ac:chgData name="Marion Jeptoo (Prevoir)" userId="244841a1-5f60-4b9e-a668-5f2315b5408e" providerId="ADAL" clId="{32E6EEF9-4313-42E4-A44E-A4FDDD158680}" dt="2026-03-31T06:48:59.694" v="383" actId="26606"/>
          <ac:spMkLst>
            <pc:docMk/>
            <pc:sldMk cId="336287292" sldId="270"/>
            <ac:spMk id="22" creationId="{908137D4-4D0A-4ED1-BFB8-97D4A8335934}"/>
          </ac:spMkLst>
        </pc:spChg>
        <pc:spChg chg="add del">
          <ac:chgData name="Marion Jeptoo (Prevoir)" userId="244841a1-5f60-4b9e-a668-5f2315b5408e" providerId="ADAL" clId="{32E6EEF9-4313-42E4-A44E-A4FDDD158680}" dt="2026-03-31T06:48:59.694" v="383" actId="26606"/>
          <ac:spMkLst>
            <pc:docMk/>
            <pc:sldMk cId="336287292" sldId="270"/>
            <ac:spMk id="23" creationId="{8059A8FF-81E8-CDBC-F95D-C6EED3E0CE4D}"/>
          </ac:spMkLst>
        </pc:spChg>
        <pc:spChg chg="add del">
          <ac:chgData name="Marion Jeptoo (Prevoir)" userId="244841a1-5f60-4b9e-a668-5f2315b5408e" providerId="ADAL" clId="{32E6EEF9-4313-42E4-A44E-A4FDDD158680}" dt="2026-03-31T06:50:12.345" v="397" actId="26606"/>
          <ac:spMkLst>
            <pc:docMk/>
            <pc:sldMk cId="336287292" sldId="270"/>
            <ac:spMk id="25" creationId="{12609869-9E80-471B-A487-A53288E0E791}"/>
          </ac:spMkLst>
        </pc:spChg>
        <pc:spChg chg="add del">
          <ac:chgData name="Marion Jeptoo (Prevoir)" userId="244841a1-5f60-4b9e-a668-5f2315b5408e" providerId="ADAL" clId="{32E6EEF9-4313-42E4-A44E-A4FDDD158680}" dt="2026-03-31T06:50:12.345" v="397" actId="26606"/>
          <ac:spMkLst>
            <pc:docMk/>
            <pc:sldMk cId="336287292" sldId="270"/>
            <ac:spMk id="26" creationId="{7004738A-9D34-43E8-97D2-CA0EED4F8BE0}"/>
          </ac:spMkLst>
        </pc:spChg>
        <pc:spChg chg="add del">
          <ac:chgData name="Marion Jeptoo (Prevoir)" userId="244841a1-5f60-4b9e-a668-5f2315b5408e" providerId="ADAL" clId="{32E6EEF9-4313-42E4-A44E-A4FDDD158680}" dt="2026-03-31T06:50:12.345" v="397" actId="26606"/>
          <ac:spMkLst>
            <pc:docMk/>
            <pc:sldMk cId="336287292" sldId="270"/>
            <ac:spMk id="27" creationId="{B8B8D07F-F13E-443E-BA68-2D26672D76B9}"/>
          </ac:spMkLst>
        </pc:spChg>
        <pc:spChg chg="add">
          <ac:chgData name="Marion Jeptoo (Prevoir)" userId="244841a1-5f60-4b9e-a668-5f2315b5408e" providerId="ADAL" clId="{32E6EEF9-4313-42E4-A44E-A4FDDD158680}" dt="2026-03-31T06:48:59.712" v="384" actId="26606"/>
          <ac:spMkLst>
            <pc:docMk/>
            <pc:sldMk cId="336287292" sldId="270"/>
            <ac:spMk id="28" creationId="{2813A4FA-24A5-41ED-A534-3807D1B2F344}"/>
          </ac:spMkLst>
        </pc:spChg>
        <pc:spChg chg="add del">
          <ac:chgData name="Marion Jeptoo (Prevoir)" userId="244841a1-5f60-4b9e-a668-5f2315b5408e" providerId="ADAL" clId="{32E6EEF9-4313-42E4-A44E-A4FDDD158680}" dt="2026-03-31T06:50:12.345" v="397" actId="26606"/>
          <ac:spMkLst>
            <pc:docMk/>
            <pc:sldMk cId="336287292" sldId="270"/>
            <ac:spMk id="29" creationId="{C3944F27-CA70-4E84-A51A-E6BF89558979}"/>
          </ac:spMkLst>
        </pc:spChg>
        <pc:spChg chg="add del">
          <ac:chgData name="Marion Jeptoo (Prevoir)" userId="244841a1-5f60-4b9e-a668-5f2315b5408e" providerId="ADAL" clId="{32E6EEF9-4313-42E4-A44E-A4FDDD158680}" dt="2026-03-31T06:50:10.650" v="394" actId="26606"/>
          <ac:spMkLst>
            <pc:docMk/>
            <pc:sldMk cId="336287292" sldId="270"/>
            <ac:spMk id="33" creationId="{65BE8038-F5C8-2EF1-B6D8-25AA820CEB0C}"/>
          </ac:spMkLst>
        </pc:spChg>
        <pc:spChg chg="add del">
          <ac:chgData name="Marion Jeptoo (Prevoir)" userId="244841a1-5f60-4b9e-a668-5f2315b5408e" providerId="ADAL" clId="{32E6EEF9-4313-42E4-A44E-A4FDDD158680}" dt="2026-03-31T06:50:10.650" v="394" actId="26606"/>
          <ac:spMkLst>
            <pc:docMk/>
            <pc:sldMk cId="336287292" sldId="270"/>
            <ac:spMk id="34" creationId="{12609869-9E80-471B-A487-A53288E0E791}"/>
          </ac:spMkLst>
        </pc:spChg>
        <pc:spChg chg="add del">
          <ac:chgData name="Marion Jeptoo (Prevoir)" userId="244841a1-5f60-4b9e-a668-5f2315b5408e" providerId="ADAL" clId="{32E6EEF9-4313-42E4-A44E-A4FDDD158680}" dt="2026-03-31T06:50:10.650" v="394" actId="26606"/>
          <ac:spMkLst>
            <pc:docMk/>
            <pc:sldMk cId="336287292" sldId="270"/>
            <ac:spMk id="36" creationId="{7004738A-9D34-43E8-97D2-CA0EED4F8BE0}"/>
          </ac:spMkLst>
        </pc:spChg>
        <pc:spChg chg="add del">
          <ac:chgData name="Marion Jeptoo (Prevoir)" userId="244841a1-5f60-4b9e-a668-5f2315b5408e" providerId="ADAL" clId="{32E6EEF9-4313-42E4-A44E-A4FDDD158680}" dt="2026-03-31T06:50:10.650" v="394" actId="26606"/>
          <ac:spMkLst>
            <pc:docMk/>
            <pc:sldMk cId="336287292" sldId="270"/>
            <ac:spMk id="38" creationId="{B8B8D07F-F13E-443E-BA68-2D26672D76B9}"/>
          </ac:spMkLst>
        </pc:spChg>
        <pc:spChg chg="add del">
          <ac:chgData name="Marion Jeptoo (Prevoir)" userId="244841a1-5f60-4b9e-a668-5f2315b5408e" providerId="ADAL" clId="{32E6EEF9-4313-42E4-A44E-A4FDDD158680}" dt="2026-03-31T06:50:10.650" v="394" actId="26606"/>
          <ac:spMkLst>
            <pc:docMk/>
            <pc:sldMk cId="336287292" sldId="270"/>
            <ac:spMk id="40" creationId="{2813A4FA-24A5-41ED-A534-3807D1B2F344}"/>
          </ac:spMkLst>
        </pc:spChg>
        <pc:spChg chg="add del">
          <ac:chgData name="Marion Jeptoo (Prevoir)" userId="244841a1-5f60-4b9e-a668-5f2315b5408e" providerId="ADAL" clId="{32E6EEF9-4313-42E4-A44E-A4FDDD158680}" dt="2026-03-31T06:50:10.650" v="394" actId="26606"/>
          <ac:spMkLst>
            <pc:docMk/>
            <pc:sldMk cId="336287292" sldId="270"/>
            <ac:spMk id="42" creationId="{C3944F27-CA70-4E84-A51A-E6BF89558979}"/>
          </ac:spMkLst>
        </pc:spChg>
        <pc:spChg chg="add del">
          <ac:chgData name="Marion Jeptoo (Prevoir)" userId="244841a1-5f60-4b9e-a668-5f2315b5408e" providerId="ADAL" clId="{32E6EEF9-4313-42E4-A44E-A4FDDD158680}" dt="2026-03-31T06:50:12.320" v="396" actId="26606"/>
          <ac:spMkLst>
            <pc:docMk/>
            <pc:sldMk cId="336287292" sldId="270"/>
            <ac:spMk id="44" creationId="{12609869-9E80-471B-A487-A53288E0E791}"/>
          </ac:spMkLst>
        </pc:spChg>
        <pc:spChg chg="add del">
          <ac:chgData name="Marion Jeptoo (Prevoir)" userId="244841a1-5f60-4b9e-a668-5f2315b5408e" providerId="ADAL" clId="{32E6EEF9-4313-42E4-A44E-A4FDDD158680}" dt="2026-03-31T06:50:12.320" v="396" actId="26606"/>
          <ac:spMkLst>
            <pc:docMk/>
            <pc:sldMk cId="336287292" sldId="270"/>
            <ac:spMk id="45" creationId="{65BE8038-F5C8-2EF1-B6D8-25AA820CEB0C}"/>
          </ac:spMkLst>
        </pc:spChg>
        <pc:spChg chg="add del">
          <ac:chgData name="Marion Jeptoo (Prevoir)" userId="244841a1-5f60-4b9e-a668-5f2315b5408e" providerId="ADAL" clId="{32E6EEF9-4313-42E4-A44E-A4FDDD158680}" dt="2026-03-31T06:50:12.320" v="396" actId="26606"/>
          <ac:spMkLst>
            <pc:docMk/>
            <pc:sldMk cId="336287292" sldId="270"/>
            <ac:spMk id="47" creationId="{B8B8D07F-F13E-443E-BA68-2D26672D76B9}"/>
          </ac:spMkLst>
        </pc:spChg>
        <pc:spChg chg="add del">
          <ac:chgData name="Marion Jeptoo (Prevoir)" userId="244841a1-5f60-4b9e-a668-5f2315b5408e" providerId="ADAL" clId="{32E6EEF9-4313-42E4-A44E-A4FDDD158680}" dt="2026-03-31T06:50:12.320" v="396" actId="26606"/>
          <ac:spMkLst>
            <pc:docMk/>
            <pc:sldMk cId="336287292" sldId="270"/>
            <ac:spMk id="48" creationId="{2813A4FA-24A5-41ED-A534-3807D1B2F344}"/>
          </ac:spMkLst>
        </pc:spChg>
        <pc:spChg chg="add del">
          <ac:chgData name="Marion Jeptoo (Prevoir)" userId="244841a1-5f60-4b9e-a668-5f2315b5408e" providerId="ADAL" clId="{32E6EEF9-4313-42E4-A44E-A4FDDD158680}" dt="2026-03-31T06:50:12.320" v="396" actId="26606"/>
          <ac:spMkLst>
            <pc:docMk/>
            <pc:sldMk cId="336287292" sldId="270"/>
            <ac:spMk id="49" creationId="{C3944F27-CA70-4E84-A51A-E6BF89558979}"/>
          </ac:spMkLst>
        </pc:spChg>
        <pc:spChg chg="add">
          <ac:chgData name="Marion Jeptoo (Prevoir)" userId="244841a1-5f60-4b9e-a668-5f2315b5408e" providerId="ADAL" clId="{32E6EEF9-4313-42E4-A44E-A4FDDD158680}" dt="2026-03-31T06:50:12.345" v="397" actId="26606"/>
          <ac:spMkLst>
            <pc:docMk/>
            <pc:sldMk cId="336287292" sldId="270"/>
            <ac:spMk id="51" creationId="{12609869-9E80-471B-A487-A53288E0E791}"/>
          </ac:spMkLst>
        </pc:spChg>
        <pc:spChg chg="add">
          <ac:chgData name="Marion Jeptoo (Prevoir)" userId="244841a1-5f60-4b9e-a668-5f2315b5408e" providerId="ADAL" clId="{32E6EEF9-4313-42E4-A44E-A4FDDD158680}" dt="2026-03-31T06:50:12.345" v="397" actId="26606"/>
          <ac:spMkLst>
            <pc:docMk/>
            <pc:sldMk cId="336287292" sldId="270"/>
            <ac:spMk id="53" creationId="{7004738A-9D34-43E8-97D2-CA0EED4F8BE0}"/>
          </ac:spMkLst>
        </pc:spChg>
        <pc:spChg chg="add">
          <ac:chgData name="Marion Jeptoo (Prevoir)" userId="244841a1-5f60-4b9e-a668-5f2315b5408e" providerId="ADAL" clId="{32E6EEF9-4313-42E4-A44E-A4FDDD158680}" dt="2026-03-31T06:50:12.345" v="397" actId="26606"/>
          <ac:spMkLst>
            <pc:docMk/>
            <pc:sldMk cId="336287292" sldId="270"/>
            <ac:spMk id="54" creationId="{B8B8D07F-F13E-443E-BA68-2D26672D76B9}"/>
          </ac:spMkLst>
        </pc:spChg>
        <pc:spChg chg="add">
          <ac:chgData name="Marion Jeptoo (Prevoir)" userId="244841a1-5f60-4b9e-a668-5f2315b5408e" providerId="ADAL" clId="{32E6EEF9-4313-42E4-A44E-A4FDDD158680}" dt="2026-03-31T06:50:12.345" v="397" actId="26606"/>
          <ac:spMkLst>
            <pc:docMk/>
            <pc:sldMk cId="336287292" sldId="270"/>
            <ac:spMk id="55" creationId="{2813A4FA-24A5-41ED-A534-3807D1B2F344}"/>
          </ac:spMkLst>
        </pc:spChg>
        <pc:spChg chg="add">
          <ac:chgData name="Marion Jeptoo (Prevoir)" userId="244841a1-5f60-4b9e-a668-5f2315b5408e" providerId="ADAL" clId="{32E6EEF9-4313-42E4-A44E-A4FDDD158680}" dt="2026-03-31T06:50:12.345" v="397" actId="26606"/>
          <ac:spMkLst>
            <pc:docMk/>
            <pc:sldMk cId="336287292" sldId="270"/>
            <ac:spMk id="56" creationId="{C3944F27-CA70-4E84-A51A-E6BF89558979}"/>
          </ac:spMkLst>
        </pc:spChg>
        <pc:graphicFrameChg chg="add mod modGraphic">
          <ac:chgData name="Marion Jeptoo (Prevoir)" userId="244841a1-5f60-4b9e-a668-5f2315b5408e" providerId="ADAL" clId="{32E6EEF9-4313-42E4-A44E-A4FDDD158680}" dt="2026-03-31T06:50:20.413" v="399" actId="14100"/>
          <ac:graphicFrameMkLst>
            <pc:docMk/>
            <pc:sldMk cId="336287292" sldId="270"/>
            <ac:graphicFrameMk id="6" creationId="{9AC21817-A3DD-FC0B-E52E-D9CFBFC072EF}"/>
          </ac:graphicFrameMkLst>
        </pc:graphicFrameChg>
        <pc:graphicFrameChg chg="add del">
          <ac:chgData name="Marion Jeptoo (Prevoir)" userId="244841a1-5f60-4b9e-a668-5f2315b5408e" providerId="ADAL" clId="{32E6EEF9-4313-42E4-A44E-A4FDDD158680}" dt="2026-03-31T06:50:09.380" v="392" actId="26606"/>
          <ac:graphicFrameMkLst>
            <pc:docMk/>
            <pc:sldMk cId="336287292" sldId="270"/>
            <ac:graphicFrameMk id="31" creationId="{5A09F691-9BF9-8859-1754-709B2F7E8586}"/>
          </ac:graphicFrameMkLst>
        </pc:graphicFrameChg>
      </pc:sldChg>
      <pc:sldChg chg="add del">
        <pc:chgData name="Marion Jeptoo (Prevoir)" userId="244841a1-5f60-4b9e-a668-5f2315b5408e" providerId="ADAL" clId="{32E6EEF9-4313-42E4-A44E-A4FDDD158680}" dt="2026-03-31T06:05:24.877" v="321"/>
        <pc:sldMkLst>
          <pc:docMk/>
          <pc:sldMk cId="2036262261" sldId="270"/>
        </pc:sldMkLst>
      </pc:sldChg>
      <pc:sldChg chg="add del">
        <pc:chgData name="Marion Jeptoo (Prevoir)" userId="244841a1-5f60-4b9e-a668-5f2315b5408e" providerId="ADAL" clId="{32E6EEF9-4313-42E4-A44E-A4FDDD158680}" dt="2026-03-31T06:05:24.383" v="320"/>
        <pc:sldMkLst>
          <pc:docMk/>
          <pc:sldMk cId="336287292" sldId="271"/>
        </pc:sldMkLst>
      </pc:sldChg>
      <pc:sldChg chg="addSp delSp modSp add del mod ord setBg addAnim delAnim">
        <pc:chgData name="Marion Jeptoo (Prevoir)" userId="244841a1-5f60-4b9e-a668-5f2315b5408e" providerId="ADAL" clId="{32E6EEF9-4313-42E4-A44E-A4FDDD158680}" dt="2026-03-31T06:51:50.700" v="409" actId="47"/>
        <pc:sldMkLst>
          <pc:docMk/>
          <pc:sldMk cId="2036262261" sldId="271"/>
        </pc:sldMkLst>
        <pc:spChg chg="del mod">
          <ac:chgData name="Marion Jeptoo (Prevoir)" userId="244841a1-5f60-4b9e-a668-5f2315b5408e" providerId="ADAL" clId="{32E6EEF9-4313-42E4-A44E-A4FDDD158680}" dt="2026-03-31T06:51:36.983" v="407" actId="478"/>
          <ac:spMkLst>
            <pc:docMk/>
            <pc:sldMk cId="2036262261" sldId="271"/>
            <ac:spMk id="2" creationId="{AFCEC838-C256-3998-2AA7-2F7A71257B85}"/>
          </ac:spMkLst>
        </pc:spChg>
        <pc:spChg chg="mod">
          <ac:chgData name="Marion Jeptoo (Prevoir)" userId="244841a1-5f60-4b9e-a668-5f2315b5408e" providerId="ADAL" clId="{32E6EEF9-4313-42E4-A44E-A4FDDD158680}" dt="2026-03-31T06:51:17.713" v="406" actId="26606"/>
          <ac:spMkLst>
            <pc:docMk/>
            <pc:sldMk cId="2036262261" sldId="271"/>
            <ac:spMk id="3" creationId="{6C5B2683-E2D4-8A1F-20AF-FEDC91F8F5FB}"/>
          </ac:spMkLst>
        </pc:spChg>
        <pc:spChg chg="add del mod">
          <ac:chgData name="Marion Jeptoo (Prevoir)" userId="244841a1-5f60-4b9e-a668-5f2315b5408e" providerId="ADAL" clId="{32E6EEF9-4313-42E4-A44E-A4FDDD158680}" dt="2026-03-31T06:51:46.814" v="408" actId="478"/>
          <ac:spMkLst>
            <pc:docMk/>
            <pc:sldMk cId="2036262261" sldId="271"/>
            <ac:spMk id="5" creationId="{1D0B8E74-CC45-BA04-BFE6-C2E0E23E97DB}"/>
          </ac:spMkLst>
        </pc:spChg>
        <pc:spChg chg="add del">
          <ac:chgData name="Marion Jeptoo (Prevoir)" userId="244841a1-5f60-4b9e-a668-5f2315b5408e" providerId="ADAL" clId="{32E6EEF9-4313-42E4-A44E-A4FDDD158680}" dt="2026-03-31T06:51:17.698" v="405" actId="26606"/>
          <ac:spMkLst>
            <pc:docMk/>
            <pc:sldMk cId="2036262261" sldId="271"/>
            <ac:spMk id="8" creationId="{6F5A5072-7B47-4D32-B52A-4EBBF590B8A5}"/>
          </ac:spMkLst>
        </pc:spChg>
        <pc:spChg chg="add del">
          <ac:chgData name="Marion Jeptoo (Prevoir)" userId="244841a1-5f60-4b9e-a668-5f2315b5408e" providerId="ADAL" clId="{32E6EEF9-4313-42E4-A44E-A4FDDD158680}" dt="2026-03-31T06:51:17.698" v="405" actId="26606"/>
          <ac:spMkLst>
            <pc:docMk/>
            <pc:sldMk cId="2036262261" sldId="271"/>
            <ac:spMk id="10" creationId="{9715DAF0-AE1B-46C9-8A6B-DB2AA05AB91D}"/>
          </ac:spMkLst>
        </pc:spChg>
        <pc:spChg chg="add del">
          <ac:chgData name="Marion Jeptoo (Prevoir)" userId="244841a1-5f60-4b9e-a668-5f2315b5408e" providerId="ADAL" clId="{32E6EEF9-4313-42E4-A44E-A4FDDD158680}" dt="2026-03-31T06:51:17.698" v="405" actId="26606"/>
          <ac:spMkLst>
            <pc:docMk/>
            <pc:sldMk cId="2036262261" sldId="271"/>
            <ac:spMk id="12" creationId="{6016219D-510E-4184-9090-6D5578A87BD1}"/>
          </ac:spMkLst>
        </pc:spChg>
        <pc:spChg chg="add del">
          <ac:chgData name="Marion Jeptoo (Prevoir)" userId="244841a1-5f60-4b9e-a668-5f2315b5408e" providerId="ADAL" clId="{32E6EEF9-4313-42E4-A44E-A4FDDD158680}" dt="2026-03-31T06:51:17.698" v="405" actId="26606"/>
          <ac:spMkLst>
            <pc:docMk/>
            <pc:sldMk cId="2036262261" sldId="271"/>
            <ac:spMk id="14" creationId="{AFF4A713-7B75-4B21-90D7-5AB19547C728}"/>
          </ac:spMkLst>
        </pc:spChg>
        <pc:spChg chg="add del">
          <ac:chgData name="Marion Jeptoo (Prevoir)" userId="244841a1-5f60-4b9e-a668-5f2315b5408e" providerId="ADAL" clId="{32E6EEF9-4313-42E4-A44E-A4FDDD158680}" dt="2026-03-31T06:51:17.698" v="405" actId="26606"/>
          <ac:spMkLst>
            <pc:docMk/>
            <pc:sldMk cId="2036262261" sldId="271"/>
            <ac:spMk id="16" creationId="{DC631C0B-6DA6-4E57-8231-CE32B3434A7E}"/>
          </ac:spMkLst>
        </pc:spChg>
        <pc:spChg chg="add del">
          <ac:chgData name="Marion Jeptoo (Prevoir)" userId="244841a1-5f60-4b9e-a668-5f2315b5408e" providerId="ADAL" clId="{32E6EEF9-4313-42E4-A44E-A4FDDD158680}" dt="2026-03-31T06:51:17.698" v="405" actId="26606"/>
          <ac:spMkLst>
            <pc:docMk/>
            <pc:sldMk cId="2036262261" sldId="271"/>
            <ac:spMk id="18" creationId="{C29501E6-A978-4A61-9689-9085AF97A53A}"/>
          </ac:spMkLst>
        </pc:spChg>
        <pc:spChg chg="add">
          <ac:chgData name="Marion Jeptoo (Prevoir)" userId="244841a1-5f60-4b9e-a668-5f2315b5408e" providerId="ADAL" clId="{32E6EEF9-4313-42E4-A44E-A4FDDD158680}" dt="2026-03-31T06:51:17.713" v="406" actId="26606"/>
          <ac:spMkLst>
            <pc:docMk/>
            <pc:sldMk cId="2036262261" sldId="271"/>
            <ac:spMk id="20" creationId="{84F952EE-9AAE-4D81-BF98-35DF71334053}"/>
          </ac:spMkLst>
        </pc:spChg>
        <pc:spChg chg="add">
          <ac:chgData name="Marion Jeptoo (Prevoir)" userId="244841a1-5f60-4b9e-a668-5f2315b5408e" providerId="ADAL" clId="{32E6EEF9-4313-42E4-A44E-A4FDDD158680}" dt="2026-03-31T06:51:17.713" v="406" actId="26606"/>
          <ac:spMkLst>
            <pc:docMk/>
            <pc:sldMk cId="2036262261" sldId="271"/>
            <ac:spMk id="21" creationId="{56D63398-EEE4-4E6A-BEF3-E92924A2821E}"/>
          </ac:spMkLst>
        </pc:spChg>
        <pc:spChg chg="add">
          <ac:chgData name="Marion Jeptoo (Prevoir)" userId="244841a1-5f60-4b9e-a668-5f2315b5408e" providerId="ADAL" clId="{32E6EEF9-4313-42E4-A44E-A4FDDD158680}" dt="2026-03-31T06:51:17.713" v="406" actId="26606"/>
          <ac:spMkLst>
            <pc:docMk/>
            <pc:sldMk cId="2036262261" sldId="271"/>
            <ac:spMk id="22" creationId="{5CEAD642-85CF-4750-8432-7C80C901F001}"/>
          </ac:spMkLst>
        </pc:spChg>
        <pc:spChg chg="add">
          <ac:chgData name="Marion Jeptoo (Prevoir)" userId="244841a1-5f60-4b9e-a668-5f2315b5408e" providerId="ADAL" clId="{32E6EEF9-4313-42E4-A44E-A4FDDD158680}" dt="2026-03-31T06:51:17.713" v="406" actId="26606"/>
          <ac:spMkLst>
            <pc:docMk/>
            <pc:sldMk cId="2036262261" sldId="271"/>
            <ac:spMk id="23" creationId="{C6804B24-17AC-406D-9636-1332F5DF9AE7}"/>
          </ac:spMkLst>
        </pc:spChg>
        <pc:spChg chg="add">
          <ac:chgData name="Marion Jeptoo (Prevoir)" userId="244841a1-5f60-4b9e-a668-5f2315b5408e" providerId="ADAL" clId="{32E6EEF9-4313-42E4-A44E-A4FDDD158680}" dt="2026-03-31T06:51:17.713" v="406" actId="26606"/>
          <ac:spMkLst>
            <pc:docMk/>
            <pc:sldMk cId="2036262261" sldId="271"/>
            <ac:spMk id="24" creationId="{730D8B3B-9B80-4025-B934-26DC7D7CD231}"/>
          </ac:spMkLst>
        </pc:spChg>
        <pc:spChg chg="add">
          <ac:chgData name="Marion Jeptoo (Prevoir)" userId="244841a1-5f60-4b9e-a668-5f2315b5408e" providerId="ADAL" clId="{32E6EEF9-4313-42E4-A44E-A4FDDD158680}" dt="2026-03-31T06:51:17.713" v="406" actId="26606"/>
          <ac:spMkLst>
            <pc:docMk/>
            <pc:sldMk cId="2036262261" sldId="271"/>
            <ac:spMk id="25" creationId="{B5A1B09C-1565-46F8-B70F-621C5EB48A09}"/>
          </ac:spMkLst>
        </pc:spChg>
        <pc:spChg chg="add">
          <ac:chgData name="Marion Jeptoo (Prevoir)" userId="244841a1-5f60-4b9e-a668-5f2315b5408e" providerId="ADAL" clId="{32E6EEF9-4313-42E4-A44E-A4FDDD158680}" dt="2026-03-31T06:51:17.713" v="406" actId="26606"/>
          <ac:spMkLst>
            <pc:docMk/>
            <pc:sldMk cId="2036262261" sldId="271"/>
            <ac:spMk id="26" creationId="{570DF94D-F28F-435E-AD56-C40FC99AFAA1}"/>
          </ac:spMkLst>
        </pc:spChg>
      </pc:sldChg>
      <pc:sldChg chg="addSp delSp modSp add del mod setBg">
        <pc:chgData name="Marion Jeptoo (Prevoir)" userId="244841a1-5f60-4b9e-a668-5f2315b5408e" providerId="ADAL" clId="{32E6EEF9-4313-42E4-A44E-A4FDDD158680}" dt="2026-03-31T06:52:10.067" v="412" actId="26606"/>
        <pc:sldMkLst>
          <pc:docMk/>
          <pc:sldMk cId="2904848763" sldId="272"/>
        </pc:sldMkLst>
        <pc:spChg chg="mod">
          <ac:chgData name="Marion Jeptoo (Prevoir)" userId="244841a1-5f60-4b9e-a668-5f2315b5408e" providerId="ADAL" clId="{32E6EEF9-4313-42E4-A44E-A4FDDD158680}" dt="2026-03-31T06:52:10.067" v="412" actId="26606"/>
          <ac:spMkLst>
            <pc:docMk/>
            <pc:sldMk cId="2904848763" sldId="272"/>
            <ac:spMk id="4" creationId="{5CCF4D7F-DD73-1A9D-E939-79BD3D0DFB19}"/>
          </ac:spMkLst>
        </pc:spChg>
        <pc:spChg chg="mod">
          <ac:chgData name="Marion Jeptoo (Prevoir)" userId="244841a1-5f60-4b9e-a668-5f2315b5408e" providerId="ADAL" clId="{32E6EEF9-4313-42E4-A44E-A4FDDD158680}" dt="2026-03-31T06:52:10.067" v="412" actId="26606"/>
          <ac:spMkLst>
            <pc:docMk/>
            <pc:sldMk cId="2904848763" sldId="272"/>
            <ac:spMk id="5" creationId="{B1D8B4D7-5EA5-0958-09F5-F4993BD52A2B}"/>
          </ac:spMkLst>
        </pc:spChg>
        <pc:spChg chg="add del">
          <ac:chgData name="Marion Jeptoo (Prevoir)" userId="244841a1-5f60-4b9e-a668-5f2315b5408e" providerId="ADAL" clId="{32E6EEF9-4313-42E4-A44E-A4FDDD158680}" dt="2026-03-31T06:52:10.035" v="411" actId="26606"/>
          <ac:spMkLst>
            <pc:docMk/>
            <pc:sldMk cId="2904848763" sldId="272"/>
            <ac:spMk id="10" creationId="{1B15ED52-F352-441B-82BF-E0EA34836D08}"/>
          </ac:spMkLst>
        </pc:spChg>
        <pc:spChg chg="add del">
          <ac:chgData name="Marion Jeptoo (Prevoir)" userId="244841a1-5f60-4b9e-a668-5f2315b5408e" providerId="ADAL" clId="{32E6EEF9-4313-42E4-A44E-A4FDDD158680}" dt="2026-03-31T06:52:10.035" v="411" actId="26606"/>
          <ac:spMkLst>
            <pc:docMk/>
            <pc:sldMk cId="2904848763" sldId="272"/>
            <ac:spMk id="12" creationId="{3B2E3793-BFE6-45A2-9B7B-E18844431C99}"/>
          </ac:spMkLst>
        </pc:spChg>
        <pc:spChg chg="add del">
          <ac:chgData name="Marion Jeptoo (Prevoir)" userId="244841a1-5f60-4b9e-a668-5f2315b5408e" providerId="ADAL" clId="{32E6EEF9-4313-42E4-A44E-A4FDDD158680}" dt="2026-03-31T06:52:10.035" v="411" actId="26606"/>
          <ac:spMkLst>
            <pc:docMk/>
            <pc:sldMk cId="2904848763" sldId="272"/>
            <ac:spMk id="14" creationId="{BC4C4868-CB8F-4AF9-9CDB-8108F2C19B67}"/>
          </ac:spMkLst>
        </pc:spChg>
        <pc:spChg chg="add del">
          <ac:chgData name="Marion Jeptoo (Prevoir)" userId="244841a1-5f60-4b9e-a668-5f2315b5408e" providerId="ADAL" clId="{32E6EEF9-4313-42E4-A44E-A4FDDD158680}" dt="2026-03-31T06:52:10.035" v="411" actId="26606"/>
          <ac:spMkLst>
            <pc:docMk/>
            <pc:sldMk cId="2904848763" sldId="272"/>
            <ac:spMk id="16" creationId="{375E0459-6403-40CD-989D-56A4407CA12E}"/>
          </ac:spMkLst>
        </pc:spChg>
        <pc:spChg chg="add del">
          <ac:chgData name="Marion Jeptoo (Prevoir)" userId="244841a1-5f60-4b9e-a668-5f2315b5408e" providerId="ADAL" clId="{32E6EEF9-4313-42E4-A44E-A4FDDD158680}" dt="2026-03-31T06:52:10.035" v="411" actId="26606"/>
          <ac:spMkLst>
            <pc:docMk/>
            <pc:sldMk cId="2904848763" sldId="272"/>
            <ac:spMk id="18" creationId="{53E5B1A8-3AC9-4BD1-9BBC-78CA94F2D1BA}"/>
          </ac:spMkLst>
        </pc:spChg>
        <pc:spChg chg="add">
          <ac:chgData name="Marion Jeptoo (Prevoir)" userId="244841a1-5f60-4b9e-a668-5f2315b5408e" providerId="ADAL" clId="{32E6EEF9-4313-42E4-A44E-A4FDDD158680}" dt="2026-03-31T06:52:10.067" v="412" actId="26606"/>
          <ac:spMkLst>
            <pc:docMk/>
            <pc:sldMk cId="2904848763" sldId="272"/>
            <ac:spMk id="20" creationId="{38FAA1A1-D861-433F-88FA-1E9D6FD31D11}"/>
          </ac:spMkLst>
        </pc:spChg>
        <pc:spChg chg="add">
          <ac:chgData name="Marion Jeptoo (Prevoir)" userId="244841a1-5f60-4b9e-a668-5f2315b5408e" providerId="ADAL" clId="{32E6EEF9-4313-42E4-A44E-A4FDDD158680}" dt="2026-03-31T06:52:10.067" v="412" actId="26606"/>
          <ac:spMkLst>
            <pc:docMk/>
            <pc:sldMk cId="2904848763" sldId="272"/>
            <ac:spMk id="21" creationId="{09588DA8-065E-4F6F-8EFD-43104AB2E0CF}"/>
          </ac:spMkLst>
        </pc:spChg>
        <pc:spChg chg="add">
          <ac:chgData name="Marion Jeptoo (Prevoir)" userId="244841a1-5f60-4b9e-a668-5f2315b5408e" providerId="ADAL" clId="{32E6EEF9-4313-42E4-A44E-A4FDDD158680}" dt="2026-03-31T06:52:10.067" v="412" actId="26606"/>
          <ac:spMkLst>
            <pc:docMk/>
            <pc:sldMk cId="2904848763" sldId="272"/>
            <ac:spMk id="22" creationId="{8D71EDA1-87BF-4D5D-AB79-F346FD19278A}"/>
          </ac:spMkLst>
        </pc:spChg>
        <pc:spChg chg="add">
          <ac:chgData name="Marion Jeptoo (Prevoir)" userId="244841a1-5f60-4b9e-a668-5f2315b5408e" providerId="ADAL" clId="{32E6EEF9-4313-42E4-A44E-A4FDDD158680}" dt="2026-03-31T06:52:10.067" v="412" actId="26606"/>
          <ac:spMkLst>
            <pc:docMk/>
            <pc:sldMk cId="2904848763" sldId="272"/>
            <ac:spMk id="23" creationId="{C4285719-470E-454C-AF62-8323075F1F5B}"/>
          </ac:spMkLst>
        </pc:spChg>
        <pc:spChg chg="add">
          <ac:chgData name="Marion Jeptoo (Prevoir)" userId="244841a1-5f60-4b9e-a668-5f2315b5408e" providerId="ADAL" clId="{32E6EEF9-4313-42E4-A44E-A4FDDD158680}" dt="2026-03-31T06:52:10.067" v="412" actId="26606"/>
          <ac:spMkLst>
            <pc:docMk/>
            <pc:sldMk cId="2904848763" sldId="272"/>
            <ac:spMk id="24" creationId="{CD9FE4EF-C4D8-49A0-B2FF-81D8DB7D8A24}"/>
          </ac:spMkLst>
        </pc:spChg>
        <pc:spChg chg="add">
          <ac:chgData name="Marion Jeptoo (Prevoir)" userId="244841a1-5f60-4b9e-a668-5f2315b5408e" providerId="ADAL" clId="{32E6EEF9-4313-42E4-A44E-A4FDDD158680}" dt="2026-03-31T06:52:10.067" v="412" actId="26606"/>
          <ac:spMkLst>
            <pc:docMk/>
            <pc:sldMk cId="2904848763" sldId="272"/>
            <ac:spMk id="25" creationId="{4300840D-0A0B-4512-BACA-B439D5B9C57C}"/>
          </ac:spMkLst>
        </pc:spChg>
        <pc:spChg chg="add">
          <ac:chgData name="Marion Jeptoo (Prevoir)" userId="244841a1-5f60-4b9e-a668-5f2315b5408e" providerId="ADAL" clId="{32E6EEF9-4313-42E4-A44E-A4FDDD158680}" dt="2026-03-31T06:52:10.067" v="412" actId="26606"/>
          <ac:spMkLst>
            <pc:docMk/>
            <pc:sldMk cId="2904848763" sldId="272"/>
            <ac:spMk id="26" creationId="{D2B78728-A580-49A7-84F9-6EF6F583ADE0}"/>
          </ac:spMkLst>
        </pc:spChg>
      </pc:sldChg>
      <pc:sldChg chg="add del">
        <pc:chgData name="Marion Jeptoo (Prevoir)" userId="244841a1-5f60-4b9e-a668-5f2315b5408e" providerId="ADAL" clId="{32E6EEF9-4313-42E4-A44E-A4FDDD158680}" dt="2026-03-31T06:25:45.498" v="322"/>
        <pc:sldMkLst>
          <pc:docMk/>
          <pc:sldMk cId="3373687914" sldId="273"/>
        </pc:sldMkLst>
      </pc:sldChg>
      <pc:sldChg chg="delSp modSp add del mod">
        <pc:chgData name="Marion Jeptoo (Prevoir)" userId="244841a1-5f60-4b9e-a668-5f2315b5408e" providerId="ADAL" clId="{32E6EEF9-4313-42E4-A44E-A4FDDD158680}" dt="2026-03-31T17:15:52.376" v="506" actId="20577"/>
        <pc:sldMkLst>
          <pc:docMk/>
          <pc:sldMk cId="2099692003" sldId="274"/>
        </pc:sldMkLst>
        <pc:spChg chg="mod">
          <ac:chgData name="Marion Jeptoo (Prevoir)" userId="244841a1-5f60-4b9e-a668-5f2315b5408e" providerId="ADAL" clId="{32E6EEF9-4313-42E4-A44E-A4FDDD158680}" dt="2026-03-31T17:15:52.376" v="506" actId="20577"/>
          <ac:spMkLst>
            <pc:docMk/>
            <pc:sldMk cId="2099692003" sldId="274"/>
            <ac:spMk id="14" creationId="{82A734A9-8145-1453-85DA-78D4EEBC9BBC}"/>
          </ac:spMkLst>
        </pc:spChg>
        <pc:spChg chg="del">
          <ac:chgData name="Marion Jeptoo (Prevoir)" userId="244841a1-5f60-4b9e-a668-5f2315b5408e" providerId="ADAL" clId="{32E6EEF9-4313-42E4-A44E-A4FDDD158680}" dt="2026-03-31T17:15:28.137" v="488" actId="478"/>
          <ac:spMkLst>
            <pc:docMk/>
            <pc:sldMk cId="2099692003" sldId="274"/>
            <ac:spMk id="18" creationId="{E646E698-BA9C-03E7-CD8B-B3DE3D201240}"/>
          </ac:spMkLst>
        </pc:spChg>
        <pc:graphicFrameChg chg="del mod">
          <ac:chgData name="Marion Jeptoo (Prevoir)" userId="244841a1-5f60-4b9e-a668-5f2315b5408e" providerId="ADAL" clId="{32E6EEF9-4313-42E4-A44E-A4FDDD158680}" dt="2026-03-31T17:15:06.501" v="487" actId="478"/>
          <ac:graphicFrameMkLst>
            <pc:docMk/>
            <pc:sldMk cId="2099692003" sldId="274"/>
            <ac:graphicFrameMk id="13" creationId="{6BAB3C28-90BE-DEBF-AA94-945DE265097F}"/>
          </ac:graphicFrameMkLst>
        </pc:graphicFrameChg>
        <pc:graphicFrameChg chg="mod modGraphic">
          <ac:chgData name="Marion Jeptoo (Prevoir)" userId="244841a1-5f60-4b9e-a668-5f2315b5408e" providerId="ADAL" clId="{32E6EEF9-4313-42E4-A44E-A4FDDD158680}" dt="2026-03-31T17:15:43.917" v="491" actId="1076"/>
          <ac:graphicFrameMkLst>
            <pc:docMk/>
            <pc:sldMk cId="2099692003" sldId="274"/>
            <ac:graphicFrameMk id="15" creationId="{B5819881-F1D2-B78D-7056-7A370099A598}"/>
          </ac:graphicFrameMkLst>
        </pc:graphicFrameChg>
      </pc:sldChg>
      <pc:sldChg chg="modSp add del mod">
        <pc:chgData name="Marion Jeptoo (Prevoir)" userId="244841a1-5f60-4b9e-a668-5f2315b5408e" providerId="ADAL" clId="{32E6EEF9-4313-42E4-A44E-A4FDDD158680}" dt="2026-03-31T17:17:02.352" v="509" actId="1076"/>
        <pc:sldMkLst>
          <pc:docMk/>
          <pc:sldMk cId="4024603417" sldId="275"/>
        </pc:sldMkLst>
        <pc:graphicFrameChg chg="mod modGraphic">
          <ac:chgData name="Marion Jeptoo (Prevoir)" userId="244841a1-5f60-4b9e-a668-5f2315b5408e" providerId="ADAL" clId="{32E6EEF9-4313-42E4-A44E-A4FDDD158680}" dt="2026-03-31T17:17:02.352" v="509" actId="1076"/>
          <ac:graphicFrameMkLst>
            <pc:docMk/>
            <pc:sldMk cId="4024603417" sldId="275"/>
            <ac:graphicFrameMk id="7" creationId="{4CF2B14B-F783-0855-9BA1-11B2A3E5EB54}"/>
          </ac:graphicFrameMkLst>
        </pc:graphicFrameChg>
      </pc:sldChg>
      <pc:sldChg chg="addSp modSp add mod setBg">
        <pc:chgData name="Marion Jeptoo (Prevoir)" userId="244841a1-5f60-4b9e-a668-5f2315b5408e" providerId="ADAL" clId="{32E6EEF9-4313-42E4-A44E-A4FDDD158680}" dt="2026-03-31T17:14:41.272" v="485" actId="20577"/>
        <pc:sldMkLst>
          <pc:docMk/>
          <pc:sldMk cId="2533976329" sldId="276"/>
        </pc:sldMkLst>
        <pc:spChg chg="mod">
          <ac:chgData name="Marion Jeptoo (Prevoir)" userId="244841a1-5f60-4b9e-a668-5f2315b5408e" providerId="ADAL" clId="{32E6EEF9-4313-42E4-A44E-A4FDDD158680}" dt="2026-03-31T06:52:30.036" v="413" actId="26606"/>
          <ac:spMkLst>
            <pc:docMk/>
            <pc:sldMk cId="2533976329" sldId="276"/>
            <ac:spMk id="4" creationId="{93F424F6-62B7-5A8C-AF5D-806911C85078}"/>
          </ac:spMkLst>
        </pc:spChg>
        <pc:spChg chg="add">
          <ac:chgData name="Marion Jeptoo (Prevoir)" userId="244841a1-5f60-4b9e-a668-5f2315b5408e" providerId="ADAL" clId="{32E6EEF9-4313-42E4-A44E-A4FDDD158680}" dt="2026-03-31T06:52:30.036" v="413" actId="26606"/>
          <ac:spMkLst>
            <pc:docMk/>
            <pc:sldMk cId="2533976329" sldId="276"/>
            <ac:spMk id="12" creationId="{A8384FB5-9ADC-4DDC-881B-597D56F5B15D}"/>
          </ac:spMkLst>
        </pc:spChg>
        <pc:spChg chg="add">
          <ac:chgData name="Marion Jeptoo (Prevoir)" userId="244841a1-5f60-4b9e-a668-5f2315b5408e" providerId="ADAL" clId="{32E6EEF9-4313-42E4-A44E-A4FDDD158680}" dt="2026-03-31T06:52:30.036" v="413" actId="26606"/>
          <ac:spMkLst>
            <pc:docMk/>
            <pc:sldMk cId="2533976329" sldId="276"/>
            <ac:spMk id="14" creationId="{91E5A9A7-95C6-4F4F-B00E-C82E07FE62EF}"/>
          </ac:spMkLst>
        </pc:spChg>
        <pc:spChg chg="add">
          <ac:chgData name="Marion Jeptoo (Prevoir)" userId="244841a1-5f60-4b9e-a668-5f2315b5408e" providerId="ADAL" clId="{32E6EEF9-4313-42E4-A44E-A4FDDD158680}" dt="2026-03-31T06:52:30.036" v="413" actId="26606"/>
          <ac:spMkLst>
            <pc:docMk/>
            <pc:sldMk cId="2533976329" sldId="276"/>
            <ac:spMk id="16" creationId="{D07DD2DE-F619-49DD-B5E7-03A290FF4ED1}"/>
          </ac:spMkLst>
        </pc:spChg>
        <pc:spChg chg="add">
          <ac:chgData name="Marion Jeptoo (Prevoir)" userId="244841a1-5f60-4b9e-a668-5f2315b5408e" providerId="ADAL" clId="{32E6EEF9-4313-42E4-A44E-A4FDDD158680}" dt="2026-03-31T06:52:30.036" v="413" actId="26606"/>
          <ac:spMkLst>
            <pc:docMk/>
            <pc:sldMk cId="2533976329" sldId="276"/>
            <ac:spMk id="18" creationId="{85149191-5F60-4A28-AAFF-039F96B0F3EC}"/>
          </ac:spMkLst>
        </pc:spChg>
        <pc:spChg chg="add">
          <ac:chgData name="Marion Jeptoo (Prevoir)" userId="244841a1-5f60-4b9e-a668-5f2315b5408e" providerId="ADAL" clId="{32E6EEF9-4313-42E4-A44E-A4FDDD158680}" dt="2026-03-31T06:52:30.036" v="413" actId="26606"/>
          <ac:spMkLst>
            <pc:docMk/>
            <pc:sldMk cId="2533976329" sldId="276"/>
            <ac:spMk id="20" creationId="{F8260ED5-17F7-4158-B241-D51DD4CF1B7E}"/>
          </ac:spMkLst>
        </pc:spChg>
        <pc:graphicFrameChg chg="mod modGraphic">
          <ac:chgData name="Marion Jeptoo (Prevoir)" userId="244841a1-5f60-4b9e-a668-5f2315b5408e" providerId="ADAL" clId="{32E6EEF9-4313-42E4-A44E-A4FDDD158680}" dt="2026-03-31T17:14:41.272" v="485" actId="20577"/>
          <ac:graphicFrameMkLst>
            <pc:docMk/>
            <pc:sldMk cId="2533976329" sldId="276"/>
            <ac:graphicFrameMk id="7" creationId="{3FF8578F-9AD1-B1C9-3DA9-EAD21F902E80}"/>
          </ac:graphicFrameMkLst>
        </pc:graphicFrameChg>
      </pc:sldChg>
      <pc:sldChg chg="add">
        <pc:chgData name="Marion Jeptoo (Prevoir)" userId="244841a1-5f60-4b9e-a668-5f2315b5408e" providerId="ADAL" clId="{32E6EEF9-4313-42E4-A44E-A4FDDD158680}" dt="2026-03-31T06:25:45.498" v="322"/>
        <pc:sldMkLst>
          <pc:docMk/>
          <pc:sldMk cId="1736316667" sldId="277"/>
        </pc:sldMkLst>
      </pc:sldChg>
      <pc:sldChg chg="add">
        <pc:chgData name="Marion Jeptoo (Prevoir)" userId="244841a1-5f60-4b9e-a668-5f2315b5408e" providerId="ADAL" clId="{32E6EEF9-4313-42E4-A44E-A4FDDD158680}" dt="2026-03-31T06:25:45.498" v="322"/>
        <pc:sldMkLst>
          <pc:docMk/>
          <pc:sldMk cId="2490688098" sldId="278"/>
        </pc:sldMkLst>
      </pc:sldChg>
      <pc:sldChg chg="add">
        <pc:chgData name="Marion Jeptoo (Prevoir)" userId="244841a1-5f60-4b9e-a668-5f2315b5408e" providerId="ADAL" clId="{32E6EEF9-4313-42E4-A44E-A4FDDD158680}" dt="2026-03-31T06:25:45.498" v="322"/>
        <pc:sldMkLst>
          <pc:docMk/>
          <pc:sldMk cId="3715922076" sldId="279"/>
        </pc:sldMkLst>
      </pc:sldChg>
      <pc:sldChg chg="add">
        <pc:chgData name="Marion Jeptoo (Prevoir)" userId="244841a1-5f60-4b9e-a668-5f2315b5408e" providerId="ADAL" clId="{32E6EEF9-4313-42E4-A44E-A4FDDD158680}" dt="2026-03-31T06:25:45.498" v="322"/>
        <pc:sldMkLst>
          <pc:docMk/>
          <pc:sldMk cId="1088889544" sldId="280"/>
        </pc:sldMkLst>
      </pc:sldChg>
      <pc:sldChg chg="add">
        <pc:chgData name="Marion Jeptoo (Prevoir)" userId="244841a1-5f60-4b9e-a668-5f2315b5408e" providerId="ADAL" clId="{32E6EEF9-4313-42E4-A44E-A4FDDD158680}" dt="2026-03-31T06:25:45.498" v="322"/>
        <pc:sldMkLst>
          <pc:docMk/>
          <pc:sldMk cId="421658161" sldId="281"/>
        </pc:sldMkLst>
      </pc:sldChg>
      <pc:sldChg chg="add">
        <pc:chgData name="Marion Jeptoo (Prevoir)" userId="244841a1-5f60-4b9e-a668-5f2315b5408e" providerId="ADAL" clId="{32E6EEF9-4313-42E4-A44E-A4FDDD158680}" dt="2026-03-31T06:25:45.498" v="322"/>
        <pc:sldMkLst>
          <pc:docMk/>
          <pc:sldMk cId="1295991039" sldId="282"/>
        </pc:sldMkLst>
      </pc:sldChg>
      <pc:sldChg chg="add">
        <pc:chgData name="Marion Jeptoo (Prevoir)" userId="244841a1-5f60-4b9e-a668-5f2315b5408e" providerId="ADAL" clId="{32E6EEF9-4313-42E4-A44E-A4FDDD158680}" dt="2026-03-31T06:25:45.498" v="322"/>
        <pc:sldMkLst>
          <pc:docMk/>
          <pc:sldMk cId="502849448" sldId="283"/>
        </pc:sldMkLst>
      </pc:sldChg>
      <pc:sldChg chg="add">
        <pc:chgData name="Marion Jeptoo (Prevoir)" userId="244841a1-5f60-4b9e-a668-5f2315b5408e" providerId="ADAL" clId="{32E6EEF9-4313-42E4-A44E-A4FDDD158680}" dt="2026-03-31T06:25:45.498" v="322"/>
        <pc:sldMkLst>
          <pc:docMk/>
          <pc:sldMk cId="4242076987" sldId="284"/>
        </pc:sldMkLst>
      </pc:sldChg>
      <pc:sldChg chg="add">
        <pc:chgData name="Marion Jeptoo (Prevoir)" userId="244841a1-5f60-4b9e-a668-5f2315b5408e" providerId="ADAL" clId="{32E6EEF9-4313-42E4-A44E-A4FDDD158680}" dt="2026-03-31T06:25:45.498" v="322"/>
        <pc:sldMkLst>
          <pc:docMk/>
          <pc:sldMk cId="1999613786" sldId="285"/>
        </pc:sldMkLst>
      </pc:sldChg>
      <pc:sldChg chg="addSp delSp modSp add mod setBg">
        <pc:chgData name="Marion Jeptoo (Prevoir)" userId="244841a1-5f60-4b9e-a668-5f2315b5408e" providerId="ADAL" clId="{32E6EEF9-4313-42E4-A44E-A4FDDD158680}" dt="2026-03-31T06:54:13.255" v="424" actId="26606"/>
        <pc:sldMkLst>
          <pc:docMk/>
          <pc:sldMk cId="0" sldId="286"/>
        </pc:sldMkLst>
        <pc:spChg chg="mod">
          <ac:chgData name="Marion Jeptoo (Prevoir)" userId="244841a1-5f60-4b9e-a668-5f2315b5408e" providerId="ADAL" clId="{32E6EEF9-4313-42E4-A44E-A4FDDD158680}" dt="2026-03-31T06:54:13.255" v="424" actId="26606"/>
          <ac:spMkLst>
            <pc:docMk/>
            <pc:sldMk cId="0" sldId="286"/>
            <ac:spMk id="2" creationId="{00000000-0000-0000-0000-000000000000}"/>
          </ac:spMkLst>
        </pc:spChg>
        <pc:spChg chg="add del">
          <ac:chgData name="Marion Jeptoo (Prevoir)" userId="244841a1-5f60-4b9e-a668-5f2315b5408e" providerId="ADAL" clId="{32E6EEF9-4313-42E4-A44E-A4FDDD158680}" dt="2026-03-31T06:54:13.255" v="424" actId="26606"/>
          <ac:spMkLst>
            <pc:docMk/>
            <pc:sldMk cId="0" sldId="286"/>
            <ac:spMk id="3" creationId="{00000000-0000-0000-0000-000000000000}"/>
          </ac:spMkLst>
        </pc:spChg>
        <pc:spChg chg="add del">
          <ac:chgData name="Marion Jeptoo (Prevoir)" userId="244841a1-5f60-4b9e-a668-5f2315b5408e" providerId="ADAL" clId="{32E6EEF9-4313-42E4-A44E-A4FDDD158680}" dt="2026-03-31T06:54:00.161" v="417" actId="26606"/>
          <ac:spMkLst>
            <pc:docMk/>
            <pc:sldMk cId="0" sldId="286"/>
            <ac:spMk id="8" creationId="{1B15ED52-F352-441B-82BF-E0EA34836D08}"/>
          </ac:spMkLst>
        </pc:spChg>
        <pc:spChg chg="add del">
          <ac:chgData name="Marion Jeptoo (Prevoir)" userId="244841a1-5f60-4b9e-a668-5f2315b5408e" providerId="ADAL" clId="{32E6EEF9-4313-42E4-A44E-A4FDDD158680}" dt="2026-03-31T06:53:58.910" v="415" actId="26606"/>
          <ac:spMkLst>
            <pc:docMk/>
            <pc:sldMk cId="0" sldId="286"/>
            <ac:spMk id="9" creationId="{BACC6370-2D7E-4714-9D71-7542949D7D5D}"/>
          </ac:spMkLst>
        </pc:spChg>
        <pc:spChg chg="add del">
          <ac:chgData name="Marion Jeptoo (Prevoir)" userId="244841a1-5f60-4b9e-a668-5f2315b5408e" providerId="ADAL" clId="{32E6EEF9-4313-42E4-A44E-A4FDDD158680}" dt="2026-03-31T06:54:00.161" v="417" actId="26606"/>
          <ac:spMkLst>
            <pc:docMk/>
            <pc:sldMk cId="0" sldId="286"/>
            <ac:spMk id="10" creationId="{3B2E3793-BFE6-45A2-9B7B-E18844431C99}"/>
          </ac:spMkLst>
        </pc:spChg>
        <pc:spChg chg="add del">
          <ac:chgData name="Marion Jeptoo (Prevoir)" userId="244841a1-5f60-4b9e-a668-5f2315b5408e" providerId="ADAL" clId="{32E6EEF9-4313-42E4-A44E-A4FDDD158680}" dt="2026-03-31T06:53:58.910" v="415" actId="26606"/>
          <ac:spMkLst>
            <pc:docMk/>
            <pc:sldMk cId="0" sldId="286"/>
            <ac:spMk id="11" creationId="{256B2C21-A230-48C0-8DF1-C46611373C44}"/>
          </ac:spMkLst>
        </pc:spChg>
        <pc:spChg chg="add del">
          <ac:chgData name="Marion Jeptoo (Prevoir)" userId="244841a1-5f60-4b9e-a668-5f2315b5408e" providerId="ADAL" clId="{32E6EEF9-4313-42E4-A44E-A4FDDD158680}" dt="2026-03-31T06:54:00.161" v="417" actId="26606"/>
          <ac:spMkLst>
            <pc:docMk/>
            <pc:sldMk cId="0" sldId="286"/>
            <ac:spMk id="12" creationId="{BC4C4868-CB8F-4AF9-9CDB-8108F2C19B67}"/>
          </ac:spMkLst>
        </pc:spChg>
        <pc:spChg chg="add del">
          <ac:chgData name="Marion Jeptoo (Prevoir)" userId="244841a1-5f60-4b9e-a668-5f2315b5408e" providerId="ADAL" clId="{32E6EEF9-4313-42E4-A44E-A4FDDD158680}" dt="2026-03-31T06:53:58.910" v="415" actId="26606"/>
          <ac:spMkLst>
            <pc:docMk/>
            <pc:sldMk cId="0" sldId="286"/>
            <ac:spMk id="13" creationId="{3847E18C-932D-4C95-AABA-FEC7C9499AD7}"/>
          </ac:spMkLst>
        </pc:spChg>
        <pc:spChg chg="add del">
          <ac:chgData name="Marion Jeptoo (Prevoir)" userId="244841a1-5f60-4b9e-a668-5f2315b5408e" providerId="ADAL" clId="{32E6EEF9-4313-42E4-A44E-A4FDDD158680}" dt="2026-03-31T06:54:00.161" v="417" actId="26606"/>
          <ac:spMkLst>
            <pc:docMk/>
            <pc:sldMk cId="0" sldId="286"/>
            <ac:spMk id="14" creationId="{375E0459-6403-40CD-989D-56A4407CA12E}"/>
          </ac:spMkLst>
        </pc:spChg>
        <pc:spChg chg="add del">
          <ac:chgData name="Marion Jeptoo (Prevoir)" userId="244841a1-5f60-4b9e-a668-5f2315b5408e" providerId="ADAL" clId="{32E6EEF9-4313-42E4-A44E-A4FDDD158680}" dt="2026-03-31T06:53:58.910" v="415" actId="26606"/>
          <ac:spMkLst>
            <pc:docMk/>
            <pc:sldMk cId="0" sldId="286"/>
            <ac:spMk id="15" creationId="{3150CB11-0C61-439E-910F-5787759E72A0}"/>
          </ac:spMkLst>
        </pc:spChg>
        <pc:spChg chg="add del">
          <ac:chgData name="Marion Jeptoo (Prevoir)" userId="244841a1-5f60-4b9e-a668-5f2315b5408e" providerId="ADAL" clId="{32E6EEF9-4313-42E4-A44E-A4FDDD158680}" dt="2026-03-31T06:54:00.161" v="417" actId="26606"/>
          <ac:spMkLst>
            <pc:docMk/>
            <pc:sldMk cId="0" sldId="286"/>
            <ac:spMk id="16" creationId="{53E5B1A8-3AC9-4BD1-9BBC-78CA94F2D1BA}"/>
          </ac:spMkLst>
        </pc:spChg>
        <pc:spChg chg="add del">
          <ac:chgData name="Marion Jeptoo (Prevoir)" userId="244841a1-5f60-4b9e-a668-5f2315b5408e" providerId="ADAL" clId="{32E6EEF9-4313-42E4-A44E-A4FDDD158680}" dt="2026-03-31T06:53:58.910" v="415" actId="26606"/>
          <ac:spMkLst>
            <pc:docMk/>
            <pc:sldMk cId="0" sldId="286"/>
            <ac:spMk id="17" creationId="{43F8A58B-5155-44CE-A5FF-7647B47D0A7A}"/>
          </ac:spMkLst>
        </pc:spChg>
        <pc:spChg chg="add del">
          <ac:chgData name="Marion Jeptoo (Prevoir)" userId="244841a1-5f60-4b9e-a668-5f2315b5408e" providerId="ADAL" clId="{32E6EEF9-4313-42E4-A44E-A4FDDD158680}" dt="2026-03-31T06:53:58.910" v="415" actId="26606"/>
          <ac:spMkLst>
            <pc:docMk/>
            <pc:sldMk cId="0" sldId="286"/>
            <ac:spMk id="19" creationId="{443F2ACA-E6D6-4028-82DD-F03C262D5DE6}"/>
          </ac:spMkLst>
        </pc:spChg>
        <pc:spChg chg="add del">
          <ac:chgData name="Marion Jeptoo (Prevoir)" userId="244841a1-5f60-4b9e-a668-5f2315b5408e" providerId="ADAL" clId="{32E6EEF9-4313-42E4-A44E-A4FDDD158680}" dt="2026-03-31T06:54:00.161" v="417" actId="26606"/>
          <ac:spMkLst>
            <pc:docMk/>
            <pc:sldMk cId="0" sldId="286"/>
            <ac:spMk id="21" creationId="{00000000-0000-0000-0000-000000000000}"/>
          </ac:spMkLst>
        </pc:spChg>
        <pc:spChg chg="add del">
          <ac:chgData name="Marion Jeptoo (Prevoir)" userId="244841a1-5f60-4b9e-a668-5f2315b5408e" providerId="ADAL" clId="{32E6EEF9-4313-42E4-A44E-A4FDDD158680}" dt="2026-03-31T06:54:01.011" v="419" actId="26606"/>
          <ac:spMkLst>
            <pc:docMk/>
            <pc:sldMk cId="0" sldId="286"/>
            <ac:spMk id="23" creationId="{BACC6370-2D7E-4714-9D71-7542949D7D5D}"/>
          </ac:spMkLst>
        </pc:spChg>
        <pc:spChg chg="add del">
          <ac:chgData name="Marion Jeptoo (Prevoir)" userId="244841a1-5f60-4b9e-a668-5f2315b5408e" providerId="ADAL" clId="{32E6EEF9-4313-42E4-A44E-A4FDDD158680}" dt="2026-03-31T06:54:01.011" v="419" actId="26606"/>
          <ac:spMkLst>
            <pc:docMk/>
            <pc:sldMk cId="0" sldId="286"/>
            <ac:spMk id="24" creationId="{256B2C21-A230-48C0-8DF1-C46611373C44}"/>
          </ac:spMkLst>
        </pc:spChg>
        <pc:spChg chg="add del">
          <ac:chgData name="Marion Jeptoo (Prevoir)" userId="244841a1-5f60-4b9e-a668-5f2315b5408e" providerId="ADAL" clId="{32E6EEF9-4313-42E4-A44E-A4FDDD158680}" dt="2026-03-31T06:54:01.011" v="419" actId="26606"/>
          <ac:spMkLst>
            <pc:docMk/>
            <pc:sldMk cId="0" sldId="286"/>
            <ac:spMk id="25" creationId="{3847E18C-932D-4C95-AABA-FEC7C9499AD7}"/>
          </ac:spMkLst>
        </pc:spChg>
        <pc:spChg chg="add del">
          <ac:chgData name="Marion Jeptoo (Prevoir)" userId="244841a1-5f60-4b9e-a668-5f2315b5408e" providerId="ADAL" clId="{32E6EEF9-4313-42E4-A44E-A4FDDD158680}" dt="2026-03-31T06:54:01.011" v="419" actId="26606"/>
          <ac:spMkLst>
            <pc:docMk/>
            <pc:sldMk cId="0" sldId="286"/>
            <ac:spMk id="26" creationId="{3150CB11-0C61-439E-910F-5787759E72A0}"/>
          </ac:spMkLst>
        </pc:spChg>
        <pc:spChg chg="add del">
          <ac:chgData name="Marion Jeptoo (Prevoir)" userId="244841a1-5f60-4b9e-a668-5f2315b5408e" providerId="ADAL" clId="{32E6EEF9-4313-42E4-A44E-A4FDDD158680}" dt="2026-03-31T06:54:01.011" v="419" actId="26606"/>
          <ac:spMkLst>
            <pc:docMk/>
            <pc:sldMk cId="0" sldId="286"/>
            <ac:spMk id="27" creationId="{43F8A58B-5155-44CE-A5FF-7647B47D0A7A}"/>
          </ac:spMkLst>
        </pc:spChg>
        <pc:spChg chg="add del">
          <ac:chgData name="Marion Jeptoo (Prevoir)" userId="244841a1-5f60-4b9e-a668-5f2315b5408e" providerId="ADAL" clId="{32E6EEF9-4313-42E4-A44E-A4FDDD158680}" dt="2026-03-31T06:54:01.011" v="419" actId="26606"/>
          <ac:spMkLst>
            <pc:docMk/>
            <pc:sldMk cId="0" sldId="286"/>
            <ac:spMk id="28" creationId="{443F2ACA-E6D6-4028-82DD-F03C262D5DE6}"/>
          </ac:spMkLst>
        </pc:spChg>
        <pc:spChg chg="add del">
          <ac:chgData name="Marion Jeptoo (Prevoir)" userId="244841a1-5f60-4b9e-a668-5f2315b5408e" providerId="ADAL" clId="{32E6EEF9-4313-42E4-A44E-A4FDDD158680}" dt="2026-03-31T06:54:10.869" v="421" actId="26606"/>
          <ac:spMkLst>
            <pc:docMk/>
            <pc:sldMk cId="0" sldId="286"/>
            <ac:spMk id="31" creationId="{BACC6370-2D7E-4714-9D71-7542949D7D5D}"/>
          </ac:spMkLst>
        </pc:spChg>
        <pc:spChg chg="add del">
          <ac:chgData name="Marion Jeptoo (Prevoir)" userId="244841a1-5f60-4b9e-a668-5f2315b5408e" providerId="ADAL" clId="{32E6EEF9-4313-42E4-A44E-A4FDDD158680}" dt="2026-03-31T06:54:10.869" v="421" actId="26606"/>
          <ac:spMkLst>
            <pc:docMk/>
            <pc:sldMk cId="0" sldId="286"/>
            <ac:spMk id="32" creationId="{F68B3F68-107C-434F-AA38-110D5EA91B85}"/>
          </ac:spMkLst>
        </pc:spChg>
        <pc:spChg chg="add del">
          <ac:chgData name="Marion Jeptoo (Prevoir)" userId="244841a1-5f60-4b9e-a668-5f2315b5408e" providerId="ADAL" clId="{32E6EEF9-4313-42E4-A44E-A4FDDD158680}" dt="2026-03-31T06:54:10.869" v="421" actId="26606"/>
          <ac:spMkLst>
            <pc:docMk/>
            <pc:sldMk cId="0" sldId="286"/>
            <ac:spMk id="33" creationId="{AAD0DBB9-1A4B-4391-81D4-CB19F9AB918A}"/>
          </ac:spMkLst>
        </pc:spChg>
        <pc:spChg chg="add del">
          <ac:chgData name="Marion Jeptoo (Prevoir)" userId="244841a1-5f60-4b9e-a668-5f2315b5408e" providerId="ADAL" clId="{32E6EEF9-4313-42E4-A44E-A4FDDD158680}" dt="2026-03-31T06:54:10.869" v="421" actId="26606"/>
          <ac:spMkLst>
            <pc:docMk/>
            <pc:sldMk cId="0" sldId="286"/>
            <ac:spMk id="34" creationId="{063BBA22-50EA-4C4D-BE05-F1CE4E63AA56}"/>
          </ac:spMkLst>
        </pc:spChg>
        <pc:spChg chg="add del">
          <ac:chgData name="Marion Jeptoo (Prevoir)" userId="244841a1-5f60-4b9e-a668-5f2315b5408e" providerId="ADAL" clId="{32E6EEF9-4313-42E4-A44E-A4FDDD158680}" dt="2026-03-31T06:54:13.223" v="423" actId="26606"/>
          <ac:spMkLst>
            <pc:docMk/>
            <pc:sldMk cId="0" sldId="286"/>
            <ac:spMk id="37" creationId="{BACC6370-2D7E-4714-9D71-7542949D7D5D}"/>
          </ac:spMkLst>
        </pc:spChg>
        <pc:spChg chg="add del">
          <ac:chgData name="Marion Jeptoo (Prevoir)" userId="244841a1-5f60-4b9e-a668-5f2315b5408e" providerId="ADAL" clId="{32E6EEF9-4313-42E4-A44E-A4FDDD158680}" dt="2026-03-31T06:54:13.223" v="423" actId="26606"/>
          <ac:spMkLst>
            <pc:docMk/>
            <pc:sldMk cId="0" sldId="286"/>
            <ac:spMk id="38" creationId="{F68B3F68-107C-434F-AA38-110D5EA91B85}"/>
          </ac:spMkLst>
        </pc:spChg>
        <pc:spChg chg="add del">
          <ac:chgData name="Marion Jeptoo (Prevoir)" userId="244841a1-5f60-4b9e-a668-5f2315b5408e" providerId="ADAL" clId="{32E6EEF9-4313-42E4-A44E-A4FDDD158680}" dt="2026-03-31T06:54:13.223" v="423" actId="26606"/>
          <ac:spMkLst>
            <pc:docMk/>
            <pc:sldMk cId="0" sldId="286"/>
            <ac:spMk id="39" creationId="{AAD0DBB9-1A4B-4391-81D4-CB19F9AB918A}"/>
          </ac:spMkLst>
        </pc:spChg>
        <pc:spChg chg="add del">
          <ac:chgData name="Marion Jeptoo (Prevoir)" userId="244841a1-5f60-4b9e-a668-5f2315b5408e" providerId="ADAL" clId="{32E6EEF9-4313-42E4-A44E-A4FDDD158680}" dt="2026-03-31T06:54:13.223" v="423" actId="26606"/>
          <ac:spMkLst>
            <pc:docMk/>
            <pc:sldMk cId="0" sldId="286"/>
            <ac:spMk id="40" creationId="{063BBA22-50EA-4C4D-BE05-F1CE4E63AA56}"/>
          </ac:spMkLst>
        </pc:spChg>
        <pc:spChg chg="add">
          <ac:chgData name="Marion Jeptoo (Prevoir)" userId="244841a1-5f60-4b9e-a668-5f2315b5408e" providerId="ADAL" clId="{32E6EEF9-4313-42E4-A44E-A4FDDD158680}" dt="2026-03-31T06:54:13.255" v="424" actId="26606"/>
          <ac:spMkLst>
            <pc:docMk/>
            <pc:sldMk cId="0" sldId="286"/>
            <ac:spMk id="43" creationId="{BACC6370-2D7E-4714-9D71-7542949D7D5D}"/>
          </ac:spMkLst>
        </pc:spChg>
        <pc:spChg chg="add">
          <ac:chgData name="Marion Jeptoo (Prevoir)" userId="244841a1-5f60-4b9e-a668-5f2315b5408e" providerId="ADAL" clId="{32E6EEF9-4313-42E4-A44E-A4FDDD158680}" dt="2026-03-31T06:54:13.255" v="424" actId="26606"/>
          <ac:spMkLst>
            <pc:docMk/>
            <pc:sldMk cId="0" sldId="286"/>
            <ac:spMk id="44" creationId="{F68B3F68-107C-434F-AA38-110D5EA91B85}"/>
          </ac:spMkLst>
        </pc:spChg>
        <pc:spChg chg="add">
          <ac:chgData name="Marion Jeptoo (Prevoir)" userId="244841a1-5f60-4b9e-a668-5f2315b5408e" providerId="ADAL" clId="{32E6EEF9-4313-42E4-A44E-A4FDDD158680}" dt="2026-03-31T06:54:13.255" v="424" actId="26606"/>
          <ac:spMkLst>
            <pc:docMk/>
            <pc:sldMk cId="0" sldId="286"/>
            <ac:spMk id="45" creationId="{AAD0DBB9-1A4B-4391-81D4-CB19F9AB918A}"/>
          </ac:spMkLst>
        </pc:spChg>
        <pc:spChg chg="add">
          <ac:chgData name="Marion Jeptoo (Prevoir)" userId="244841a1-5f60-4b9e-a668-5f2315b5408e" providerId="ADAL" clId="{32E6EEF9-4313-42E4-A44E-A4FDDD158680}" dt="2026-03-31T06:54:13.255" v="424" actId="26606"/>
          <ac:spMkLst>
            <pc:docMk/>
            <pc:sldMk cId="0" sldId="286"/>
            <ac:spMk id="46" creationId="{063BBA22-50EA-4C4D-BE05-F1CE4E63AA56}"/>
          </ac:spMkLst>
        </pc:spChg>
        <pc:graphicFrameChg chg="add del">
          <ac:chgData name="Marion Jeptoo (Prevoir)" userId="244841a1-5f60-4b9e-a668-5f2315b5408e" providerId="ADAL" clId="{32E6EEF9-4313-42E4-A44E-A4FDDD158680}" dt="2026-03-31T06:53:58.910" v="415" actId="26606"/>
          <ac:graphicFrameMkLst>
            <pc:docMk/>
            <pc:sldMk cId="0" sldId="286"/>
            <ac:graphicFrameMk id="5" creationId="{F9F26B22-4F44-234D-BE72-51194C1F9EC7}"/>
          </ac:graphicFrameMkLst>
        </pc:graphicFrameChg>
        <pc:graphicFrameChg chg="add del">
          <ac:chgData name="Marion Jeptoo (Prevoir)" userId="244841a1-5f60-4b9e-a668-5f2315b5408e" providerId="ADAL" clId="{32E6EEF9-4313-42E4-A44E-A4FDDD158680}" dt="2026-03-31T06:54:01.011" v="419" actId="26606"/>
          <ac:graphicFrameMkLst>
            <pc:docMk/>
            <pc:sldMk cId="0" sldId="286"/>
            <ac:graphicFrameMk id="29" creationId="{F9F26B22-4F44-234D-BE72-51194C1F9EC7}"/>
          </ac:graphicFrameMkLst>
        </pc:graphicFrameChg>
        <pc:graphicFrameChg chg="add del">
          <ac:chgData name="Marion Jeptoo (Prevoir)" userId="244841a1-5f60-4b9e-a668-5f2315b5408e" providerId="ADAL" clId="{32E6EEF9-4313-42E4-A44E-A4FDDD158680}" dt="2026-03-31T06:54:10.869" v="421" actId="26606"/>
          <ac:graphicFrameMkLst>
            <pc:docMk/>
            <pc:sldMk cId="0" sldId="286"/>
            <ac:graphicFrameMk id="35" creationId="{78B47778-0630-926F-5BED-5184B0FDBD2D}"/>
          </ac:graphicFrameMkLst>
        </pc:graphicFrameChg>
        <pc:graphicFrameChg chg="add del">
          <ac:chgData name="Marion Jeptoo (Prevoir)" userId="244841a1-5f60-4b9e-a668-5f2315b5408e" providerId="ADAL" clId="{32E6EEF9-4313-42E4-A44E-A4FDDD158680}" dt="2026-03-31T06:54:13.223" v="423" actId="26606"/>
          <ac:graphicFrameMkLst>
            <pc:docMk/>
            <pc:sldMk cId="0" sldId="286"/>
            <ac:graphicFrameMk id="41" creationId="{29B38DDB-39E5-BFB7-CB91-D170E2367CB5}"/>
          </ac:graphicFrameMkLst>
        </pc:graphicFrameChg>
        <pc:graphicFrameChg chg="add">
          <ac:chgData name="Marion Jeptoo (Prevoir)" userId="244841a1-5f60-4b9e-a668-5f2315b5408e" providerId="ADAL" clId="{32E6EEF9-4313-42E4-A44E-A4FDDD158680}" dt="2026-03-31T06:54:13.255" v="424" actId="26606"/>
          <ac:graphicFrameMkLst>
            <pc:docMk/>
            <pc:sldMk cId="0" sldId="286"/>
            <ac:graphicFrameMk id="47" creationId="{78B47778-0630-926F-5BED-5184B0FDBD2D}"/>
          </ac:graphicFrameMkLst>
        </pc:graphicFrameChg>
      </pc:sldChg>
      <pc:sldChg chg="addSp modSp add mod setBg">
        <pc:chgData name="Marion Jeptoo (Prevoir)" userId="244841a1-5f60-4b9e-a668-5f2315b5408e" providerId="ADAL" clId="{32E6EEF9-4313-42E4-A44E-A4FDDD158680}" dt="2026-03-31T06:54:40.401" v="427" actId="14100"/>
        <pc:sldMkLst>
          <pc:docMk/>
          <pc:sldMk cId="0" sldId="287"/>
        </pc:sldMkLst>
        <pc:spChg chg="mod">
          <ac:chgData name="Marion Jeptoo (Prevoir)" userId="244841a1-5f60-4b9e-a668-5f2315b5408e" providerId="ADAL" clId="{32E6EEF9-4313-42E4-A44E-A4FDDD158680}" dt="2026-03-31T06:54:22.754" v="425" actId="26606"/>
          <ac:spMkLst>
            <pc:docMk/>
            <pc:sldMk cId="0" sldId="287"/>
            <ac:spMk id="2" creationId="{00000000-0000-0000-0000-000000000000}"/>
          </ac:spMkLst>
        </pc:spChg>
        <pc:spChg chg="mod">
          <ac:chgData name="Marion Jeptoo (Prevoir)" userId="244841a1-5f60-4b9e-a668-5f2315b5408e" providerId="ADAL" clId="{32E6EEF9-4313-42E4-A44E-A4FDDD158680}" dt="2026-03-31T06:54:40.401" v="427" actId="14100"/>
          <ac:spMkLst>
            <pc:docMk/>
            <pc:sldMk cId="0" sldId="287"/>
            <ac:spMk id="3" creationId="{00000000-0000-0000-0000-000000000000}"/>
          </ac:spMkLst>
        </pc:spChg>
        <pc:spChg chg="add">
          <ac:chgData name="Marion Jeptoo (Prevoir)" userId="244841a1-5f60-4b9e-a668-5f2315b5408e" providerId="ADAL" clId="{32E6EEF9-4313-42E4-A44E-A4FDDD158680}" dt="2026-03-31T06:54:22.754" v="425" actId="26606"/>
          <ac:spMkLst>
            <pc:docMk/>
            <pc:sldMk cId="0" sldId="287"/>
            <ac:spMk id="8" creationId="{DEE2AD96-B495-4E06-9291-B71706F728CB}"/>
          </ac:spMkLst>
        </pc:spChg>
        <pc:spChg chg="add">
          <ac:chgData name="Marion Jeptoo (Prevoir)" userId="244841a1-5f60-4b9e-a668-5f2315b5408e" providerId="ADAL" clId="{32E6EEF9-4313-42E4-A44E-A4FDDD158680}" dt="2026-03-31T06:54:22.754" v="425" actId="26606"/>
          <ac:spMkLst>
            <pc:docMk/>
            <pc:sldMk cId="0" sldId="287"/>
            <ac:spMk id="10" creationId="{53CF6D67-C5A8-4ADD-9E8E-1E38CA1D3166}"/>
          </ac:spMkLst>
        </pc:spChg>
        <pc:spChg chg="add">
          <ac:chgData name="Marion Jeptoo (Prevoir)" userId="244841a1-5f60-4b9e-a668-5f2315b5408e" providerId="ADAL" clId="{32E6EEF9-4313-42E4-A44E-A4FDDD158680}" dt="2026-03-31T06:54:22.754" v="425" actId="26606"/>
          <ac:spMkLst>
            <pc:docMk/>
            <pc:sldMk cId="0" sldId="287"/>
            <ac:spMk id="12" creationId="{86909FA0-B515-4681-B7A8-FA281D133B94}"/>
          </ac:spMkLst>
        </pc:spChg>
        <pc:spChg chg="add">
          <ac:chgData name="Marion Jeptoo (Prevoir)" userId="244841a1-5f60-4b9e-a668-5f2315b5408e" providerId="ADAL" clId="{32E6EEF9-4313-42E4-A44E-A4FDDD158680}" dt="2026-03-31T06:54:22.754" v="425" actId="26606"/>
          <ac:spMkLst>
            <pc:docMk/>
            <pc:sldMk cId="0" sldId="287"/>
            <ac:spMk id="14" creationId="{21C9FE86-FCC3-4A31-AA1C-C882262B7FE7}"/>
          </ac:spMkLst>
        </pc:spChg>
        <pc:spChg chg="add">
          <ac:chgData name="Marion Jeptoo (Prevoir)" userId="244841a1-5f60-4b9e-a668-5f2315b5408e" providerId="ADAL" clId="{32E6EEF9-4313-42E4-A44E-A4FDDD158680}" dt="2026-03-31T06:54:22.754" v="425" actId="26606"/>
          <ac:spMkLst>
            <pc:docMk/>
            <pc:sldMk cId="0" sldId="287"/>
            <ac:spMk id="16" creationId="{7D96243B-ECED-4B71-8E06-AE9A285EAD20}"/>
          </ac:spMkLst>
        </pc:spChg>
        <pc:spChg chg="add">
          <ac:chgData name="Marion Jeptoo (Prevoir)" userId="244841a1-5f60-4b9e-a668-5f2315b5408e" providerId="ADAL" clId="{32E6EEF9-4313-42E4-A44E-A4FDDD158680}" dt="2026-03-31T06:54:22.754" v="425" actId="26606"/>
          <ac:spMkLst>
            <pc:docMk/>
            <pc:sldMk cId="0" sldId="287"/>
            <ac:spMk id="18" creationId="{A09989E4-EFDC-4A90-A633-E0525FB4139E}"/>
          </ac:spMkLst>
        </pc:spChg>
      </pc:sldChg>
      <pc:sldChg chg="addSp modSp add mod setBg">
        <pc:chgData name="Marion Jeptoo (Prevoir)" userId="244841a1-5f60-4b9e-a668-5f2315b5408e" providerId="ADAL" clId="{32E6EEF9-4313-42E4-A44E-A4FDDD158680}" dt="2026-03-31T06:55:02.687" v="428" actId="26606"/>
        <pc:sldMkLst>
          <pc:docMk/>
          <pc:sldMk cId="0" sldId="288"/>
        </pc:sldMkLst>
        <pc:spChg chg="mod">
          <ac:chgData name="Marion Jeptoo (Prevoir)" userId="244841a1-5f60-4b9e-a668-5f2315b5408e" providerId="ADAL" clId="{32E6EEF9-4313-42E4-A44E-A4FDDD158680}" dt="2026-03-31T06:55:02.687" v="428" actId="26606"/>
          <ac:spMkLst>
            <pc:docMk/>
            <pc:sldMk cId="0" sldId="288"/>
            <ac:spMk id="2" creationId="{00000000-0000-0000-0000-000000000000}"/>
          </ac:spMkLst>
        </pc:spChg>
        <pc:spChg chg="add">
          <ac:chgData name="Marion Jeptoo (Prevoir)" userId="244841a1-5f60-4b9e-a668-5f2315b5408e" providerId="ADAL" clId="{32E6EEF9-4313-42E4-A44E-A4FDDD158680}" dt="2026-03-31T06:55:02.687" v="428" actId="26606"/>
          <ac:spMkLst>
            <pc:docMk/>
            <pc:sldMk cId="0" sldId="288"/>
            <ac:spMk id="10" creationId="{A8384FB5-9ADC-4DDC-881B-597D56F5B15D}"/>
          </ac:spMkLst>
        </pc:spChg>
        <pc:spChg chg="add">
          <ac:chgData name="Marion Jeptoo (Prevoir)" userId="244841a1-5f60-4b9e-a668-5f2315b5408e" providerId="ADAL" clId="{32E6EEF9-4313-42E4-A44E-A4FDDD158680}" dt="2026-03-31T06:55:02.687" v="428" actId="26606"/>
          <ac:spMkLst>
            <pc:docMk/>
            <pc:sldMk cId="0" sldId="288"/>
            <ac:spMk id="12" creationId="{91E5A9A7-95C6-4F4F-B00E-C82E07FE62EF}"/>
          </ac:spMkLst>
        </pc:spChg>
        <pc:spChg chg="add">
          <ac:chgData name="Marion Jeptoo (Prevoir)" userId="244841a1-5f60-4b9e-a668-5f2315b5408e" providerId="ADAL" clId="{32E6EEF9-4313-42E4-A44E-A4FDDD158680}" dt="2026-03-31T06:55:02.687" v="428" actId="26606"/>
          <ac:spMkLst>
            <pc:docMk/>
            <pc:sldMk cId="0" sldId="288"/>
            <ac:spMk id="14" creationId="{D07DD2DE-F619-49DD-B5E7-03A290FF4ED1}"/>
          </ac:spMkLst>
        </pc:spChg>
        <pc:spChg chg="add">
          <ac:chgData name="Marion Jeptoo (Prevoir)" userId="244841a1-5f60-4b9e-a668-5f2315b5408e" providerId="ADAL" clId="{32E6EEF9-4313-42E4-A44E-A4FDDD158680}" dt="2026-03-31T06:55:02.687" v="428" actId="26606"/>
          <ac:spMkLst>
            <pc:docMk/>
            <pc:sldMk cId="0" sldId="288"/>
            <ac:spMk id="16" creationId="{85149191-5F60-4A28-AAFF-039F96B0F3EC}"/>
          </ac:spMkLst>
        </pc:spChg>
        <pc:spChg chg="add">
          <ac:chgData name="Marion Jeptoo (Prevoir)" userId="244841a1-5f60-4b9e-a668-5f2315b5408e" providerId="ADAL" clId="{32E6EEF9-4313-42E4-A44E-A4FDDD158680}" dt="2026-03-31T06:55:02.687" v="428" actId="26606"/>
          <ac:spMkLst>
            <pc:docMk/>
            <pc:sldMk cId="0" sldId="288"/>
            <ac:spMk id="18" creationId="{F8260ED5-17F7-4158-B241-D51DD4CF1B7E}"/>
          </ac:spMkLst>
        </pc:spChg>
        <pc:graphicFrameChg chg="mod modGraphic">
          <ac:chgData name="Marion Jeptoo (Prevoir)" userId="244841a1-5f60-4b9e-a668-5f2315b5408e" providerId="ADAL" clId="{32E6EEF9-4313-42E4-A44E-A4FDDD158680}" dt="2026-03-31T06:55:02.687" v="428" actId="26606"/>
          <ac:graphicFrameMkLst>
            <pc:docMk/>
            <pc:sldMk cId="0" sldId="288"/>
            <ac:graphicFrameMk id="5" creationId="{14D026C1-E521-8DC3-DD12-212AE15971C8}"/>
          </ac:graphicFrameMkLst>
        </pc:graphicFrameChg>
      </pc:sldChg>
      <pc:sldChg chg="addSp modSp add mod setBg">
        <pc:chgData name="Marion Jeptoo (Prevoir)" userId="244841a1-5f60-4b9e-a668-5f2315b5408e" providerId="ADAL" clId="{32E6EEF9-4313-42E4-A44E-A4FDDD158680}" dt="2026-03-31T06:55:18.539" v="429" actId="26606"/>
        <pc:sldMkLst>
          <pc:docMk/>
          <pc:sldMk cId="426192990" sldId="289"/>
        </pc:sldMkLst>
        <pc:spChg chg="mod">
          <ac:chgData name="Marion Jeptoo (Prevoir)" userId="244841a1-5f60-4b9e-a668-5f2315b5408e" providerId="ADAL" clId="{32E6EEF9-4313-42E4-A44E-A4FDDD158680}" dt="2026-03-31T06:55:18.539" v="429" actId="26606"/>
          <ac:spMkLst>
            <pc:docMk/>
            <pc:sldMk cId="426192990" sldId="289"/>
            <ac:spMk id="2" creationId="{E72ABE44-389B-1873-7671-F49E27B54186}"/>
          </ac:spMkLst>
        </pc:spChg>
        <pc:spChg chg="add">
          <ac:chgData name="Marion Jeptoo (Prevoir)" userId="244841a1-5f60-4b9e-a668-5f2315b5408e" providerId="ADAL" clId="{32E6EEF9-4313-42E4-A44E-A4FDDD158680}" dt="2026-03-31T06:55:18.539" v="429" actId="26606"/>
          <ac:spMkLst>
            <pc:docMk/>
            <pc:sldMk cId="426192990" sldId="289"/>
            <ac:spMk id="8" creationId="{A8384FB5-9ADC-4DDC-881B-597D56F5B15D}"/>
          </ac:spMkLst>
        </pc:spChg>
        <pc:spChg chg="add">
          <ac:chgData name="Marion Jeptoo (Prevoir)" userId="244841a1-5f60-4b9e-a668-5f2315b5408e" providerId="ADAL" clId="{32E6EEF9-4313-42E4-A44E-A4FDDD158680}" dt="2026-03-31T06:55:18.539" v="429" actId="26606"/>
          <ac:spMkLst>
            <pc:docMk/>
            <pc:sldMk cId="426192990" sldId="289"/>
            <ac:spMk id="10" creationId="{1199E1B1-A8C0-4FE8-A5A8-1CB41D69F857}"/>
          </ac:spMkLst>
        </pc:spChg>
        <pc:spChg chg="add">
          <ac:chgData name="Marion Jeptoo (Prevoir)" userId="244841a1-5f60-4b9e-a668-5f2315b5408e" providerId="ADAL" clId="{32E6EEF9-4313-42E4-A44E-A4FDDD158680}" dt="2026-03-31T06:55:18.539" v="429" actId="26606"/>
          <ac:spMkLst>
            <pc:docMk/>
            <pc:sldMk cId="426192990" sldId="289"/>
            <ac:spMk id="12" creationId="{84A8DE83-DE75-4B41-9DB4-A7EC0B0DEC0B}"/>
          </ac:spMkLst>
        </pc:spChg>
        <pc:spChg chg="add">
          <ac:chgData name="Marion Jeptoo (Prevoir)" userId="244841a1-5f60-4b9e-a668-5f2315b5408e" providerId="ADAL" clId="{32E6EEF9-4313-42E4-A44E-A4FDDD158680}" dt="2026-03-31T06:55:18.539" v="429" actId="26606"/>
          <ac:spMkLst>
            <pc:docMk/>
            <pc:sldMk cId="426192990" sldId="289"/>
            <ac:spMk id="14" creationId="{A7009A0A-BEF5-4EAC-AF15-E4F9F002E239}"/>
          </ac:spMkLst>
        </pc:spChg>
        <pc:graphicFrameChg chg="mod modGraphic">
          <ac:chgData name="Marion Jeptoo (Prevoir)" userId="244841a1-5f60-4b9e-a668-5f2315b5408e" providerId="ADAL" clId="{32E6EEF9-4313-42E4-A44E-A4FDDD158680}" dt="2026-03-31T06:55:18.539" v="429" actId="26606"/>
          <ac:graphicFrameMkLst>
            <pc:docMk/>
            <pc:sldMk cId="426192990" sldId="289"/>
            <ac:graphicFrameMk id="3" creationId="{2EB97B42-71FE-D4F3-85EC-22A71221FD35}"/>
          </ac:graphicFrameMkLst>
        </pc:graphicFrameChg>
      </pc:sldChg>
      <pc:sldChg chg="modSp add mod">
        <pc:chgData name="Marion Jeptoo (Prevoir)" userId="244841a1-5f60-4b9e-a668-5f2315b5408e" providerId="ADAL" clId="{32E6EEF9-4313-42E4-A44E-A4FDDD158680}" dt="2026-03-31T06:27:03.647" v="327" actId="27636"/>
        <pc:sldMkLst>
          <pc:docMk/>
          <pc:sldMk cId="412912822" sldId="290"/>
        </pc:sldMkLst>
        <pc:spChg chg="mod">
          <ac:chgData name="Marion Jeptoo (Prevoir)" userId="244841a1-5f60-4b9e-a668-5f2315b5408e" providerId="ADAL" clId="{32E6EEF9-4313-42E4-A44E-A4FDDD158680}" dt="2026-03-31T06:27:03.647" v="327" actId="27636"/>
          <ac:spMkLst>
            <pc:docMk/>
            <pc:sldMk cId="412912822" sldId="290"/>
            <ac:spMk id="2" creationId="{1BBFC846-C58D-BFE3-F899-3A2E28AA3924}"/>
          </ac:spMkLst>
        </pc:spChg>
      </pc:sldChg>
      <pc:sldChg chg="add">
        <pc:chgData name="Marion Jeptoo (Prevoir)" userId="244841a1-5f60-4b9e-a668-5f2315b5408e" providerId="ADAL" clId="{32E6EEF9-4313-42E4-A44E-A4FDDD158680}" dt="2026-03-31T06:27:03.552" v="323"/>
        <pc:sldMkLst>
          <pc:docMk/>
          <pc:sldMk cId="3895339218" sldId="291"/>
        </pc:sldMkLst>
      </pc:sldChg>
      <pc:sldChg chg="addSp modSp add mod setBg">
        <pc:chgData name="Marion Jeptoo (Prevoir)" userId="244841a1-5f60-4b9e-a668-5f2315b5408e" providerId="ADAL" clId="{32E6EEF9-4313-42E4-A44E-A4FDDD158680}" dt="2026-03-31T06:55:34.973" v="430" actId="26606"/>
        <pc:sldMkLst>
          <pc:docMk/>
          <pc:sldMk cId="1357439994" sldId="292"/>
        </pc:sldMkLst>
        <pc:spChg chg="mod">
          <ac:chgData name="Marion Jeptoo (Prevoir)" userId="244841a1-5f60-4b9e-a668-5f2315b5408e" providerId="ADAL" clId="{32E6EEF9-4313-42E4-A44E-A4FDDD158680}" dt="2026-03-31T06:55:34.973" v="430" actId="26606"/>
          <ac:spMkLst>
            <pc:docMk/>
            <pc:sldMk cId="1357439994" sldId="292"/>
            <ac:spMk id="2" creationId="{E54FBC99-EADC-13F3-5862-9E2A4C934882}"/>
          </ac:spMkLst>
        </pc:spChg>
        <pc:spChg chg="mod">
          <ac:chgData name="Marion Jeptoo (Prevoir)" userId="244841a1-5f60-4b9e-a668-5f2315b5408e" providerId="ADAL" clId="{32E6EEF9-4313-42E4-A44E-A4FDDD158680}" dt="2026-03-31T06:55:34.973" v="430" actId="26606"/>
          <ac:spMkLst>
            <pc:docMk/>
            <pc:sldMk cId="1357439994" sldId="292"/>
            <ac:spMk id="5" creationId="{7478EE30-4924-3D86-0718-53F586B90D1F}"/>
          </ac:spMkLst>
        </pc:spChg>
        <pc:spChg chg="add">
          <ac:chgData name="Marion Jeptoo (Prevoir)" userId="244841a1-5f60-4b9e-a668-5f2315b5408e" providerId="ADAL" clId="{32E6EEF9-4313-42E4-A44E-A4FDDD158680}" dt="2026-03-31T06:55:34.973" v="430" actId="26606"/>
          <ac:spMkLst>
            <pc:docMk/>
            <pc:sldMk cId="1357439994" sldId="292"/>
            <ac:spMk id="10" creationId="{1B15ED52-F352-441B-82BF-E0EA34836D08}"/>
          </ac:spMkLst>
        </pc:spChg>
        <pc:spChg chg="add">
          <ac:chgData name="Marion Jeptoo (Prevoir)" userId="244841a1-5f60-4b9e-a668-5f2315b5408e" providerId="ADAL" clId="{32E6EEF9-4313-42E4-A44E-A4FDDD158680}" dt="2026-03-31T06:55:34.973" v="430" actId="26606"/>
          <ac:spMkLst>
            <pc:docMk/>
            <pc:sldMk cId="1357439994" sldId="292"/>
            <ac:spMk id="12" creationId="{3B2E3793-BFE6-45A2-9B7B-E18844431C99}"/>
          </ac:spMkLst>
        </pc:spChg>
        <pc:spChg chg="add">
          <ac:chgData name="Marion Jeptoo (Prevoir)" userId="244841a1-5f60-4b9e-a668-5f2315b5408e" providerId="ADAL" clId="{32E6EEF9-4313-42E4-A44E-A4FDDD158680}" dt="2026-03-31T06:55:34.973" v="430" actId="26606"/>
          <ac:spMkLst>
            <pc:docMk/>
            <pc:sldMk cId="1357439994" sldId="292"/>
            <ac:spMk id="14" creationId="{BC4C4868-CB8F-4AF9-9CDB-8108F2C19B67}"/>
          </ac:spMkLst>
        </pc:spChg>
        <pc:spChg chg="add">
          <ac:chgData name="Marion Jeptoo (Prevoir)" userId="244841a1-5f60-4b9e-a668-5f2315b5408e" providerId="ADAL" clId="{32E6EEF9-4313-42E4-A44E-A4FDDD158680}" dt="2026-03-31T06:55:34.973" v="430" actId="26606"/>
          <ac:spMkLst>
            <pc:docMk/>
            <pc:sldMk cId="1357439994" sldId="292"/>
            <ac:spMk id="16" creationId="{375E0459-6403-40CD-989D-56A4407CA12E}"/>
          </ac:spMkLst>
        </pc:spChg>
        <pc:spChg chg="add">
          <ac:chgData name="Marion Jeptoo (Prevoir)" userId="244841a1-5f60-4b9e-a668-5f2315b5408e" providerId="ADAL" clId="{32E6EEF9-4313-42E4-A44E-A4FDDD158680}" dt="2026-03-31T06:55:34.973" v="430" actId="26606"/>
          <ac:spMkLst>
            <pc:docMk/>
            <pc:sldMk cId="1357439994" sldId="292"/>
            <ac:spMk id="18" creationId="{53E5B1A8-3AC9-4BD1-9BBC-78CA94F2D1BA}"/>
          </ac:spMkLst>
        </pc:spChg>
        <pc:graphicFrameChg chg="mod ord modGraphic">
          <ac:chgData name="Marion Jeptoo (Prevoir)" userId="244841a1-5f60-4b9e-a668-5f2315b5408e" providerId="ADAL" clId="{32E6EEF9-4313-42E4-A44E-A4FDDD158680}" dt="2026-03-31T06:55:34.973" v="430" actId="26606"/>
          <ac:graphicFrameMkLst>
            <pc:docMk/>
            <pc:sldMk cId="1357439994" sldId="292"/>
            <ac:graphicFrameMk id="4" creationId="{30923549-3078-4657-44C2-D42F9704E011}"/>
          </ac:graphicFrameMkLst>
        </pc:graphicFrameChg>
      </pc:sldChg>
      <pc:sldChg chg="addSp modSp add mod setBg">
        <pc:chgData name="Marion Jeptoo (Prevoir)" userId="244841a1-5f60-4b9e-a668-5f2315b5408e" providerId="ADAL" clId="{32E6EEF9-4313-42E4-A44E-A4FDDD158680}" dt="2026-03-31T06:55:49.461" v="431" actId="26606"/>
        <pc:sldMkLst>
          <pc:docMk/>
          <pc:sldMk cId="1922380053" sldId="293"/>
        </pc:sldMkLst>
        <pc:spChg chg="mod">
          <ac:chgData name="Marion Jeptoo (Prevoir)" userId="244841a1-5f60-4b9e-a668-5f2315b5408e" providerId="ADAL" clId="{32E6EEF9-4313-42E4-A44E-A4FDDD158680}" dt="2026-03-31T06:55:49.461" v="431" actId="26606"/>
          <ac:spMkLst>
            <pc:docMk/>
            <pc:sldMk cId="1922380053" sldId="293"/>
            <ac:spMk id="2" creationId="{55E4D4C8-13CE-1870-AAE0-E97B94F85627}"/>
          </ac:spMkLst>
        </pc:spChg>
        <pc:spChg chg="add">
          <ac:chgData name="Marion Jeptoo (Prevoir)" userId="244841a1-5f60-4b9e-a668-5f2315b5408e" providerId="ADAL" clId="{32E6EEF9-4313-42E4-A44E-A4FDDD158680}" dt="2026-03-31T06:55:49.461" v="431" actId="26606"/>
          <ac:spMkLst>
            <pc:docMk/>
            <pc:sldMk cId="1922380053" sldId="293"/>
            <ac:spMk id="8" creationId="{A8384FB5-9ADC-4DDC-881B-597D56F5B15D}"/>
          </ac:spMkLst>
        </pc:spChg>
        <pc:spChg chg="add">
          <ac:chgData name="Marion Jeptoo (Prevoir)" userId="244841a1-5f60-4b9e-a668-5f2315b5408e" providerId="ADAL" clId="{32E6EEF9-4313-42E4-A44E-A4FDDD158680}" dt="2026-03-31T06:55:49.461" v="431" actId="26606"/>
          <ac:spMkLst>
            <pc:docMk/>
            <pc:sldMk cId="1922380053" sldId="293"/>
            <ac:spMk id="10" creationId="{1199E1B1-A8C0-4FE8-A5A8-1CB41D69F857}"/>
          </ac:spMkLst>
        </pc:spChg>
        <pc:spChg chg="add">
          <ac:chgData name="Marion Jeptoo (Prevoir)" userId="244841a1-5f60-4b9e-a668-5f2315b5408e" providerId="ADAL" clId="{32E6EEF9-4313-42E4-A44E-A4FDDD158680}" dt="2026-03-31T06:55:49.461" v="431" actId="26606"/>
          <ac:spMkLst>
            <pc:docMk/>
            <pc:sldMk cId="1922380053" sldId="293"/>
            <ac:spMk id="12" creationId="{84A8DE83-DE75-4B41-9DB4-A7EC0B0DEC0B}"/>
          </ac:spMkLst>
        </pc:spChg>
        <pc:spChg chg="add">
          <ac:chgData name="Marion Jeptoo (Prevoir)" userId="244841a1-5f60-4b9e-a668-5f2315b5408e" providerId="ADAL" clId="{32E6EEF9-4313-42E4-A44E-A4FDDD158680}" dt="2026-03-31T06:55:49.461" v="431" actId="26606"/>
          <ac:spMkLst>
            <pc:docMk/>
            <pc:sldMk cId="1922380053" sldId="293"/>
            <ac:spMk id="14" creationId="{A7009A0A-BEF5-4EAC-AF15-E4F9F002E239}"/>
          </ac:spMkLst>
        </pc:spChg>
        <pc:graphicFrameChg chg="mod modGraphic">
          <ac:chgData name="Marion Jeptoo (Prevoir)" userId="244841a1-5f60-4b9e-a668-5f2315b5408e" providerId="ADAL" clId="{32E6EEF9-4313-42E4-A44E-A4FDDD158680}" dt="2026-03-31T06:55:49.461" v="431" actId="26606"/>
          <ac:graphicFrameMkLst>
            <pc:docMk/>
            <pc:sldMk cId="1922380053" sldId="293"/>
            <ac:graphicFrameMk id="3" creationId="{6CD0F1C1-EBCA-2DD9-D00F-402794E8D292}"/>
          </ac:graphicFrameMkLst>
        </pc:graphicFrameChg>
      </pc:sldChg>
      <pc:sldChg chg="addSp modSp add mod setBg">
        <pc:chgData name="Marion Jeptoo (Prevoir)" userId="244841a1-5f60-4b9e-a668-5f2315b5408e" providerId="ADAL" clId="{32E6EEF9-4313-42E4-A44E-A4FDDD158680}" dt="2026-03-31T06:56:34.029" v="434"/>
        <pc:sldMkLst>
          <pc:docMk/>
          <pc:sldMk cId="788894692" sldId="294"/>
        </pc:sldMkLst>
        <pc:spChg chg="mod">
          <ac:chgData name="Marion Jeptoo (Prevoir)" userId="244841a1-5f60-4b9e-a668-5f2315b5408e" providerId="ADAL" clId="{32E6EEF9-4313-42E4-A44E-A4FDDD158680}" dt="2026-03-31T06:56:02.398" v="432" actId="26606"/>
          <ac:spMkLst>
            <pc:docMk/>
            <pc:sldMk cId="788894692" sldId="294"/>
            <ac:spMk id="2" creationId="{DDF95ADB-70A3-B042-F56F-F3A60AFE49C6}"/>
          </ac:spMkLst>
        </pc:spChg>
        <pc:spChg chg="add">
          <ac:chgData name="Marion Jeptoo (Prevoir)" userId="244841a1-5f60-4b9e-a668-5f2315b5408e" providerId="ADAL" clId="{32E6EEF9-4313-42E4-A44E-A4FDDD158680}" dt="2026-03-31T06:56:02.398" v="432" actId="26606"/>
          <ac:spMkLst>
            <pc:docMk/>
            <pc:sldMk cId="788894692" sldId="294"/>
            <ac:spMk id="9" creationId="{A8384FB5-9ADC-4DDC-881B-597D56F5B15D}"/>
          </ac:spMkLst>
        </pc:spChg>
        <pc:spChg chg="add">
          <ac:chgData name="Marion Jeptoo (Prevoir)" userId="244841a1-5f60-4b9e-a668-5f2315b5408e" providerId="ADAL" clId="{32E6EEF9-4313-42E4-A44E-A4FDDD158680}" dt="2026-03-31T06:56:02.398" v="432" actId="26606"/>
          <ac:spMkLst>
            <pc:docMk/>
            <pc:sldMk cId="788894692" sldId="294"/>
            <ac:spMk id="11" creationId="{1199E1B1-A8C0-4FE8-A5A8-1CB41D69F857}"/>
          </ac:spMkLst>
        </pc:spChg>
        <pc:spChg chg="add">
          <ac:chgData name="Marion Jeptoo (Prevoir)" userId="244841a1-5f60-4b9e-a668-5f2315b5408e" providerId="ADAL" clId="{32E6EEF9-4313-42E4-A44E-A4FDDD158680}" dt="2026-03-31T06:56:02.398" v="432" actId="26606"/>
          <ac:spMkLst>
            <pc:docMk/>
            <pc:sldMk cId="788894692" sldId="294"/>
            <ac:spMk id="13" creationId="{84A8DE83-DE75-4B41-9DB4-A7EC0B0DEC0B}"/>
          </ac:spMkLst>
        </pc:spChg>
        <pc:spChg chg="add">
          <ac:chgData name="Marion Jeptoo (Prevoir)" userId="244841a1-5f60-4b9e-a668-5f2315b5408e" providerId="ADAL" clId="{32E6EEF9-4313-42E4-A44E-A4FDDD158680}" dt="2026-03-31T06:56:02.398" v="432" actId="26606"/>
          <ac:spMkLst>
            <pc:docMk/>
            <pc:sldMk cId="788894692" sldId="294"/>
            <ac:spMk id="15" creationId="{A7009A0A-BEF5-4EAC-AF15-E4F9F002E239}"/>
          </ac:spMkLst>
        </pc:spChg>
        <pc:graphicFrameChg chg="add mod modGraphic">
          <ac:chgData name="Marion Jeptoo (Prevoir)" userId="244841a1-5f60-4b9e-a668-5f2315b5408e" providerId="ADAL" clId="{32E6EEF9-4313-42E4-A44E-A4FDDD158680}" dt="2026-03-31T06:56:34.029" v="434"/>
          <ac:graphicFrameMkLst>
            <pc:docMk/>
            <pc:sldMk cId="788894692" sldId="294"/>
            <ac:graphicFrameMk id="4" creationId="{E9BC6F61-3ABA-0789-D7B6-02F514FC2898}"/>
          </ac:graphicFrameMkLst>
        </pc:graphicFrameChg>
      </pc:sldChg>
      <pc:sldChg chg="addSp delSp modSp add mod setBg">
        <pc:chgData name="Marion Jeptoo (Prevoir)" userId="244841a1-5f60-4b9e-a668-5f2315b5408e" providerId="ADAL" clId="{32E6EEF9-4313-42E4-A44E-A4FDDD158680}" dt="2026-03-31T06:56:49.760" v="437" actId="26606"/>
        <pc:sldMkLst>
          <pc:docMk/>
          <pc:sldMk cId="0" sldId="295"/>
        </pc:sldMkLst>
        <pc:spChg chg="mod">
          <ac:chgData name="Marion Jeptoo (Prevoir)" userId="244841a1-5f60-4b9e-a668-5f2315b5408e" providerId="ADAL" clId="{32E6EEF9-4313-42E4-A44E-A4FDDD158680}" dt="2026-03-31T06:56:49.760" v="437" actId="26606"/>
          <ac:spMkLst>
            <pc:docMk/>
            <pc:sldMk cId="0" sldId="295"/>
            <ac:spMk id="2" creationId="{00000000-0000-0000-0000-000000000000}"/>
          </ac:spMkLst>
        </pc:spChg>
        <pc:spChg chg="del mod">
          <ac:chgData name="Marion Jeptoo (Prevoir)" userId="244841a1-5f60-4b9e-a668-5f2315b5408e" providerId="ADAL" clId="{32E6EEF9-4313-42E4-A44E-A4FDDD158680}" dt="2026-03-31T06:56:49.760" v="437" actId="26606"/>
          <ac:spMkLst>
            <pc:docMk/>
            <pc:sldMk cId="0" sldId="295"/>
            <ac:spMk id="3" creationId="{00000000-0000-0000-0000-000000000000}"/>
          </ac:spMkLst>
        </pc:spChg>
        <pc:spChg chg="add del">
          <ac:chgData name="Marion Jeptoo (Prevoir)" userId="244841a1-5f60-4b9e-a668-5f2315b5408e" providerId="ADAL" clId="{32E6EEF9-4313-42E4-A44E-A4FDDD158680}" dt="2026-03-31T06:56:49.713" v="436" actId="26606"/>
          <ac:spMkLst>
            <pc:docMk/>
            <pc:sldMk cId="0" sldId="295"/>
            <ac:spMk id="8" creationId="{1B15ED52-F352-441B-82BF-E0EA34836D08}"/>
          </ac:spMkLst>
        </pc:spChg>
        <pc:spChg chg="add">
          <ac:chgData name="Marion Jeptoo (Prevoir)" userId="244841a1-5f60-4b9e-a668-5f2315b5408e" providerId="ADAL" clId="{32E6EEF9-4313-42E4-A44E-A4FDDD158680}" dt="2026-03-31T06:56:49.760" v="437" actId="26606"/>
          <ac:spMkLst>
            <pc:docMk/>
            <pc:sldMk cId="0" sldId="295"/>
            <ac:spMk id="9" creationId="{BACC6370-2D7E-4714-9D71-7542949D7D5D}"/>
          </ac:spMkLst>
        </pc:spChg>
        <pc:spChg chg="add del">
          <ac:chgData name="Marion Jeptoo (Prevoir)" userId="244841a1-5f60-4b9e-a668-5f2315b5408e" providerId="ADAL" clId="{32E6EEF9-4313-42E4-A44E-A4FDDD158680}" dt="2026-03-31T06:56:49.713" v="436" actId="26606"/>
          <ac:spMkLst>
            <pc:docMk/>
            <pc:sldMk cId="0" sldId="295"/>
            <ac:spMk id="10" creationId="{3B2E3793-BFE6-45A2-9B7B-E18844431C99}"/>
          </ac:spMkLst>
        </pc:spChg>
        <pc:spChg chg="add">
          <ac:chgData name="Marion Jeptoo (Prevoir)" userId="244841a1-5f60-4b9e-a668-5f2315b5408e" providerId="ADAL" clId="{32E6EEF9-4313-42E4-A44E-A4FDDD158680}" dt="2026-03-31T06:56:49.760" v="437" actId="26606"/>
          <ac:spMkLst>
            <pc:docMk/>
            <pc:sldMk cId="0" sldId="295"/>
            <ac:spMk id="11" creationId="{F68B3F68-107C-434F-AA38-110D5EA91B85}"/>
          </ac:spMkLst>
        </pc:spChg>
        <pc:spChg chg="add del">
          <ac:chgData name="Marion Jeptoo (Prevoir)" userId="244841a1-5f60-4b9e-a668-5f2315b5408e" providerId="ADAL" clId="{32E6EEF9-4313-42E4-A44E-A4FDDD158680}" dt="2026-03-31T06:56:49.713" v="436" actId="26606"/>
          <ac:spMkLst>
            <pc:docMk/>
            <pc:sldMk cId="0" sldId="295"/>
            <ac:spMk id="12" creationId="{BC4C4868-CB8F-4AF9-9CDB-8108F2C19B67}"/>
          </ac:spMkLst>
        </pc:spChg>
        <pc:spChg chg="add">
          <ac:chgData name="Marion Jeptoo (Prevoir)" userId="244841a1-5f60-4b9e-a668-5f2315b5408e" providerId="ADAL" clId="{32E6EEF9-4313-42E4-A44E-A4FDDD158680}" dt="2026-03-31T06:56:49.760" v="437" actId="26606"/>
          <ac:spMkLst>
            <pc:docMk/>
            <pc:sldMk cId="0" sldId="295"/>
            <ac:spMk id="13" creationId="{AAD0DBB9-1A4B-4391-81D4-CB19F9AB918A}"/>
          </ac:spMkLst>
        </pc:spChg>
        <pc:spChg chg="add del">
          <ac:chgData name="Marion Jeptoo (Prevoir)" userId="244841a1-5f60-4b9e-a668-5f2315b5408e" providerId="ADAL" clId="{32E6EEF9-4313-42E4-A44E-A4FDDD158680}" dt="2026-03-31T06:56:49.713" v="436" actId="26606"/>
          <ac:spMkLst>
            <pc:docMk/>
            <pc:sldMk cId="0" sldId="295"/>
            <ac:spMk id="14" creationId="{375E0459-6403-40CD-989D-56A4407CA12E}"/>
          </ac:spMkLst>
        </pc:spChg>
        <pc:spChg chg="add">
          <ac:chgData name="Marion Jeptoo (Prevoir)" userId="244841a1-5f60-4b9e-a668-5f2315b5408e" providerId="ADAL" clId="{32E6EEF9-4313-42E4-A44E-A4FDDD158680}" dt="2026-03-31T06:56:49.760" v="437" actId="26606"/>
          <ac:spMkLst>
            <pc:docMk/>
            <pc:sldMk cId="0" sldId="295"/>
            <ac:spMk id="15" creationId="{063BBA22-50EA-4C4D-BE05-F1CE4E63AA56}"/>
          </ac:spMkLst>
        </pc:spChg>
        <pc:spChg chg="add del">
          <ac:chgData name="Marion Jeptoo (Prevoir)" userId="244841a1-5f60-4b9e-a668-5f2315b5408e" providerId="ADAL" clId="{32E6EEF9-4313-42E4-A44E-A4FDDD158680}" dt="2026-03-31T06:56:49.713" v="436" actId="26606"/>
          <ac:spMkLst>
            <pc:docMk/>
            <pc:sldMk cId="0" sldId="295"/>
            <ac:spMk id="16" creationId="{53E5B1A8-3AC9-4BD1-9BBC-78CA94F2D1BA}"/>
          </ac:spMkLst>
        </pc:spChg>
        <pc:graphicFrameChg chg="add">
          <ac:chgData name="Marion Jeptoo (Prevoir)" userId="244841a1-5f60-4b9e-a668-5f2315b5408e" providerId="ADAL" clId="{32E6EEF9-4313-42E4-A44E-A4FDDD158680}" dt="2026-03-31T06:56:49.760" v="437" actId="26606"/>
          <ac:graphicFrameMkLst>
            <pc:docMk/>
            <pc:sldMk cId="0" sldId="295"/>
            <ac:graphicFrameMk id="5" creationId="{9C56BC65-6CC3-DAFA-961A-97A1FE5C1DE7}"/>
          </ac:graphicFrameMkLst>
        </pc:graphicFrameChg>
      </pc:sldChg>
      <pc:sldChg chg="addSp modSp add mod setBg">
        <pc:chgData name="Marion Jeptoo (Prevoir)" userId="244841a1-5f60-4b9e-a668-5f2315b5408e" providerId="ADAL" clId="{32E6EEF9-4313-42E4-A44E-A4FDDD158680}" dt="2026-03-31T06:57:13.543" v="442" actId="113"/>
        <pc:sldMkLst>
          <pc:docMk/>
          <pc:sldMk cId="0" sldId="296"/>
        </pc:sldMkLst>
        <pc:spChg chg="mod">
          <ac:chgData name="Marion Jeptoo (Prevoir)" userId="244841a1-5f60-4b9e-a668-5f2315b5408e" providerId="ADAL" clId="{32E6EEF9-4313-42E4-A44E-A4FDDD158680}" dt="2026-03-31T06:56:58.736" v="438" actId="26606"/>
          <ac:spMkLst>
            <pc:docMk/>
            <pc:sldMk cId="0" sldId="296"/>
            <ac:spMk id="2" creationId="{00000000-0000-0000-0000-000000000000}"/>
          </ac:spMkLst>
        </pc:spChg>
        <pc:spChg chg="mod">
          <ac:chgData name="Marion Jeptoo (Prevoir)" userId="244841a1-5f60-4b9e-a668-5f2315b5408e" providerId="ADAL" clId="{32E6EEF9-4313-42E4-A44E-A4FDDD158680}" dt="2026-03-31T06:57:13.543" v="442" actId="113"/>
          <ac:spMkLst>
            <pc:docMk/>
            <pc:sldMk cId="0" sldId="296"/>
            <ac:spMk id="3" creationId="{00000000-0000-0000-0000-000000000000}"/>
          </ac:spMkLst>
        </pc:spChg>
        <pc:spChg chg="add">
          <ac:chgData name="Marion Jeptoo (Prevoir)" userId="244841a1-5f60-4b9e-a668-5f2315b5408e" providerId="ADAL" clId="{32E6EEF9-4313-42E4-A44E-A4FDDD158680}" dt="2026-03-31T06:56:58.736" v="438" actId="26606"/>
          <ac:spMkLst>
            <pc:docMk/>
            <pc:sldMk cId="0" sldId="296"/>
            <ac:spMk id="8" creationId="{DEE2AD96-B495-4E06-9291-B71706F728CB}"/>
          </ac:spMkLst>
        </pc:spChg>
        <pc:spChg chg="add">
          <ac:chgData name="Marion Jeptoo (Prevoir)" userId="244841a1-5f60-4b9e-a668-5f2315b5408e" providerId="ADAL" clId="{32E6EEF9-4313-42E4-A44E-A4FDDD158680}" dt="2026-03-31T06:56:58.736" v="438" actId="26606"/>
          <ac:spMkLst>
            <pc:docMk/>
            <pc:sldMk cId="0" sldId="296"/>
            <ac:spMk id="10" creationId="{53CF6D67-C5A8-4ADD-9E8E-1E38CA1D3166}"/>
          </ac:spMkLst>
        </pc:spChg>
        <pc:spChg chg="add">
          <ac:chgData name="Marion Jeptoo (Prevoir)" userId="244841a1-5f60-4b9e-a668-5f2315b5408e" providerId="ADAL" clId="{32E6EEF9-4313-42E4-A44E-A4FDDD158680}" dt="2026-03-31T06:56:58.736" v="438" actId="26606"/>
          <ac:spMkLst>
            <pc:docMk/>
            <pc:sldMk cId="0" sldId="296"/>
            <ac:spMk id="12" creationId="{86909FA0-B515-4681-B7A8-FA281D133B94}"/>
          </ac:spMkLst>
        </pc:spChg>
        <pc:spChg chg="add">
          <ac:chgData name="Marion Jeptoo (Prevoir)" userId="244841a1-5f60-4b9e-a668-5f2315b5408e" providerId="ADAL" clId="{32E6EEF9-4313-42E4-A44E-A4FDDD158680}" dt="2026-03-31T06:56:58.736" v="438" actId="26606"/>
          <ac:spMkLst>
            <pc:docMk/>
            <pc:sldMk cId="0" sldId="296"/>
            <ac:spMk id="14" creationId="{21C9FE86-FCC3-4A31-AA1C-C882262B7FE7}"/>
          </ac:spMkLst>
        </pc:spChg>
        <pc:spChg chg="add">
          <ac:chgData name="Marion Jeptoo (Prevoir)" userId="244841a1-5f60-4b9e-a668-5f2315b5408e" providerId="ADAL" clId="{32E6EEF9-4313-42E4-A44E-A4FDDD158680}" dt="2026-03-31T06:56:58.736" v="438" actId="26606"/>
          <ac:spMkLst>
            <pc:docMk/>
            <pc:sldMk cId="0" sldId="296"/>
            <ac:spMk id="16" creationId="{7D96243B-ECED-4B71-8E06-AE9A285EAD20}"/>
          </ac:spMkLst>
        </pc:spChg>
        <pc:spChg chg="add">
          <ac:chgData name="Marion Jeptoo (Prevoir)" userId="244841a1-5f60-4b9e-a668-5f2315b5408e" providerId="ADAL" clId="{32E6EEF9-4313-42E4-A44E-A4FDDD158680}" dt="2026-03-31T06:56:58.736" v="438" actId="26606"/>
          <ac:spMkLst>
            <pc:docMk/>
            <pc:sldMk cId="0" sldId="296"/>
            <ac:spMk id="18" creationId="{A09989E4-EFDC-4A90-A633-E0525FB4139E}"/>
          </ac:spMkLst>
        </pc:spChg>
      </pc:sldChg>
      <pc:sldChg chg="addSp modSp add mod setBg">
        <pc:chgData name="Marion Jeptoo (Prevoir)" userId="244841a1-5f60-4b9e-a668-5f2315b5408e" providerId="ADAL" clId="{32E6EEF9-4313-42E4-A44E-A4FDDD158680}" dt="2026-03-31T06:57:21.775" v="443" actId="26606"/>
        <pc:sldMkLst>
          <pc:docMk/>
          <pc:sldMk cId="0" sldId="297"/>
        </pc:sldMkLst>
        <pc:spChg chg="mod">
          <ac:chgData name="Marion Jeptoo (Prevoir)" userId="244841a1-5f60-4b9e-a668-5f2315b5408e" providerId="ADAL" clId="{32E6EEF9-4313-42E4-A44E-A4FDDD158680}" dt="2026-03-31T06:57:21.775" v="443" actId="26606"/>
          <ac:spMkLst>
            <pc:docMk/>
            <pc:sldMk cId="0" sldId="297"/>
            <ac:spMk id="2" creationId="{00000000-0000-0000-0000-000000000000}"/>
          </ac:spMkLst>
        </pc:spChg>
        <pc:spChg chg="add">
          <ac:chgData name="Marion Jeptoo (Prevoir)" userId="244841a1-5f60-4b9e-a668-5f2315b5408e" providerId="ADAL" clId="{32E6EEF9-4313-42E4-A44E-A4FDDD158680}" dt="2026-03-31T06:57:21.775" v="443" actId="26606"/>
          <ac:spMkLst>
            <pc:docMk/>
            <pc:sldMk cId="0" sldId="297"/>
            <ac:spMk id="12" creationId="{A8384FB5-9ADC-4DDC-881B-597D56F5B15D}"/>
          </ac:spMkLst>
        </pc:spChg>
        <pc:spChg chg="add">
          <ac:chgData name="Marion Jeptoo (Prevoir)" userId="244841a1-5f60-4b9e-a668-5f2315b5408e" providerId="ADAL" clId="{32E6EEF9-4313-42E4-A44E-A4FDDD158680}" dt="2026-03-31T06:57:21.775" v="443" actId="26606"/>
          <ac:spMkLst>
            <pc:docMk/>
            <pc:sldMk cId="0" sldId="297"/>
            <ac:spMk id="14" creationId="{1199E1B1-A8C0-4FE8-A5A8-1CB41D69F857}"/>
          </ac:spMkLst>
        </pc:spChg>
        <pc:spChg chg="add">
          <ac:chgData name="Marion Jeptoo (Prevoir)" userId="244841a1-5f60-4b9e-a668-5f2315b5408e" providerId="ADAL" clId="{32E6EEF9-4313-42E4-A44E-A4FDDD158680}" dt="2026-03-31T06:57:21.775" v="443" actId="26606"/>
          <ac:spMkLst>
            <pc:docMk/>
            <pc:sldMk cId="0" sldId="297"/>
            <ac:spMk id="16" creationId="{84A8DE83-DE75-4B41-9DB4-A7EC0B0DEC0B}"/>
          </ac:spMkLst>
        </pc:spChg>
        <pc:spChg chg="add">
          <ac:chgData name="Marion Jeptoo (Prevoir)" userId="244841a1-5f60-4b9e-a668-5f2315b5408e" providerId="ADAL" clId="{32E6EEF9-4313-42E4-A44E-A4FDDD158680}" dt="2026-03-31T06:57:21.775" v="443" actId="26606"/>
          <ac:spMkLst>
            <pc:docMk/>
            <pc:sldMk cId="0" sldId="297"/>
            <ac:spMk id="18" creationId="{A7009A0A-BEF5-4EAC-AF15-E4F9F002E239}"/>
          </ac:spMkLst>
        </pc:spChg>
        <pc:picChg chg="mod">
          <ac:chgData name="Marion Jeptoo (Prevoir)" userId="244841a1-5f60-4b9e-a668-5f2315b5408e" providerId="ADAL" clId="{32E6EEF9-4313-42E4-A44E-A4FDDD158680}" dt="2026-03-31T06:57:21.775" v="443" actId="26606"/>
          <ac:picMkLst>
            <pc:docMk/>
            <pc:sldMk cId="0" sldId="297"/>
            <ac:picMk id="7" creationId="{1A8B04D3-616F-EFE6-2F29-174D05B8E39F}"/>
          </ac:picMkLst>
        </pc:picChg>
      </pc:sldChg>
      <pc:sldChg chg="add del setBg">
        <pc:chgData name="Marion Jeptoo (Prevoir)" userId="244841a1-5f60-4b9e-a668-5f2315b5408e" providerId="ADAL" clId="{32E6EEF9-4313-42E4-A44E-A4FDDD158680}" dt="2026-03-31T06:44:32.172" v="358" actId="47"/>
        <pc:sldMkLst>
          <pc:docMk/>
          <pc:sldMk cId="0" sldId="298"/>
        </pc:sldMkLst>
      </pc:sldChg>
      <pc:sldChg chg="add del setBg">
        <pc:chgData name="Marion Jeptoo (Prevoir)" userId="244841a1-5f60-4b9e-a668-5f2315b5408e" providerId="ADAL" clId="{32E6EEF9-4313-42E4-A44E-A4FDDD158680}" dt="2026-03-31T06:44:57.112" v="359" actId="47"/>
        <pc:sldMkLst>
          <pc:docMk/>
          <pc:sldMk cId="0" sldId="299"/>
        </pc:sldMkLst>
      </pc:sldChg>
      <pc:sldChg chg="add del setBg">
        <pc:chgData name="Marion Jeptoo (Prevoir)" userId="244841a1-5f60-4b9e-a668-5f2315b5408e" providerId="ADAL" clId="{32E6EEF9-4313-42E4-A44E-A4FDDD158680}" dt="2026-03-31T06:39:07.271" v="338"/>
        <pc:sldMkLst>
          <pc:docMk/>
          <pc:sldMk cId="0" sldId="300"/>
        </pc:sldMkLst>
      </pc:sldChg>
      <pc:sldChg chg="add del setBg">
        <pc:chgData name="Marion Jeptoo (Prevoir)" userId="244841a1-5f60-4b9e-a668-5f2315b5408e" providerId="ADAL" clId="{32E6EEF9-4313-42E4-A44E-A4FDDD158680}" dt="2026-03-31T06:39:07.271" v="338"/>
        <pc:sldMkLst>
          <pc:docMk/>
          <pc:sldMk cId="0" sldId="301"/>
        </pc:sldMkLst>
      </pc:sldChg>
      <pc:sldChg chg="add del setBg">
        <pc:chgData name="Marion Jeptoo (Prevoir)" userId="244841a1-5f60-4b9e-a668-5f2315b5408e" providerId="ADAL" clId="{32E6EEF9-4313-42E4-A44E-A4FDDD158680}" dt="2026-03-31T06:39:07.271" v="338"/>
        <pc:sldMkLst>
          <pc:docMk/>
          <pc:sldMk cId="0" sldId="302"/>
        </pc:sldMkLst>
      </pc:sldChg>
      <pc:sldChg chg="add del setBg">
        <pc:chgData name="Marion Jeptoo (Prevoir)" userId="244841a1-5f60-4b9e-a668-5f2315b5408e" providerId="ADAL" clId="{32E6EEF9-4313-42E4-A44E-A4FDDD158680}" dt="2026-03-31T06:39:07.271" v="338"/>
        <pc:sldMkLst>
          <pc:docMk/>
          <pc:sldMk cId="0" sldId="303"/>
        </pc:sldMkLst>
      </pc:sldChg>
      <pc:sldChg chg="add del setBg">
        <pc:chgData name="Marion Jeptoo (Prevoir)" userId="244841a1-5f60-4b9e-a668-5f2315b5408e" providerId="ADAL" clId="{32E6EEF9-4313-42E4-A44E-A4FDDD158680}" dt="2026-03-31T06:40:15.563" v="340"/>
        <pc:sldMkLst>
          <pc:docMk/>
          <pc:sldMk cId="0" sldId="304"/>
        </pc:sldMkLst>
      </pc:sldChg>
      <pc:sldChg chg="add del setBg">
        <pc:chgData name="Marion Jeptoo (Prevoir)" userId="244841a1-5f60-4b9e-a668-5f2315b5408e" providerId="ADAL" clId="{32E6EEF9-4313-42E4-A44E-A4FDDD158680}" dt="2026-03-31T06:40:15.563" v="340"/>
        <pc:sldMkLst>
          <pc:docMk/>
          <pc:sldMk cId="0" sldId="305"/>
        </pc:sldMkLst>
      </pc:sldChg>
      <pc:sldChg chg="add del setBg">
        <pc:chgData name="Marion Jeptoo (Prevoir)" userId="244841a1-5f60-4b9e-a668-5f2315b5408e" providerId="ADAL" clId="{32E6EEF9-4313-42E4-A44E-A4FDDD158680}" dt="2026-03-31T06:40:15.563" v="340"/>
        <pc:sldMkLst>
          <pc:docMk/>
          <pc:sldMk cId="0" sldId="306"/>
        </pc:sldMkLst>
      </pc:sldChg>
      <pc:sldChg chg="add del setBg">
        <pc:chgData name="Marion Jeptoo (Prevoir)" userId="244841a1-5f60-4b9e-a668-5f2315b5408e" providerId="ADAL" clId="{32E6EEF9-4313-42E4-A44E-A4FDDD158680}" dt="2026-03-31T06:40:15.563" v="340"/>
        <pc:sldMkLst>
          <pc:docMk/>
          <pc:sldMk cId="0" sldId="307"/>
        </pc:sldMkLst>
      </pc:sldChg>
      <pc:sldChg chg="add del setBg">
        <pc:chgData name="Marion Jeptoo (Prevoir)" userId="244841a1-5f60-4b9e-a668-5f2315b5408e" providerId="ADAL" clId="{32E6EEF9-4313-42E4-A44E-A4FDDD158680}" dt="2026-03-31T06:40:15.563" v="340"/>
        <pc:sldMkLst>
          <pc:docMk/>
          <pc:sldMk cId="0" sldId="308"/>
        </pc:sldMkLst>
      </pc:sldChg>
      <pc:sldChg chg="add del setBg">
        <pc:chgData name="Marion Jeptoo (Prevoir)" userId="244841a1-5f60-4b9e-a668-5f2315b5408e" providerId="ADAL" clId="{32E6EEF9-4313-42E4-A44E-A4FDDD158680}" dt="2026-03-31T06:40:15.563" v="340"/>
        <pc:sldMkLst>
          <pc:docMk/>
          <pc:sldMk cId="0" sldId="309"/>
        </pc:sldMkLst>
      </pc:sldChg>
      <pc:sldChg chg="add del setBg">
        <pc:chgData name="Marion Jeptoo (Prevoir)" userId="244841a1-5f60-4b9e-a668-5f2315b5408e" providerId="ADAL" clId="{32E6EEF9-4313-42E4-A44E-A4FDDD158680}" dt="2026-03-31T06:40:15.563" v="340"/>
        <pc:sldMkLst>
          <pc:docMk/>
          <pc:sldMk cId="0" sldId="310"/>
        </pc:sldMkLst>
      </pc:sldChg>
      <pc:sldChg chg="add del ord setBg">
        <pc:chgData name="Marion Jeptoo (Prevoir)" userId="244841a1-5f60-4b9e-a668-5f2315b5408e" providerId="ADAL" clId="{32E6EEF9-4313-42E4-A44E-A4FDDD158680}" dt="2026-03-31T06:57:47.451" v="445"/>
        <pc:sldMkLst>
          <pc:docMk/>
          <pc:sldMk cId="0" sldId="311"/>
        </pc:sldMkLst>
      </pc:sldChg>
      <pc:sldChg chg="add del setBg">
        <pc:chgData name="Marion Jeptoo (Prevoir)" userId="244841a1-5f60-4b9e-a668-5f2315b5408e" providerId="ADAL" clId="{32E6EEF9-4313-42E4-A44E-A4FDDD158680}" dt="2026-03-31T06:40:15.563" v="340"/>
        <pc:sldMkLst>
          <pc:docMk/>
          <pc:sldMk cId="0" sldId="312"/>
        </pc:sldMkLst>
      </pc:sldChg>
      <pc:sldChg chg="add del setBg">
        <pc:chgData name="Marion Jeptoo (Prevoir)" userId="244841a1-5f60-4b9e-a668-5f2315b5408e" providerId="ADAL" clId="{32E6EEF9-4313-42E4-A44E-A4FDDD158680}" dt="2026-03-31T06:40:15.563" v="340"/>
        <pc:sldMkLst>
          <pc:docMk/>
          <pc:sldMk cId="0" sldId="313"/>
        </pc:sldMkLst>
      </pc:sldChg>
      <pc:sldChg chg="add del setBg">
        <pc:chgData name="Marion Jeptoo (Prevoir)" userId="244841a1-5f60-4b9e-a668-5f2315b5408e" providerId="ADAL" clId="{32E6EEF9-4313-42E4-A44E-A4FDDD158680}" dt="2026-03-31T06:37:59.713" v="334"/>
        <pc:sldMkLst>
          <pc:docMk/>
          <pc:sldMk cId="0" sldId="31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FF74B0-DCFF-415C-8F67-57D33DE10136}"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DA0653C-0B9B-45A3-862B-6B27CD837490}">
      <dgm:prSet/>
      <dgm:spPr/>
      <dgm:t>
        <a:bodyPr/>
        <a:lstStyle/>
        <a:p>
          <a:pPr>
            <a:defRPr b="1"/>
          </a:pPr>
          <a:r>
            <a:rPr lang="en-KE" b="1"/>
            <a:t>Identify Frequent Itemsets:</a:t>
          </a:r>
          <a:endParaRPr lang="en-US"/>
        </a:p>
      </dgm:t>
    </dgm:pt>
    <dgm:pt modelId="{2DBAA9B8-1ED1-4BA2-8280-BE0E56E277C1}" type="parTrans" cxnId="{A039B6E2-F4A2-4C9D-B8B2-94913C7EC388}">
      <dgm:prSet/>
      <dgm:spPr/>
      <dgm:t>
        <a:bodyPr/>
        <a:lstStyle/>
        <a:p>
          <a:endParaRPr lang="en-US"/>
        </a:p>
      </dgm:t>
    </dgm:pt>
    <dgm:pt modelId="{7F182EFC-ED1A-44D7-828B-4E2A88BA04AE}" type="sibTrans" cxnId="{A039B6E2-F4A2-4C9D-B8B2-94913C7EC388}">
      <dgm:prSet/>
      <dgm:spPr/>
      <dgm:t>
        <a:bodyPr/>
        <a:lstStyle/>
        <a:p>
          <a:endParaRPr lang="en-US"/>
        </a:p>
      </dgm:t>
    </dgm:pt>
    <dgm:pt modelId="{F2805654-ED5E-4E70-A63E-6BE591DFC431}">
      <dgm:prSet/>
      <dgm:spPr/>
      <dgm:t>
        <a:bodyPr/>
        <a:lstStyle/>
        <a:p>
          <a:r>
            <a:rPr lang="en-KE"/>
            <a:t>Find groups of items that commonly appear together across many transactions.</a:t>
          </a:r>
          <a:endParaRPr lang="en-US"/>
        </a:p>
      </dgm:t>
    </dgm:pt>
    <dgm:pt modelId="{70A8ADE0-E34D-44AF-A3F4-099A52AC6ECF}" type="parTrans" cxnId="{7BC188EE-F8DF-41B3-82D7-08C0BE996D4A}">
      <dgm:prSet/>
      <dgm:spPr/>
      <dgm:t>
        <a:bodyPr/>
        <a:lstStyle/>
        <a:p>
          <a:endParaRPr lang="en-US"/>
        </a:p>
      </dgm:t>
    </dgm:pt>
    <dgm:pt modelId="{041B9195-8F43-4A47-A5A6-8260F1BDCA8D}" type="sibTrans" cxnId="{7BC188EE-F8DF-41B3-82D7-08C0BE996D4A}">
      <dgm:prSet/>
      <dgm:spPr/>
      <dgm:t>
        <a:bodyPr/>
        <a:lstStyle/>
        <a:p>
          <a:endParaRPr lang="en-US"/>
        </a:p>
      </dgm:t>
    </dgm:pt>
    <dgm:pt modelId="{39A33207-BF38-4478-9BFF-AFA349840D4C}">
      <dgm:prSet/>
      <dgm:spPr/>
      <dgm:t>
        <a:bodyPr/>
        <a:lstStyle/>
        <a:p>
          <a:r>
            <a:rPr lang="en-KE" i="1"/>
            <a:t>Example:</a:t>
          </a:r>
          <a:r>
            <a:rPr lang="en-KE"/>
            <a:t> {ugali flour, cooking oil} appears frequently.</a:t>
          </a:r>
          <a:endParaRPr lang="en-US"/>
        </a:p>
      </dgm:t>
    </dgm:pt>
    <dgm:pt modelId="{84D7C99B-2BA0-4030-AD81-72702F0530E8}" type="parTrans" cxnId="{01E33B85-7A59-489B-8538-BA44C50F5A7F}">
      <dgm:prSet/>
      <dgm:spPr/>
      <dgm:t>
        <a:bodyPr/>
        <a:lstStyle/>
        <a:p>
          <a:endParaRPr lang="en-US"/>
        </a:p>
      </dgm:t>
    </dgm:pt>
    <dgm:pt modelId="{8318A4DD-EAD8-42E8-B975-90DD93C29411}" type="sibTrans" cxnId="{01E33B85-7A59-489B-8538-BA44C50F5A7F}">
      <dgm:prSet/>
      <dgm:spPr/>
      <dgm:t>
        <a:bodyPr/>
        <a:lstStyle/>
        <a:p>
          <a:endParaRPr lang="en-US"/>
        </a:p>
      </dgm:t>
    </dgm:pt>
    <dgm:pt modelId="{EE82D176-267D-4B90-8E64-6DB2ECE91D16}">
      <dgm:prSet/>
      <dgm:spPr/>
      <dgm:t>
        <a:bodyPr/>
        <a:lstStyle/>
        <a:p>
          <a:pPr>
            <a:defRPr b="1"/>
          </a:pPr>
          <a:r>
            <a:rPr lang="en-KE" b="1"/>
            <a:t>Generate Rules:</a:t>
          </a:r>
          <a:endParaRPr lang="en-US"/>
        </a:p>
      </dgm:t>
    </dgm:pt>
    <dgm:pt modelId="{8379D9B8-6E6D-4B74-88DC-F5C5E84D1024}" type="parTrans" cxnId="{CDB7213B-3E2A-462C-B47E-814070737BED}">
      <dgm:prSet/>
      <dgm:spPr/>
      <dgm:t>
        <a:bodyPr/>
        <a:lstStyle/>
        <a:p>
          <a:endParaRPr lang="en-US"/>
        </a:p>
      </dgm:t>
    </dgm:pt>
    <dgm:pt modelId="{74FAF724-8D88-4BE3-A99B-631B8FADBCA5}" type="sibTrans" cxnId="{CDB7213B-3E2A-462C-B47E-814070737BED}">
      <dgm:prSet/>
      <dgm:spPr/>
      <dgm:t>
        <a:bodyPr/>
        <a:lstStyle/>
        <a:p>
          <a:endParaRPr lang="en-US"/>
        </a:p>
      </dgm:t>
    </dgm:pt>
    <dgm:pt modelId="{4FF359AF-1D10-4130-A5BF-F37F03CCE9E5}">
      <dgm:prSet/>
      <dgm:spPr/>
      <dgm:t>
        <a:bodyPr/>
        <a:lstStyle/>
        <a:p>
          <a:r>
            <a:rPr lang="en-KE"/>
            <a:t>Create "If-Then" statements from frequent itemsets.</a:t>
          </a:r>
          <a:endParaRPr lang="en-US"/>
        </a:p>
      </dgm:t>
    </dgm:pt>
    <dgm:pt modelId="{53B62E97-284A-41A0-B29C-E3392183E1F8}" type="parTrans" cxnId="{0BFF5ADD-708F-4134-BDB5-EC9878B2465F}">
      <dgm:prSet/>
      <dgm:spPr/>
      <dgm:t>
        <a:bodyPr/>
        <a:lstStyle/>
        <a:p>
          <a:endParaRPr lang="en-US"/>
        </a:p>
      </dgm:t>
    </dgm:pt>
    <dgm:pt modelId="{AFD12D7B-8237-46FF-B66A-D9C13F1CE694}" type="sibTrans" cxnId="{0BFF5ADD-708F-4134-BDB5-EC9878B2465F}">
      <dgm:prSet/>
      <dgm:spPr/>
      <dgm:t>
        <a:bodyPr/>
        <a:lstStyle/>
        <a:p>
          <a:endParaRPr lang="en-US"/>
        </a:p>
      </dgm:t>
    </dgm:pt>
    <dgm:pt modelId="{BAE29F37-80DF-4F8E-B3E0-E0FF1918F20E}">
      <dgm:prSet/>
      <dgm:spPr/>
      <dgm:t>
        <a:bodyPr/>
        <a:lstStyle/>
        <a:p>
          <a:pPr>
            <a:defRPr b="1"/>
          </a:pPr>
          <a:r>
            <a:rPr lang="en-KE" i="1"/>
            <a:t>Example:</a:t>
          </a:r>
          <a:r>
            <a:rPr lang="en-KE"/>
            <a:t> "If a customer buys </a:t>
          </a:r>
          <a:r>
            <a:rPr lang="en-KE" b="1"/>
            <a:t>bread</a:t>
          </a:r>
          <a:r>
            <a:rPr lang="en-KE"/>
            <a:t>, then they are likely to buy </a:t>
          </a:r>
          <a:r>
            <a:rPr lang="en-KE" b="1"/>
            <a:t>butter</a:t>
          </a:r>
          <a:r>
            <a:rPr lang="en-KE"/>
            <a:t>."</a:t>
          </a:r>
          <a:endParaRPr lang="en-US"/>
        </a:p>
      </dgm:t>
    </dgm:pt>
    <dgm:pt modelId="{D9532C5F-3CD3-40E7-9F56-010438C2DCE7}" type="parTrans" cxnId="{5568CB2F-1BDD-4049-AF1A-FB9E8503D278}">
      <dgm:prSet/>
      <dgm:spPr/>
      <dgm:t>
        <a:bodyPr/>
        <a:lstStyle/>
        <a:p>
          <a:endParaRPr lang="en-US"/>
        </a:p>
      </dgm:t>
    </dgm:pt>
    <dgm:pt modelId="{420BC8AF-91FC-46B3-8672-74B496344AF9}" type="sibTrans" cxnId="{5568CB2F-1BDD-4049-AF1A-FB9E8503D278}">
      <dgm:prSet/>
      <dgm:spPr/>
      <dgm:t>
        <a:bodyPr/>
        <a:lstStyle/>
        <a:p>
          <a:endParaRPr lang="en-US"/>
        </a:p>
      </dgm:t>
    </dgm:pt>
    <dgm:pt modelId="{FFABA516-918E-4269-8887-B7C5AFA4A25C}" type="pres">
      <dgm:prSet presAssocID="{18FF74B0-DCFF-415C-8F67-57D33DE10136}" presName="root" presStyleCnt="0">
        <dgm:presLayoutVars>
          <dgm:dir/>
          <dgm:resizeHandles val="exact"/>
        </dgm:presLayoutVars>
      </dgm:prSet>
      <dgm:spPr/>
    </dgm:pt>
    <dgm:pt modelId="{E9067124-D604-4DDF-A2F9-EDEA8B62499E}" type="pres">
      <dgm:prSet presAssocID="{DDA0653C-0B9B-45A3-862B-6B27CD837490}" presName="compNode" presStyleCnt="0"/>
      <dgm:spPr/>
    </dgm:pt>
    <dgm:pt modelId="{4A2911FD-DA99-4B32-844F-757AAB137027}" type="pres">
      <dgm:prSet presAssocID="{DDA0653C-0B9B-45A3-862B-6B27CD83749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ayer Candle"/>
        </a:ext>
      </dgm:extLst>
    </dgm:pt>
    <dgm:pt modelId="{EA8758A7-5E4E-4F85-BCB8-46C712F6DAF2}" type="pres">
      <dgm:prSet presAssocID="{DDA0653C-0B9B-45A3-862B-6B27CD837490}" presName="iconSpace" presStyleCnt="0"/>
      <dgm:spPr/>
    </dgm:pt>
    <dgm:pt modelId="{90DB3D7B-8E56-44DA-9158-BC8D194A4A88}" type="pres">
      <dgm:prSet presAssocID="{DDA0653C-0B9B-45A3-862B-6B27CD837490}" presName="parTx" presStyleLbl="revTx" presStyleIdx="0" presStyleCnt="6">
        <dgm:presLayoutVars>
          <dgm:chMax val="0"/>
          <dgm:chPref val="0"/>
        </dgm:presLayoutVars>
      </dgm:prSet>
      <dgm:spPr/>
    </dgm:pt>
    <dgm:pt modelId="{90893785-B6EB-4D56-9CAB-EE6704362C20}" type="pres">
      <dgm:prSet presAssocID="{DDA0653C-0B9B-45A3-862B-6B27CD837490}" presName="txSpace" presStyleCnt="0"/>
      <dgm:spPr/>
    </dgm:pt>
    <dgm:pt modelId="{47014395-56DA-466A-A278-0AD94696420E}" type="pres">
      <dgm:prSet presAssocID="{DDA0653C-0B9B-45A3-862B-6B27CD837490}" presName="desTx" presStyleLbl="revTx" presStyleIdx="1" presStyleCnt="6">
        <dgm:presLayoutVars/>
      </dgm:prSet>
      <dgm:spPr/>
    </dgm:pt>
    <dgm:pt modelId="{A5419B83-540C-4D8E-B912-C707DA73995F}" type="pres">
      <dgm:prSet presAssocID="{7F182EFC-ED1A-44D7-828B-4E2A88BA04AE}" presName="sibTrans" presStyleCnt="0"/>
      <dgm:spPr/>
    </dgm:pt>
    <dgm:pt modelId="{D5FD7BD9-56DD-4092-9548-C5DF8289B009}" type="pres">
      <dgm:prSet presAssocID="{EE82D176-267D-4B90-8E64-6DB2ECE91D16}" presName="compNode" presStyleCnt="0"/>
      <dgm:spPr/>
    </dgm:pt>
    <dgm:pt modelId="{0A2167E3-B281-48E7-8E7F-5FB0F975007C}" type="pres">
      <dgm:prSet presAssocID="{EE82D176-267D-4B90-8E64-6DB2ECE91D1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41008816-5FE0-493F-BF19-56FC0A0A18F6}" type="pres">
      <dgm:prSet presAssocID="{EE82D176-267D-4B90-8E64-6DB2ECE91D16}" presName="iconSpace" presStyleCnt="0"/>
      <dgm:spPr/>
    </dgm:pt>
    <dgm:pt modelId="{0DE6F88E-CE24-4E49-A956-24D17343EC95}" type="pres">
      <dgm:prSet presAssocID="{EE82D176-267D-4B90-8E64-6DB2ECE91D16}" presName="parTx" presStyleLbl="revTx" presStyleIdx="2" presStyleCnt="6">
        <dgm:presLayoutVars>
          <dgm:chMax val="0"/>
          <dgm:chPref val="0"/>
        </dgm:presLayoutVars>
      </dgm:prSet>
      <dgm:spPr/>
    </dgm:pt>
    <dgm:pt modelId="{A4533674-9F26-472C-9E98-A1675E0969E2}" type="pres">
      <dgm:prSet presAssocID="{EE82D176-267D-4B90-8E64-6DB2ECE91D16}" presName="txSpace" presStyleCnt="0"/>
      <dgm:spPr/>
    </dgm:pt>
    <dgm:pt modelId="{625F0A80-7363-4630-9E40-D913487A4BA1}" type="pres">
      <dgm:prSet presAssocID="{EE82D176-267D-4B90-8E64-6DB2ECE91D16}" presName="desTx" presStyleLbl="revTx" presStyleIdx="3" presStyleCnt="6">
        <dgm:presLayoutVars/>
      </dgm:prSet>
      <dgm:spPr/>
    </dgm:pt>
    <dgm:pt modelId="{9DD2E069-2E75-4889-B0AE-9775557CF941}" type="pres">
      <dgm:prSet presAssocID="{74FAF724-8D88-4BE3-A99B-631B8FADBCA5}" presName="sibTrans" presStyleCnt="0"/>
      <dgm:spPr/>
    </dgm:pt>
    <dgm:pt modelId="{A6842E92-795B-4A07-9388-0ED4E6F65C63}" type="pres">
      <dgm:prSet presAssocID="{BAE29F37-80DF-4F8E-B3E0-E0FF1918F20E}" presName="compNode" presStyleCnt="0"/>
      <dgm:spPr/>
    </dgm:pt>
    <dgm:pt modelId="{EBDAFE48-0B80-49C9-B95B-37C92B46FBB4}" type="pres">
      <dgm:prSet presAssocID="{BAE29F37-80DF-4F8E-B3E0-E0FF1918F20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poon"/>
        </a:ext>
      </dgm:extLst>
    </dgm:pt>
    <dgm:pt modelId="{59E78B6C-B30A-4676-8A89-87B2FAA43758}" type="pres">
      <dgm:prSet presAssocID="{BAE29F37-80DF-4F8E-B3E0-E0FF1918F20E}" presName="iconSpace" presStyleCnt="0"/>
      <dgm:spPr/>
    </dgm:pt>
    <dgm:pt modelId="{DE3969E6-9EAE-429D-87D0-A385C09C11F6}" type="pres">
      <dgm:prSet presAssocID="{BAE29F37-80DF-4F8E-B3E0-E0FF1918F20E}" presName="parTx" presStyleLbl="revTx" presStyleIdx="4" presStyleCnt="6">
        <dgm:presLayoutVars>
          <dgm:chMax val="0"/>
          <dgm:chPref val="0"/>
        </dgm:presLayoutVars>
      </dgm:prSet>
      <dgm:spPr/>
    </dgm:pt>
    <dgm:pt modelId="{ED287A0B-7037-4540-B5BF-CCE9C99829A7}" type="pres">
      <dgm:prSet presAssocID="{BAE29F37-80DF-4F8E-B3E0-E0FF1918F20E}" presName="txSpace" presStyleCnt="0"/>
      <dgm:spPr/>
    </dgm:pt>
    <dgm:pt modelId="{7B3DB11C-3C34-46B0-B208-FEFD7E298EEC}" type="pres">
      <dgm:prSet presAssocID="{BAE29F37-80DF-4F8E-B3E0-E0FF1918F20E}" presName="desTx" presStyleLbl="revTx" presStyleIdx="5" presStyleCnt="6">
        <dgm:presLayoutVars/>
      </dgm:prSet>
      <dgm:spPr/>
    </dgm:pt>
  </dgm:ptLst>
  <dgm:cxnLst>
    <dgm:cxn modelId="{6A23DD14-B5BE-4180-89FB-D7F29AE7C627}" type="presOf" srcId="{4FF359AF-1D10-4130-A5BF-F37F03CCE9E5}" destId="{625F0A80-7363-4630-9E40-D913487A4BA1}" srcOrd="0" destOrd="0" presId="urn:microsoft.com/office/officeart/2018/5/layout/CenteredIconLabelDescriptionList"/>
    <dgm:cxn modelId="{0BFFC32E-438F-43C3-A1B5-1158542B1499}" type="presOf" srcId="{F2805654-ED5E-4E70-A63E-6BE591DFC431}" destId="{47014395-56DA-466A-A278-0AD94696420E}" srcOrd="0" destOrd="0" presId="urn:microsoft.com/office/officeart/2018/5/layout/CenteredIconLabelDescriptionList"/>
    <dgm:cxn modelId="{5568CB2F-1BDD-4049-AF1A-FB9E8503D278}" srcId="{18FF74B0-DCFF-415C-8F67-57D33DE10136}" destId="{BAE29F37-80DF-4F8E-B3E0-E0FF1918F20E}" srcOrd="2" destOrd="0" parTransId="{D9532C5F-3CD3-40E7-9F56-010438C2DCE7}" sibTransId="{420BC8AF-91FC-46B3-8672-74B496344AF9}"/>
    <dgm:cxn modelId="{B1D61437-3523-47FE-BB03-C7819D79A4AB}" type="presOf" srcId="{DDA0653C-0B9B-45A3-862B-6B27CD837490}" destId="{90DB3D7B-8E56-44DA-9158-BC8D194A4A88}" srcOrd="0" destOrd="0" presId="urn:microsoft.com/office/officeart/2018/5/layout/CenteredIconLabelDescriptionList"/>
    <dgm:cxn modelId="{CDB7213B-3E2A-462C-B47E-814070737BED}" srcId="{18FF74B0-DCFF-415C-8F67-57D33DE10136}" destId="{EE82D176-267D-4B90-8E64-6DB2ECE91D16}" srcOrd="1" destOrd="0" parTransId="{8379D9B8-6E6D-4B74-88DC-F5C5E84D1024}" sibTransId="{74FAF724-8D88-4BE3-A99B-631B8FADBCA5}"/>
    <dgm:cxn modelId="{49FABE66-D7C5-41EA-AF44-D2204E8968F2}" type="presOf" srcId="{BAE29F37-80DF-4F8E-B3E0-E0FF1918F20E}" destId="{DE3969E6-9EAE-429D-87D0-A385C09C11F6}" srcOrd="0" destOrd="0" presId="urn:microsoft.com/office/officeart/2018/5/layout/CenteredIconLabelDescriptionList"/>
    <dgm:cxn modelId="{CBE8F56D-668C-4079-9C2A-E17C0B1C8771}" type="presOf" srcId="{39A33207-BF38-4478-9BFF-AFA349840D4C}" destId="{47014395-56DA-466A-A278-0AD94696420E}" srcOrd="0" destOrd="1" presId="urn:microsoft.com/office/officeart/2018/5/layout/CenteredIconLabelDescriptionList"/>
    <dgm:cxn modelId="{33652B7C-966E-4796-9EEB-8E2B4702A23B}" type="presOf" srcId="{EE82D176-267D-4B90-8E64-6DB2ECE91D16}" destId="{0DE6F88E-CE24-4E49-A956-24D17343EC95}" srcOrd="0" destOrd="0" presId="urn:microsoft.com/office/officeart/2018/5/layout/CenteredIconLabelDescriptionList"/>
    <dgm:cxn modelId="{01E33B85-7A59-489B-8538-BA44C50F5A7F}" srcId="{DDA0653C-0B9B-45A3-862B-6B27CD837490}" destId="{39A33207-BF38-4478-9BFF-AFA349840D4C}" srcOrd="1" destOrd="0" parTransId="{84D7C99B-2BA0-4030-AD81-72702F0530E8}" sibTransId="{8318A4DD-EAD8-42E8-B975-90DD93C29411}"/>
    <dgm:cxn modelId="{DD498CD6-6490-47D6-9B35-F9F4FA1F42B0}" type="presOf" srcId="{18FF74B0-DCFF-415C-8F67-57D33DE10136}" destId="{FFABA516-918E-4269-8887-B7C5AFA4A25C}" srcOrd="0" destOrd="0" presId="urn:microsoft.com/office/officeart/2018/5/layout/CenteredIconLabelDescriptionList"/>
    <dgm:cxn modelId="{0BFF5ADD-708F-4134-BDB5-EC9878B2465F}" srcId="{EE82D176-267D-4B90-8E64-6DB2ECE91D16}" destId="{4FF359AF-1D10-4130-A5BF-F37F03CCE9E5}" srcOrd="0" destOrd="0" parTransId="{53B62E97-284A-41A0-B29C-E3392183E1F8}" sibTransId="{AFD12D7B-8237-46FF-B66A-D9C13F1CE694}"/>
    <dgm:cxn modelId="{A039B6E2-F4A2-4C9D-B8B2-94913C7EC388}" srcId="{18FF74B0-DCFF-415C-8F67-57D33DE10136}" destId="{DDA0653C-0B9B-45A3-862B-6B27CD837490}" srcOrd="0" destOrd="0" parTransId="{2DBAA9B8-1ED1-4BA2-8280-BE0E56E277C1}" sibTransId="{7F182EFC-ED1A-44D7-828B-4E2A88BA04AE}"/>
    <dgm:cxn modelId="{7BC188EE-F8DF-41B3-82D7-08C0BE996D4A}" srcId="{DDA0653C-0B9B-45A3-862B-6B27CD837490}" destId="{F2805654-ED5E-4E70-A63E-6BE591DFC431}" srcOrd="0" destOrd="0" parTransId="{70A8ADE0-E34D-44AF-A3F4-099A52AC6ECF}" sibTransId="{041B9195-8F43-4A47-A5A6-8260F1BDCA8D}"/>
    <dgm:cxn modelId="{21FCA434-A956-4C5C-BFB5-9CBCC7CA5EAB}" type="presParOf" srcId="{FFABA516-918E-4269-8887-B7C5AFA4A25C}" destId="{E9067124-D604-4DDF-A2F9-EDEA8B62499E}" srcOrd="0" destOrd="0" presId="urn:microsoft.com/office/officeart/2018/5/layout/CenteredIconLabelDescriptionList"/>
    <dgm:cxn modelId="{54D07DC2-9B72-403C-83AD-3887AFA970B3}" type="presParOf" srcId="{E9067124-D604-4DDF-A2F9-EDEA8B62499E}" destId="{4A2911FD-DA99-4B32-844F-757AAB137027}" srcOrd="0" destOrd="0" presId="urn:microsoft.com/office/officeart/2018/5/layout/CenteredIconLabelDescriptionList"/>
    <dgm:cxn modelId="{64AFD9F3-8E2F-4957-9DAF-00F41BEAC48C}" type="presParOf" srcId="{E9067124-D604-4DDF-A2F9-EDEA8B62499E}" destId="{EA8758A7-5E4E-4F85-BCB8-46C712F6DAF2}" srcOrd="1" destOrd="0" presId="urn:microsoft.com/office/officeart/2018/5/layout/CenteredIconLabelDescriptionList"/>
    <dgm:cxn modelId="{5EEE4BA5-83F7-4923-AB43-BA8E75FBF29A}" type="presParOf" srcId="{E9067124-D604-4DDF-A2F9-EDEA8B62499E}" destId="{90DB3D7B-8E56-44DA-9158-BC8D194A4A88}" srcOrd="2" destOrd="0" presId="urn:microsoft.com/office/officeart/2018/5/layout/CenteredIconLabelDescriptionList"/>
    <dgm:cxn modelId="{49FFA14A-746F-41BF-AAC6-DD8BDA29B326}" type="presParOf" srcId="{E9067124-D604-4DDF-A2F9-EDEA8B62499E}" destId="{90893785-B6EB-4D56-9CAB-EE6704362C20}" srcOrd="3" destOrd="0" presId="urn:microsoft.com/office/officeart/2018/5/layout/CenteredIconLabelDescriptionList"/>
    <dgm:cxn modelId="{51B7224E-FAFE-4E88-897B-6039AD224032}" type="presParOf" srcId="{E9067124-D604-4DDF-A2F9-EDEA8B62499E}" destId="{47014395-56DA-466A-A278-0AD94696420E}" srcOrd="4" destOrd="0" presId="urn:microsoft.com/office/officeart/2018/5/layout/CenteredIconLabelDescriptionList"/>
    <dgm:cxn modelId="{94ECD2BB-234D-4B19-A7B3-5FF0783FB2DE}" type="presParOf" srcId="{FFABA516-918E-4269-8887-B7C5AFA4A25C}" destId="{A5419B83-540C-4D8E-B912-C707DA73995F}" srcOrd="1" destOrd="0" presId="urn:microsoft.com/office/officeart/2018/5/layout/CenteredIconLabelDescriptionList"/>
    <dgm:cxn modelId="{A3BE3AA6-9721-4FEC-887A-86C2508AD78E}" type="presParOf" srcId="{FFABA516-918E-4269-8887-B7C5AFA4A25C}" destId="{D5FD7BD9-56DD-4092-9548-C5DF8289B009}" srcOrd="2" destOrd="0" presId="urn:microsoft.com/office/officeart/2018/5/layout/CenteredIconLabelDescriptionList"/>
    <dgm:cxn modelId="{1A9E607C-810A-4542-BF92-3048264CD005}" type="presParOf" srcId="{D5FD7BD9-56DD-4092-9548-C5DF8289B009}" destId="{0A2167E3-B281-48E7-8E7F-5FB0F975007C}" srcOrd="0" destOrd="0" presId="urn:microsoft.com/office/officeart/2018/5/layout/CenteredIconLabelDescriptionList"/>
    <dgm:cxn modelId="{EF121B95-DA03-44E8-83C2-0AF0B71DC177}" type="presParOf" srcId="{D5FD7BD9-56DD-4092-9548-C5DF8289B009}" destId="{41008816-5FE0-493F-BF19-56FC0A0A18F6}" srcOrd="1" destOrd="0" presId="urn:microsoft.com/office/officeart/2018/5/layout/CenteredIconLabelDescriptionList"/>
    <dgm:cxn modelId="{B9F92B6A-5D96-412F-BA93-36ADE5DD982B}" type="presParOf" srcId="{D5FD7BD9-56DD-4092-9548-C5DF8289B009}" destId="{0DE6F88E-CE24-4E49-A956-24D17343EC95}" srcOrd="2" destOrd="0" presId="urn:microsoft.com/office/officeart/2018/5/layout/CenteredIconLabelDescriptionList"/>
    <dgm:cxn modelId="{C89FC3E0-5771-4943-8A7B-4E31A19A39A4}" type="presParOf" srcId="{D5FD7BD9-56DD-4092-9548-C5DF8289B009}" destId="{A4533674-9F26-472C-9E98-A1675E0969E2}" srcOrd="3" destOrd="0" presId="urn:microsoft.com/office/officeart/2018/5/layout/CenteredIconLabelDescriptionList"/>
    <dgm:cxn modelId="{24B5860A-757C-4F75-B829-35059174C254}" type="presParOf" srcId="{D5FD7BD9-56DD-4092-9548-C5DF8289B009}" destId="{625F0A80-7363-4630-9E40-D913487A4BA1}" srcOrd="4" destOrd="0" presId="urn:microsoft.com/office/officeart/2018/5/layout/CenteredIconLabelDescriptionList"/>
    <dgm:cxn modelId="{6D8B1B1D-A6CC-42B8-90E2-2FFB1EF6085F}" type="presParOf" srcId="{FFABA516-918E-4269-8887-B7C5AFA4A25C}" destId="{9DD2E069-2E75-4889-B0AE-9775557CF941}" srcOrd="3" destOrd="0" presId="urn:microsoft.com/office/officeart/2018/5/layout/CenteredIconLabelDescriptionList"/>
    <dgm:cxn modelId="{BFE3ABC4-D820-4900-B534-9C1185E7006E}" type="presParOf" srcId="{FFABA516-918E-4269-8887-B7C5AFA4A25C}" destId="{A6842E92-795B-4A07-9388-0ED4E6F65C63}" srcOrd="4" destOrd="0" presId="urn:microsoft.com/office/officeart/2018/5/layout/CenteredIconLabelDescriptionList"/>
    <dgm:cxn modelId="{49AD44BA-1E64-4FE8-B0F7-82A903C5052A}" type="presParOf" srcId="{A6842E92-795B-4A07-9388-0ED4E6F65C63}" destId="{EBDAFE48-0B80-49C9-B95B-37C92B46FBB4}" srcOrd="0" destOrd="0" presId="urn:microsoft.com/office/officeart/2018/5/layout/CenteredIconLabelDescriptionList"/>
    <dgm:cxn modelId="{F462254B-0B83-4B50-94C9-C96B458992FF}" type="presParOf" srcId="{A6842E92-795B-4A07-9388-0ED4E6F65C63}" destId="{59E78B6C-B30A-4676-8A89-87B2FAA43758}" srcOrd="1" destOrd="0" presId="urn:microsoft.com/office/officeart/2018/5/layout/CenteredIconLabelDescriptionList"/>
    <dgm:cxn modelId="{55C27A2A-CCC6-4D08-B0DE-4BC1F101DC97}" type="presParOf" srcId="{A6842E92-795B-4A07-9388-0ED4E6F65C63}" destId="{DE3969E6-9EAE-429D-87D0-A385C09C11F6}" srcOrd="2" destOrd="0" presId="urn:microsoft.com/office/officeart/2018/5/layout/CenteredIconLabelDescriptionList"/>
    <dgm:cxn modelId="{D84235D7-B48D-456B-B361-97E59BB72890}" type="presParOf" srcId="{A6842E92-795B-4A07-9388-0ED4E6F65C63}" destId="{ED287A0B-7037-4540-B5BF-CCE9C99829A7}" srcOrd="3" destOrd="0" presId="urn:microsoft.com/office/officeart/2018/5/layout/CenteredIconLabelDescriptionList"/>
    <dgm:cxn modelId="{61A0E6C6-8071-409D-B260-0997A311A20A}" type="presParOf" srcId="{A6842E92-795B-4A07-9388-0ED4E6F65C63}" destId="{7B3DB11C-3C34-46B0-B208-FEFD7E298EEC}"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3CDF56-24EB-42C0-8115-254E16ECD01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FFF7021-025F-4A45-A849-F777DB65AF04}">
      <dgm:prSet/>
      <dgm:spPr/>
      <dgm:t>
        <a:bodyPr/>
        <a:lstStyle/>
        <a:p>
          <a:r>
            <a:rPr lang="en-US"/>
            <a:t>Equivalence Class Transformation (ECLAT)</a:t>
          </a:r>
        </a:p>
      </dgm:t>
    </dgm:pt>
    <dgm:pt modelId="{BBCE92F2-4558-4DDE-9D14-52421760DDA3}" type="parTrans" cxnId="{00C53AF9-8003-4B99-BC3C-3E613622DC65}">
      <dgm:prSet/>
      <dgm:spPr/>
      <dgm:t>
        <a:bodyPr/>
        <a:lstStyle/>
        <a:p>
          <a:endParaRPr lang="en-US"/>
        </a:p>
      </dgm:t>
    </dgm:pt>
    <dgm:pt modelId="{7750A5D0-4782-4638-9D9E-F22E9D1C36E3}" type="sibTrans" cxnId="{00C53AF9-8003-4B99-BC3C-3E613622DC65}">
      <dgm:prSet/>
      <dgm:spPr/>
      <dgm:t>
        <a:bodyPr/>
        <a:lstStyle/>
        <a:p>
          <a:endParaRPr lang="en-US"/>
        </a:p>
      </dgm:t>
    </dgm:pt>
    <dgm:pt modelId="{AE1C55A0-DFAD-4A73-B0C0-8C7BCC291C17}">
      <dgm:prSet/>
      <dgm:spPr/>
      <dgm:t>
        <a:bodyPr/>
        <a:lstStyle/>
        <a:p>
          <a:r>
            <a:rPr lang="en-US"/>
            <a:t>Efficient Association Rule Mining algorithm</a:t>
          </a:r>
        </a:p>
      </dgm:t>
    </dgm:pt>
    <dgm:pt modelId="{852F4B08-AFC7-4D99-A5D9-B259D3DC9A97}" type="parTrans" cxnId="{CDA625EA-3E48-452A-A624-1E4741DDF560}">
      <dgm:prSet/>
      <dgm:spPr/>
      <dgm:t>
        <a:bodyPr/>
        <a:lstStyle/>
        <a:p>
          <a:endParaRPr lang="en-US"/>
        </a:p>
      </dgm:t>
    </dgm:pt>
    <dgm:pt modelId="{AEA013EF-F222-4F5C-95FF-947648F75CC9}" type="sibTrans" cxnId="{CDA625EA-3E48-452A-A624-1E4741DDF560}">
      <dgm:prSet/>
      <dgm:spPr/>
      <dgm:t>
        <a:bodyPr/>
        <a:lstStyle/>
        <a:p>
          <a:endParaRPr lang="en-US"/>
        </a:p>
      </dgm:t>
    </dgm:pt>
    <dgm:pt modelId="{26D5FBA7-800D-4846-9591-A329F342637C}">
      <dgm:prSet/>
      <dgm:spPr/>
      <dgm:t>
        <a:bodyPr/>
        <a:lstStyle/>
        <a:p>
          <a:r>
            <a:rPr lang="en-US"/>
            <a:t>Uses vertical data format instead of horizontal scanning</a:t>
          </a:r>
        </a:p>
      </dgm:t>
    </dgm:pt>
    <dgm:pt modelId="{10FB024C-FA8C-4F5B-845E-3875DCA9D4A0}" type="parTrans" cxnId="{C04D8E73-065E-4463-8370-7E2F6745D1D1}">
      <dgm:prSet/>
      <dgm:spPr/>
      <dgm:t>
        <a:bodyPr/>
        <a:lstStyle/>
        <a:p>
          <a:endParaRPr lang="en-US"/>
        </a:p>
      </dgm:t>
    </dgm:pt>
    <dgm:pt modelId="{014EBDB9-7276-4D9B-B916-1CFA2358378E}" type="sibTrans" cxnId="{C04D8E73-065E-4463-8370-7E2F6745D1D1}">
      <dgm:prSet/>
      <dgm:spPr/>
      <dgm:t>
        <a:bodyPr/>
        <a:lstStyle/>
        <a:p>
          <a:endParaRPr lang="en-US"/>
        </a:p>
      </dgm:t>
    </dgm:pt>
    <dgm:pt modelId="{C0F8080B-ABDD-4510-8408-7E93C24D1F33}" type="pres">
      <dgm:prSet presAssocID="{4C3CDF56-24EB-42C0-8115-254E16ECD019}" presName="root" presStyleCnt="0">
        <dgm:presLayoutVars>
          <dgm:dir/>
          <dgm:resizeHandles val="exact"/>
        </dgm:presLayoutVars>
      </dgm:prSet>
      <dgm:spPr/>
    </dgm:pt>
    <dgm:pt modelId="{E3004E7B-C562-4106-B93A-391B70306B7C}" type="pres">
      <dgm:prSet presAssocID="{BFFF7021-025F-4A45-A849-F777DB65AF04}" presName="compNode" presStyleCnt="0"/>
      <dgm:spPr/>
    </dgm:pt>
    <dgm:pt modelId="{0A9D70AA-2579-4BE9-8D91-1C39AB2439F2}" type="pres">
      <dgm:prSet presAssocID="{BFFF7021-025F-4A45-A849-F777DB65AF0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nching Diagram"/>
        </a:ext>
      </dgm:extLst>
    </dgm:pt>
    <dgm:pt modelId="{520D3053-87D9-4D4D-B359-AC4BE389E2B4}" type="pres">
      <dgm:prSet presAssocID="{BFFF7021-025F-4A45-A849-F777DB65AF04}" presName="spaceRect" presStyleCnt="0"/>
      <dgm:spPr/>
    </dgm:pt>
    <dgm:pt modelId="{E5C69E36-B6EE-49E9-AC0A-6EE8B14961D5}" type="pres">
      <dgm:prSet presAssocID="{BFFF7021-025F-4A45-A849-F777DB65AF04}" presName="textRect" presStyleLbl="revTx" presStyleIdx="0" presStyleCnt="3">
        <dgm:presLayoutVars>
          <dgm:chMax val="1"/>
          <dgm:chPref val="1"/>
        </dgm:presLayoutVars>
      </dgm:prSet>
      <dgm:spPr/>
    </dgm:pt>
    <dgm:pt modelId="{A212145A-60E8-42B2-819B-B492ED2E14CD}" type="pres">
      <dgm:prSet presAssocID="{7750A5D0-4782-4638-9D9E-F22E9D1C36E3}" presName="sibTrans" presStyleCnt="0"/>
      <dgm:spPr/>
    </dgm:pt>
    <dgm:pt modelId="{1FBF0483-B638-40F3-A163-ED40CDC2E959}" type="pres">
      <dgm:prSet presAssocID="{AE1C55A0-DFAD-4A73-B0C0-8C7BCC291C17}" presName="compNode" presStyleCnt="0"/>
      <dgm:spPr/>
    </dgm:pt>
    <dgm:pt modelId="{18D03A82-493A-4F29-A35B-F4B49C7D220A}" type="pres">
      <dgm:prSet presAssocID="{AE1C55A0-DFAD-4A73-B0C0-8C7BCC291C1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DEB5C1EF-7BAE-4075-8EFA-F57F8AB48978}" type="pres">
      <dgm:prSet presAssocID="{AE1C55A0-DFAD-4A73-B0C0-8C7BCC291C17}" presName="spaceRect" presStyleCnt="0"/>
      <dgm:spPr/>
    </dgm:pt>
    <dgm:pt modelId="{7D5B1B5B-44A7-4294-8E1A-FDBDDCFD65E1}" type="pres">
      <dgm:prSet presAssocID="{AE1C55A0-DFAD-4A73-B0C0-8C7BCC291C17}" presName="textRect" presStyleLbl="revTx" presStyleIdx="1" presStyleCnt="3">
        <dgm:presLayoutVars>
          <dgm:chMax val="1"/>
          <dgm:chPref val="1"/>
        </dgm:presLayoutVars>
      </dgm:prSet>
      <dgm:spPr/>
    </dgm:pt>
    <dgm:pt modelId="{D5EA9AD5-7EF9-4292-81D7-DE4469393CC0}" type="pres">
      <dgm:prSet presAssocID="{AEA013EF-F222-4F5C-95FF-947648F75CC9}" presName="sibTrans" presStyleCnt="0"/>
      <dgm:spPr/>
    </dgm:pt>
    <dgm:pt modelId="{1D7FD0E8-8214-4F90-9277-45D94A9DBD6A}" type="pres">
      <dgm:prSet presAssocID="{26D5FBA7-800D-4846-9591-A329F342637C}" presName="compNode" presStyleCnt="0"/>
      <dgm:spPr/>
    </dgm:pt>
    <dgm:pt modelId="{308DFBCE-3B1C-40DD-9538-EC2C11E51671}" type="pres">
      <dgm:prSet presAssocID="{26D5FBA7-800D-4846-9591-A329F342637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inter"/>
        </a:ext>
      </dgm:extLst>
    </dgm:pt>
    <dgm:pt modelId="{7E8BAEA6-F4F9-4402-B6F8-40585BE2D032}" type="pres">
      <dgm:prSet presAssocID="{26D5FBA7-800D-4846-9591-A329F342637C}" presName="spaceRect" presStyleCnt="0"/>
      <dgm:spPr/>
    </dgm:pt>
    <dgm:pt modelId="{F35B70C6-A6F5-4BD8-A5A2-FBE7B81E36C1}" type="pres">
      <dgm:prSet presAssocID="{26D5FBA7-800D-4846-9591-A329F342637C}" presName="textRect" presStyleLbl="revTx" presStyleIdx="2" presStyleCnt="3">
        <dgm:presLayoutVars>
          <dgm:chMax val="1"/>
          <dgm:chPref val="1"/>
        </dgm:presLayoutVars>
      </dgm:prSet>
      <dgm:spPr/>
    </dgm:pt>
  </dgm:ptLst>
  <dgm:cxnLst>
    <dgm:cxn modelId="{C04D8E73-065E-4463-8370-7E2F6745D1D1}" srcId="{4C3CDF56-24EB-42C0-8115-254E16ECD019}" destId="{26D5FBA7-800D-4846-9591-A329F342637C}" srcOrd="2" destOrd="0" parTransId="{10FB024C-FA8C-4F5B-845E-3875DCA9D4A0}" sibTransId="{014EBDB9-7276-4D9B-B916-1CFA2358378E}"/>
    <dgm:cxn modelId="{A0443283-F0EF-4127-96F6-D1FB83FE445D}" type="presOf" srcId="{4C3CDF56-24EB-42C0-8115-254E16ECD019}" destId="{C0F8080B-ABDD-4510-8408-7E93C24D1F33}" srcOrd="0" destOrd="0" presId="urn:microsoft.com/office/officeart/2018/2/layout/IconLabelList"/>
    <dgm:cxn modelId="{CDA625EA-3E48-452A-A624-1E4741DDF560}" srcId="{4C3CDF56-24EB-42C0-8115-254E16ECD019}" destId="{AE1C55A0-DFAD-4A73-B0C0-8C7BCC291C17}" srcOrd="1" destOrd="0" parTransId="{852F4B08-AFC7-4D99-A5D9-B259D3DC9A97}" sibTransId="{AEA013EF-F222-4F5C-95FF-947648F75CC9}"/>
    <dgm:cxn modelId="{162FE9EE-6EAD-4068-9789-19C618F1F306}" type="presOf" srcId="{AE1C55A0-DFAD-4A73-B0C0-8C7BCC291C17}" destId="{7D5B1B5B-44A7-4294-8E1A-FDBDDCFD65E1}" srcOrd="0" destOrd="0" presId="urn:microsoft.com/office/officeart/2018/2/layout/IconLabelList"/>
    <dgm:cxn modelId="{00C53AF9-8003-4B99-BC3C-3E613622DC65}" srcId="{4C3CDF56-24EB-42C0-8115-254E16ECD019}" destId="{BFFF7021-025F-4A45-A849-F777DB65AF04}" srcOrd="0" destOrd="0" parTransId="{BBCE92F2-4558-4DDE-9D14-52421760DDA3}" sibTransId="{7750A5D0-4782-4638-9D9E-F22E9D1C36E3}"/>
    <dgm:cxn modelId="{461406FF-3010-499F-82C2-8B03D840B95D}" type="presOf" srcId="{26D5FBA7-800D-4846-9591-A329F342637C}" destId="{F35B70C6-A6F5-4BD8-A5A2-FBE7B81E36C1}" srcOrd="0" destOrd="0" presId="urn:microsoft.com/office/officeart/2018/2/layout/IconLabelList"/>
    <dgm:cxn modelId="{1CB026FF-CD9D-4F89-BEB7-24B8347DD95D}" type="presOf" srcId="{BFFF7021-025F-4A45-A849-F777DB65AF04}" destId="{E5C69E36-B6EE-49E9-AC0A-6EE8B14961D5}" srcOrd="0" destOrd="0" presId="urn:microsoft.com/office/officeart/2018/2/layout/IconLabelList"/>
    <dgm:cxn modelId="{76D8F49D-CB81-4457-8C27-3B5993415524}" type="presParOf" srcId="{C0F8080B-ABDD-4510-8408-7E93C24D1F33}" destId="{E3004E7B-C562-4106-B93A-391B70306B7C}" srcOrd="0" destOrd="0" presId="urn:microsoft.com/office/officeart/2018/2/layout/IconLabelList"/>
    <dgm:cxn modelId="{255D3AA7-0CE0-4C36-8887-79BDCD163A87}" type="presParOf" srcId="{E3004E7B-C562-4106-B93A-391B70306B7C}" destId="{0A9D70AA-2579-4BE9-8D91-1C39AB2439F2}" srcOrd="0" destOrd="0" presId="urn:microsoft.com/office/officeart/2018/2/layout/IconLabelList"/>
    <dgm:cxn modelId="{C101D55B-2027-4AAD-915A-16A6937EF905}" type="presParOf" srcId="{E3004E7B-C562-4106-B93A-391B70306B7C}" destId="{520D3053-87D9-4D4D-B359-AC4BE389E2B4}" srcOrd="1" destOrd="0" presId="urn:microsoft.com/office/officeart/2018/2/layout/IconLabelList"/>
    <dgm:cxn modelId="{33DD46A2-EEDE-4DC7-AC84-EEE8328DDCF6}" type="presParOf" srcId="{E3004E7B-C562-4106-B93A-391B70306B7C}" destId="{E5C69E36-B6EE-49E9-AC0A-6EE8B14961D5}" srcOrd="2" destOrd="0" presId="urn:microsoft.com/office/officeart/2018/2/layout/IconLabelList"/>
    <dgm:cxn modelId="{62B3081A-EF84-4DFC-9B3F-E3648DA8D9CD}" type="presParOf" srcId="{C0F8080B-ABDD-4510-8408-7E93C24D1F33}" destId="{A212145A-60E8-42B2-819B-B492ED2E14CD}" srcOrd="1" destOrd="0" presId="urn:microsoft.com/office/officeart/2018/2/layout/IconLabelList"/>
    <dgm:cxn modelId="{35966438-D0A9-4BFC-9D22-61DBD25EF319}" type="presParOf" srcId="{C0F8080B-ABDD-4510-8408-7E93C24D1F33}" destId="{1FBF0483-B638-40F3-A163-ED40CDC2E959}" srcOrd="2" destOrd="0" presId="urn:microsoft.com/office/officeart/2018/2/layout/IconLabelList"/>
    <dgm:cxn modelId="{D9457C34-93CD-4D6E-BAC9-8149EFC3770D}" type="presParOf" srcId="{1FBF0483-B638-40F3-A163-ED40CDC2E959}" destId="{18D03A82-493A-4F29-A35B-F4B49C7D220A}" srcOrd="0" destOrd="0" presId="urn:microsoft.com/office/officeart/2018/2/layout/IconLabelList"/>
    <dgm:cxn modelId="{5F69322B-5B9D-4BDC-9DE0-FCE7E8C47008}" type="presParOf" srcId="{1FBF0483-B638-40F3-A163-ED40CDC2E959}" destId="{DEB5C1EF-7BAE-4075-8EFA-F57F8AB48978}" srcOrd="1" destOrd="0" presId="urn:microsoft.com/office/officeart/2018/2/layout/IconLabelList"/>
    <dgm:cxn modelId="{C5F85340-D5CE-40AA-9C3A-974EF28D9836}" type="presParOf" srcId="{1FBF0483-B638-40F3-A163-ED40CDC2E959}" destId="{7D5B1B5B-44A7-4294-8E1A-FDBDDCFD65E1}" srcOrd="2" destOrd="0" presId="urn:microsoft.com/office/officeart/2018/2/layout/IconLabelList"/>
    <dgm:cxn modelId="{9924395A-A7B8-44DA-982F-29B757D5BBDC}" type="presParOf" srcId="{C0F8080B-ABDD-4510-8408-7E93C24D1F33}" destId="{D5EA9AD5-7EF9-4292-81D7-DE4469393CC0}" srcOrd="3" destOrd="0" presId="urn:microsoft.com/office/officeart/2018/2/layout/IconLabelList"/>
    <dgm:cxn modelId="{97AAC946-6C80-40AD-BAAE-BF2947BF551B}" type="presParOf" srcId="{C0F8080B-ABDD-4510-8408-7E93C24D1F33}" destId="{1D7FD0E8-8214-4F90-9277-45D94A9DBD6A}" srcOrd="4" destOrd="0" presId="urn:microsoft.com/office/officeart/2018/2/layout/IconLabelList"/>
    <dgm:cxn modelId="{7A55D9BF-7AEA-451C-9604-924C5C3C8078}" type="presParOf" srcId="{1D7FD0E8-8214-4F90-9277-45D94A9DBD6A}" destId="{308DFBCE-3B1C-40DD-9538-EC2C11E51671}" srcOrd="0" destOrd="0" presId="urn:microsoft.com/office/officeart/2018/2/layout/IconLabelList"/>
    <dgm:cxn modelId="{DCE2D7B4-2AB3-4C41-8867-1C8C9CC89F65}" type="presParOf" srcId="{1D7FD0E8-8214-4F90-9277-45D94A9DBD6A}" destId="{7E8BAEA6-F4F9-4402-B6F8-40585BE2D032}" srcOrd="1" destOrd="0" presId="urn:microsoft.com/office/officeart/2018/2/layout/IconLabelList"/>
    <dgm:cxn modelId="{308509FB-070B-4E7C-B652-B9EA0E3A8324}" type="presParOf" srcId="{1D7FD0E8-8214-4F90-9277-45D94A9DBD6A}" destId="{F35B70C6-A6F5-4BD8-A5A2-FBE7B81E36C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C2DE20-2410-4FD2-A37B-B11FD98EB30B}" type="doc">
      <dgm:prSet loTypeId="urn:microsoft.com/office/officeart/2005/8/layout/hList1" loCatId="list" qsTypeId="urn:microsoft.com/office/officeart/2005/8/quickstyle/simple1" qsCatId="simple" csTypeId="urn:microsoft.com/office/officeart/2005/8/colors/colorful1" csCatId="colorful"/>
      <dgm:spPr/>
      <dgm:t>
        <a:bodyPr/>
        <a:lstStyle/>
        <a:p>
          <a:endParaRPr lang="en-US"/>
        </a:p>
      </dgm:t>
    </dgm:pt>
    <dgm:pt modelId="{D92B4196-FB08-46E5-B681-1C2BB76F8969}">
      <dgm:prSet/>
      <dgm:spPr/>
      <dgm:t>
        <a:bodyPr/>
        <a:lstStyle/>
        <a:p>
          <a:r>
            <a:rPr lang="en-US"/>
            <a:t>Market basket analysis in supermarkets</a:t>
          </a:r>
        </a:p>
      </dgm:t>
    </dgm:pt>
    <dgm:pt modelId="{441B9CC1-CFC9-454D-A641-6E0B14F46DE8}" type="parTrans" cxnId="{8FD429CF-5E45-477E-9AD9-5D7E01BF40F6}">
      <dgm:prSet/>
      <dgm:spPr/>
      <dgm:t>
        <a:bodyPr/>
        <a:lstStyle/>
        <a:p>
          <a:endParaRPr lang="en-US"/>
        </a:p>
      </dgm:t>
    </dgm:pt>
    <dgm:pt modelId="{EED03614-C027-4330-8D7C-4AC3B4E8BBF4}" type="sibTrans" cxnId="{8FD429CF-5E45-477E-9AD9-5D7E01BF40F6}">
      <dgm:prSet/>
      <dgm:spPr/>
      <dgm:t>
        <a:bodyPr/>
        <a:lstStyle/>
        <a:p>
          <a:endParaRPr lang="en-US"/>
        </a:p>
      </dgm:t>
    </dgm:pt>
    <dgm:pt modelId="{060E3A57-03C8-4FE4-9086-E518C2E9C3A4}">
      <dgm:prSet/>
      <dgm:spPr/>
      <dgm:t>
        <a:bodyPr/>
        <a:lstStyle/>
        <a:p>
          <a:r>
            <a:rPr lang="en-US"/>
            <a:t>In retail to identify items frequently purchased together</a:t>
          </a:r>
        </a:p>
      </dgm:t>
    </dgm:pt>
    <dgm:pt modelId="{2EAB0471-13DD-441C-A3BD-96115889339C}" type="parTrans" cxnId="{E5ED9D3D-0E26-4E6C-850F-55D7F18D2D97}">
      <dgm:prSet/>
      <dgm:spPr/>
      <dgm:t>
        <a:bodyPr/>
        <a:lstStyle/>
        <a:p>
          <a:endParaRPr lang="en-US"/>
        </a:p>
      </dgm:t>
    </dgm:pt>
    <dgm:pt modelId="{36DA7320-68F0-4F51-A314-17CED0C19021}" type="sibTrans" cxnId="{E5ED9D3D-0E26-4E6C-850F-55D7F18D2D97}">
      <dgm:prSet/>
      <dgm:spPr/>
      <dgm:t>
        <a:bodyPr/>
        <a:lstStyle/>
        <a:p>
          <a:endParaRPr lang="en-US"/>
        </a:p>
      </dgm:t>
    </dgm:pt>
    <dgm:pt modelId="{47265B37-196E-484D-9114-D6B7BB6AC1D2}">
      <dgm:prSet/>
      <dgm:spPr/>
      <dgm:t>
        <a:bodyPr/>
        <a:lstStyle/>
        <a:p>
          <a:r>
            <a:rPr lang="en-US"/>
            <a:t>Customer behavior model</a:t>
          </a:r>
          <a:r>
            <a:rPr lang="en-GB"/>
            <a:t>l</a:t>
          </a:r>
          <a:r>
            <a:rPr lang="en-US"/>
            <a:t>ing</a:t>
          </a:r>
        </a:p>
      </dgm:t>
    </dgm:pt>
    <dgm:pt modelId="{8862FB7C-99EB-4EDE-A1D0-EA1BF0EC0A33}" type="parTrans" cxnId="{5F895EA6-D836-4487-86ED-918CA537634C}">
      <dgm:prSet/>
      <dgm:spPr/>
      <dgm:t>
        <a:bodyPr/>
        <a:lstStyle/>
        <a:p>
          <a:endParaRPr lang="en-US"/>
        </a:p>
      </dgm:t>
    </dgm:pt>
    <dgm:pt modelId="{5A10043F-A304-4EAE-A44A-71FA061AA1C9}" type="sibTrans" cxnId="{5F895EA6-D836-4487-86ED-918CA537634C}">
      <dgm:prSet/>
      <dgm:spPr/>
      <dgm:t>
        <a:bodyPr/>
        <a:lstStyle/>
        <a:p>
          <a:endParaRPr lang="en-US"/>
        </a:p>
      </dgm:t>
    </dgm:pt>
    <dgm:pt modelId="{3478AB2F-EB60-41CB-A3FE-6B31341573FD}">
      <dgm:prSet/>
      <dgm:spPr/>
      <dgm:t>
        <a:bodyPr/>
        <a:lstStyle/>
        <a:p>
          <a:r>
            <a:rPr lang="en-US"/>
            <a:t>Analyze customer past purchase patterns to suggest products</a:t>
          </a:r>
        </a:p>
      </dgm:t>
    </dgm:pt>
    <dgm:pt modelId="{F09C3259-BA89-435F-8C65-BB274D21312A}" type="parTrans" cxnId="{B98E9DED-36A5-40D6-BA0F-684DDB19BB6E}">
      <dgm:prSet/>
      <dgm:spPr/>
      <dgm:t>
        <a:bodyPr/>
        <a:lstStyle/>
        <a:p>
          <a:endParaRPr lang="en-US"/>
        </a:p>
      </dgm:t>
    </dgm:pt>
    <dgm:pt modelId="{F6C58AC2-13A2-4F99-82E6-51D250E6C28E}" type="sibTrans" cxnId="{B98E9DED-36A5-40D6-BA0F-684DDB19BB6E}">
      <dgm:prSet/>
      <dgm:spPr/>
      <dgm:t>
        <a:bodyPr/>
        <a:lstStyle/>
        <a:p>
          <a:endParaRPr lang="en-US"/>
        </a:p>
      </dgm:t>
    </dgm:pt>
    <dgm:pt modelId="{9AD403D7-EED4-4C34-A666-768A08BF420E}">
      <dgm:prSet/>
      <dgm:spPr/>
      <dgm:t>
        <a:bodyPr/>
        <a:lstStyle/>
        <a:p>
          <a:r>
            <a:rPr lang="en-US"/>
            <a:t>Supply chain optimization in retail and agriculture</a:t>
          </a:r>
        </a:p>
      </dgm:t>
    </dgm:pt>
    <dgm:pt modelId="{41C2B9C9-6D82-43A0-8723-2212C8005EC1}" type="parTrans" cxnId="{FD382007-5FFF-4E4C-BEDF-F61832F51EC6}">
      <dgm:prSet/>
      <dgm:spPr/>
      <dgm:t>
        <a:bodyPr/>
        <a:lstStyle/>
        <a:p>
          <a:endParaRPr lang="en-US"/>
        </a:p>
      </dgm:t>
    </dgm:pt>
    <dgm:pt modelId="{EC221A00-A528-457A-8658-6D0E38879F3A}" type="sibTrans" cxnId="{FD382007-5FFF-4E4C-BEDF-F61832F51EC6}">
      <dgm:prSet/>
      <dgm:spPr/>
      <dgm:t>
        <a:bodyPr/>
        <a:lstStyle/>
        <a:p>
          <a:endParaRPr lang="en-US"/>
        </a:p>
      </dgm:t>
    </dgm:pt>
    <dgm:pt modelId="{899916A9-2CF5-4DAB-9EFE-466C867D0D2B}">
      <dgm:prSet/>
      <dgm:spPr/>
      <dgm:t>
        <a:bodyPr/>
        <a:lstStyle/>
        <a:p>
          <a:r>
            <a:rPr lang="en-US"/>
            <a:t>Identifying patterns in regional produce orders to optimize truckload assignments and routing, reducing transportation time for perishable goods.</a:t>
          </a:r>
        </a:p>
      </dgm:t>
    </dgm:pt>
    <dgm:pt modelId="{F6F87E3B-6DF5-429D-8343-9FFE72EAA7C0}" type="parTrans" cxnId="{A81CBCAC-C87F-48B7-8E77-ADC63737B90D}">
      <dgm:prSet/>
      <dgm:spPr/>
      <dgm:t>
        <a:bodyPr/>
        <a:lstStyle/>
        <a:p>
          <a:endParaRPr lang="en-US"/>
        </a:p>
      </dgm:t>
    </dgm:pt>
    <dgm:pt modelId="{2EBCA6C1-076F-4DAC-8DF8-C648DC4CCE57}" type="sibTrans" cxnId="{A81CBCAC-C87F-48B7-8E77-ADC63737B90D}">
      <dgm:prSet/>
      <dgm:spPr/>
      <dgm:t>
        <a:bodyPr/>
        <a:lstStyle/>
        <a:p>
          <a:endParaRPr lang="en-US"/>
        </a:p>
      </dgm:t>
    </dgm:pt>
    <dgm:pt modelId="{C89D283F-1D1A-43E9-9246-36E2FBED0910}">
      <dgm:prSet/>
      <dgm:spPr/>
      <dgm:t>
        <a:bodyPr/>
        <a:lstStyle/>
        <a:p>
          <a:r>
            <a:rPr lang="en-US"/>
            <a:t>Medical Diagnosis</a:t>
          </a:r>
        </a:p>
      </dgm:t>
    </dgm:pt>
    <dgm:pt modelId="{5DCE2D27-82F3-45D8-8E4C-2E4285665521}" type="parTrans" cxnId="{D10AE53B-D2D1-4F89-8E66-61233F9DBCE8}">
      <dgm:prSet/>
      <dgm:spPr/>
      <dgm:t>
        <a:bodyPr/>
        <a:lstStyle/>
        <a:p>
          <a:endParaRPr lang="en-US"/>
        </a:p>
      </dgm:t>
    </dgm:pt>
    <dgm:pt modelId="{FC1A952F-96E5-4FC9-9C61-83812F74B346}" type="sibTrans" cxnId="{D10AE53B-D2D1-4F89-8E66-61233F9DBCE8}">
      <dgm:prSet/>
      <dgm:spPr/>
      <dgm:t>
        <a:bodyPr/>
        <a:lstStyle/>
        <a:p>
          <a:endParaRPr lang="en-US"/>
        </a:p>
      </dgm:t>
    </dgm:pt>
    <dgm:pt modelId="{0D805E6D-03E5-498F-816C-860E7CBBE941}">
      <dgm:prSet/>
      <dgm:spPr/>
      <dgm:t>
        <a:bodyPr/>
        <a:lstStyle/>
        <a:p>
          <a:r>
            <a:rPr lang="en-US"/>
            <a:t>Analyzing co-occurring symptoms, treatments, or diseases within patient medical records to discover patterns and improve diagnosis.</a:t>
          </a:r>
        </a:p>
      </dgm:t>
    </dgm:pt>
    <dgm:pt modelId="{140E8BE5-EBE8-4149-95E1-2E436897F57F}" type="parTrans" cxnId="{589C54B7-58E0-448B-81D1-62EC61435D63}">
      <dgm:prSet/>
      <dgm:spPr/>
      <dgm:t>
        <a:bodyPr/>
        <a:lstStyle/>
        <a:p>
          <a:endParaRPr lang="en-US"/>
        </a:p>
      </dgm:t>
    </dgm:pt>
    <dgm:pt modelId="{81C8A21C-9F64-48B4-B9A3-1CF869F2AA8B}" type="sibTrans" cxnId="{589C54B7-58E0-448B-81D1-62EC61435D63}">
      <dgm:prSet/>
      <dgm:spPr/>
      <dgm:t>
        <a:bodyPr/>
        <a:lstStyle/>
        <a:p>
          <a:endParaRPr lang="en-US"/>
        </a:p>
      </dgm:t>
    </dgm:pt>
    <dgm:pt modelId="{9CD0636F-82F2-46E5-AB27-E6DD9AC347D7}">
      <dgm:prSet/>
      <dgm:spPr/>
      <dgm:t>
        <a:bodyPr/>
        <a:lstStyle/>
        <a:p>
          <a:r>
            <a:rPr lang="en-US"/>
            <a:t>Fraud Detection</a:t>
          </a:r>
        </a:p>
      </dgm:t>
    </dgm:pt>
    <dgm:pt modelId="{473A29A3-FBB7-4331-B954-0778B7794D22}" type="parTrans" cxnId="{70F7AA4D-4DB7-48DC-88F6-D9A2443BF4C1}">
      <dgm:prSet/>
      <dgm:spPr/>
      <dgm:t>
        <a:bodyPr/>
        <a:lstStyle/>
        <a:p>
          <a:endParaRPr lang="en-US"/>
        </a:p>
      </dgm:t>
    </dgm:pt>
    <dgm:pt modelId="{E62D475A-CC97-4357-9CBD-5B31E6A4A004}" type="sibTrans" cxnId="{70F7AA4D-4DB7-48DC-88F6-D9A2443BF4C1}">
      <dgm:prSet/>
      <dgm:spPr/>
      <dgm:t>
        <a:bodyPr/>
        <a:lstStyle/>
        <a:p>
          <a:endParaRPr lang="en-US"/>
        </a:p>
      </dgm:t>
    </dgm:pt>
    <dgm:pt modelId="{7FF838E8-2495-4B35-84F7-CD6DA005BBB6}">
      <dgm:prSet/>
      <dgm:spPr/>
      <dgm:t>
        <a:bodyPr/>
        <a:lstStyle/>
        <a:p>
          <a:r>
            <a:rPr lang="en-US"/>
            <a:t>Identifying frequent patterns within large transactional datasets that indicate fraudulent activity e.g. Mpesa</a:t>
          </a:r>
        </a:p>
      </dgm:t>
    </dgm:pt>
    <dgm:pt modelId="{62A949D4-D8E8-4385-ABBA-A5AA145790D1}" type="parTrans" cxnId="{8660C9CC-E6B1-40A6-A83C-637FE389811F}">
      <dgm:prSet/>
      <dgm:spPr/>
      <dgm:t>
        <a:bodyPr/>
        <a:lstStyle/>
        <a:p>
          <a:endParaRPr lang="en-US"/>
        </a:p>
      </dgm:t>
    </dgm:pt>
    <dgm:pt modelId="{EFF51C9E-2384-4080-9337-C4976576764E}" type="sibTrans" cxnId="{8660C9CC-E6B1-40A6-A83C-637FE389811F}">
      <dgm:prSet/>
      <dgm:spPr/>
      <dgm:t>
        <a:bodyPr/>
        <a:lstStyle/>
        <a:p>
          <a:endParaRPr lang="en-US"/>
        </a:p>
      </dgm:t>
    </dgm:pt>
    <dgm:pt modelId="{4B74494B-AC7F-4056-B329-98CB43360131}" type="pres">
      <dgm:prSet presAssocID="{62C2DE20-2410-4FD2-A37B-B11FD98EB30B}" presName="Name0" presStyleCnt="0">
        <dgm:presLayoutVars>
          <dgm:dir/>
          <dgm:animLvl val="lvl"/>
          <dgm:resizeHandles val="exact"/>
        </dgm:presLayoutVars>
      </dgm:prSet>
      <dgm:spPr/>
    </dgm:pt>
    <dgm:pt modelId="{30163BD7-F081-4938-AE65-16ACE9F1B195}" type="pres">
      <dgm:prSet presAssocID="{D92B4196-FB08-46E5-B681-1C2BB76F8969}" presName="composite" presStyleCnt="0"/>
      <dgm:spPr/>
    </dgm:pt>
    <dgm:pt modelId="{C8A8ECFE-D3DD-48D7-B809-EC64332DCF7B}" type="pres">
      <dgm:prSet presAssocID="{D92B4196-FB08-46E5-B681-1C2BB76F8969}" presName="parTx" presStyleLbl="alignNode1" presStyleIdx="0" presStyleCnt="5">
        <dgm:presLayoutVars>
          <dgm:chMax val="0"/>
          <dgm:chPref val="0"/>
          <dgm:bulletEnabled val="1"/>
        </dgm:presLayoutVars>
      </dgm:prSet>
      <dgm:spPr/>
    </dgm:pt>
    <dgm:pt modelId="{77699A49-A3CE-49C1-967E-2DCB76EA12B2}" type="pres">
      <dgm:prSet presAssocID="{D92B4196-FB08-46E5-B681-1C2BB76F8969}" presName="desTx" presStyleLbl="alignAccFollowNode1" presStyleIdx="0" presStyleCnt="5">
        <dgm:presLayoutVars>
          <dgm:bulletEnabled val="1"/>
        </dgm:presLayoutVars>
      </dgm:prSet>
      <dgm:spPr/>
    </dgm:pt>
    <dgm:pt modelId="{D0F77717-05B4-4391-AF3A-7077F83EB15A}" type="pres">
      <dgm:prSet presAssocID="{EED03614-C027-4330-8D7C-4AC3B4E8BBF4}" presName="space" presStyleCnt="0"/>
      <dgm:spPr/>
    </dgm:pt>
    <dgm:pt modelId="{45477524-734C-4118-8307-A42C8F9D3AB4}" type="pres">
      <dgm:prSet presAssocID="{47265B37-196E-484D-9114-D6B7BB6AC1D2}" presName="composite" presStyleCnt="0"/>
      <dgm:spPr/>
    </dgm:pt>
    <dgm:pt modelId="{16954C9F-B4C4-41AD-9379-18C19ADF721B}" type="pres">
      <dgm:prSet presAssocID="{47265B37-196E-484D-9114-D6B7BB6AC1D2}" presName="parTx" presStyleLbl="alignNode1" presStyleIdx="1" presStyleCnt="5">
        <dgm:presLayoutVars>
          <dgm:chMax val="0"/>
          <dgm:chPref val="0"/>
          <dgm:bulletEnabled val="1"/>
        </dgm:presLayoutVars>
      </dgm:prSet>
      <dgm:spPr/>
    </dgm:pt>
    <dgm:pt modelId="{34CD56B2-CAFC-4D20-9037-402BBEE34394}" type="pres">
      <dgm:prSet presAssocID="{47265B37-196E-484D-9114-D6B7BB6AC1D2}" presName="desTx" presStyleLbl="alignAccFollowNode1" presStyleIdx="1" presStyleCnt="5">
        <dgm:presLayoutVars>
          <dgm:bulletEnabled val="1"/>
        </dgm:presLayoutVars>
      </dgm:prSet>
      <dgm:spPr/>
    </dgm:pt>
    <dgm:pt modelId="{875454FE-DC44-473D-BC58-74D6E58765AC}" type="pres">
      <dgm:prSet presAssocID="{5A10043F-A304-4EAE-A44A-71FA061AA1C9}" presName="space" presStyleCnt="0"/>
      <dgm:spPr/>
    </dgm:pt>
    <dgm:pt modelId="{6FD6FC5A-F741-48AC-AF1C-A455CD3F13DB}" type="pres">
      <dgm:prSet presAssocID="{9AD403D7-EED4-4C34-A666-768A08BF420E}" presName="composite" presStyleCnt="0"/>
      <dgm:spPr/>
    </dgm:pt>
    <dgm:pt modelId="{C9FD3D20-35B9-408E-8F61-EE26F2E25119}" type="pres">
      <dgm:prSet presAssocID="{9AD403D7-EED4-4C34-A666-768A08BF420E}" presName="parTx" presStyleLbl="alignNode1" presStyleIdx="2" presStyleCnt="5">
        <dgm:presLayoutVars>
          <dgm:chMax val="0"/>
          <dgm:chPref val="0"/>
          <dgm:bulletEnabled val="1"/>
        </dgm:presLayoutVars>
      </dgm:prSet>
      <dgm:spPr/>
    </dgm:pt>
    <dgm:pt modelId="{3B26911A-AA9B-477A-8E09-54189D64152A}" type="pres">
      <dgm:prSet presAssocID="{9AD403D7-EED4-4C34-A666-768A08BF420E}" presName="desTx" presStyleLbl="alignAccFollowNode1" presStyleIdx="2" presStyleCnt="5">
        <dgm:presLayoutVars>
          <dgm:bulletEnabled val="1"/>
        </dgm:presLayoutVars>
      </dgm:prSet>
      <dgm:spPr/>
    </dgm:pt>
    <dgm:pt modelId="{0C2334E3-A2EC-4A72-B8B4-C20ABBDFEAFF}" type="pres">
      <dgm:prSet presAssocID="{EC221A00-A528-457A-8658-6D0E38879F3A}" presName="space" presStyleCnt="0"/>
      <dgm:spPr/>
    </dgm:pt>
    <dgm:pt modelId="{1E88C406-3849-45B8-A195-726D3AE09A4F}" type="pres">
      <dgm:prSet presAssocID="{C89D283F-1D1A-43E9-9246-36E2FBED0910}" presName="composite" presStyleCnt="0"/>
      <dgm:spPr/>
    </dgm:pt>
    <dgm:pt modelId="{DAE6DA2C-1546-4E22-AE46-91B3715E1D3D}" type="pres">
      <dgm:prSet presAssocID="{C89D283F-1D1A-43E9-9246-36E2FBED0910}" presName="parTx" presStyleLbl="alignNode1" presStyleIdx="3" presStyleCnt="5">
        <dgm:presLayoutVars>
          <dgm:chMax val="0"/>
          <dgm:chPref val="0"/>
          <dgm:bulletEnabled val="1"/>
        </dgm:presLayoutVars>
      </dgm:prSet>
      <dgm:spPr/>
    </dgm:pt>
    <dgm:pt modelId="{F9B01E1B-B470-4357-AB6C-39CE64A13181}" type="pres">
      <dgm:prSet presAssocID="{C89D283F-1D1A-43E9-9246-36E2FBED0910}" presName="desTx" presStyleLbl="alignAccFollowNode1" presStyleIdx="3" presStyleCnt="5">
        <dgm:presLayoutVars>
          <dgm:bulletEnabled val="1"/>
        </dgm:presLayoutVars>
      </dgm:prSet>
      <dgm:spPr/>
    </dgm:pt>
    <dgm:pt modelId="{901D92DB-013C-47DE-8D49-412168A645CD}" type="pres">
      <dgm:prSet presAssocID="{FC1A952F-96E5-4FC9-9C61-83812F74B346}" presName="space" presStyleCnt="0"/>
      <dgm:spPr/>
    </dgm:pt>
    <dgm:pt modelId="{8B283105-22DC-4273-93EE-C459A6F005A1}" type="pres">
      <dgm:prSet presAssocID="{9CD0636F-82F2-46E5-AB27-E6DD9AC347D7}" presName="composite" presStyleCnt="0"/>
      <dgm:spPr/>
    </dgm:pt>
    <dgm:pt modelId="{9B48A7C9-612E-4E88-8DCD-07B70932818D}" type="pres">
      <dgm:prSet presAssocID="{9CD0636F-82F2-46E5-AB27-E6DD9AC347D7}" presName="parTx" presStyleLbl="alignNode1" presStyleIdx="4" presStyleCnt="5">
        <dgm:presLayoutVars>
          <dgm:chMax val="0"/>
          <dgm:chPref val="0"/>
          <dgm:bulletEnabled val="1"/>
        </dgm:presLayoutVars>
      </dgm:prSet>
      <dgm:spPr/>
    </dgm:pt>
    <dgm:pt modelId="{3E8BAD01-5868-489B-9D19-26669849B190}" type="pres">
      <dgm:prSet presAssocID="{9CD0636F-82F2-46E5-AB27-E6DD9AC347D7}" presName="desTx" presStyleLbl="alignAccFollowNode1" presStyleIdx="4" presStyleCnt="5">
        <dgm:presLayoutVars>
          <dgm:bulletEnabled val="1"/>
        </dgm:presLayoutVars>
      </dgm:prSet>
      <dgm:spPr/>
    </dgm:pt>
  </dgm:ptLst>
  <dgm:cxnLst>
    <dgm:cxn modelId="{FD382007-5FFF-4E4C-BEDF-F61832F51EC6}" srcId="{62C2DE20-2410-4FD2-A37B-B11FD98EB30B}" destId="{9AD403D7-EED4-4C34-A666-768A08BF420E}" srcOrd="2" destOrd="0" parTransId="{41C2B9C9-6D82-43A0-8723-2212C8005EC1}" sibTransId="{EC221A00-A528-457A-8658-6D0E38879F3A}"/>
    <dgm:cxn modelId="{BFE72D13-820E-4554-A251-6A8BE44008C1}" type="presOf" srcId="{47265B37-196E-484D-9114-D6B7BB6AC1D2}" destId="{16954C9F-B4C4-41AD-9379-18C19ADF721B}" srcOrd="0" destOrd="0" presId="urn:microsoft.com/office/officeart/2005/8/layout/hList1"/>
    <dgm:cxn modelId="{F0283715-C52E-4085-B4A0-ED923E38741B}" type="presOf" srcId="{D92B4196-FB08-46E5-B681-1C2BB76F8969}" destId="{C8A8ECFE-D3DD-48D7-B809-EC64332DCF7B}" srcOrd="0" destOrd="0" presId="urn:microsoft.com/office/officeart/2005/8/layout/hList1"/>
    <dgm:cxn modelId="{C793E623-A5A2-43DC-A6F2-5E02D0F3F783}" type="presOf" srcId="{C89D283F-1D1A-43E9-9246-36E2FBED0910}" destId="{DAE6DA2C-1546-4E22-AE46-91B3715E1D3D}" srcOrd="0" destOrd="0" presId="urn:microsoft.com/office/officeart/2005/8/layout/hList1"/>
    <dgm:cxn modelId="{D10AE53B-D2D1-4F89-8E66-61233F9DBCE8}" srcId="{62C2DE20-2410-4FD2-A37B-B11FD98EB30B}" destId="{C89D283F-1D1A-43E9-9246-36E2FBED0910}" srcOrd="3" destOrd="0" parTransId="{5DCE2D27-82F3-45D8-8E4C-2E4285665521}" sibTransId="{FC1A952F-96E5-4FC9-9C61-83812F74B346}"/>
    <dgm:cxn modelId="{5AE2993D-204B-4F64-A990-E37CC4575921}" type="presOf" srcId="{7FF838E8-2495-4B35-84F7-CD6DA005BBB6}" destId="{3E8BAD01-5868-489B-9D19-26669849B190}" srcOrd="0" destOrd="0" presId="urn:microsoft.com/office/officeart/2005/8/layout/hList1"/>
    <dgm:cxn modelId="{E5ED9D3D-0E26-4E6C-850F-55D7F18D2D97}" srcId="{D92B4196-FB08-46E5-B681-1C2BB76F8969}" destId="{060E3A57-03C8-4FE4-9086-E518C2E9C3A4}" srcOrd="0" destOrd="0" parTransId="{2EAB0471-13DD-441C-A3BD-96115889339C}" sibTransId="{36DA7320-68F0-4F51-A314-17CED0C19021}"/>
    <dgm:cxn modelId="{673C5362-FE5F-4309-B1B0-DD4D58C128C8}" type="presOf" srcId="{9CD0636F-82F2-46E5-AB27-E6DD9AC347D7}" destId="{9B48A7C9-612E-4E88-8DCD-07B70932818D}" srcOrd="0" destOrd="0" presId="urn:microsoft.com/office/officeart/2005/8/layout/hList1"/>
    <dgm:cxn modelId="{A3E39644-530E-49BF-8C06-92EDAB11E80D}" type="presOf" srcId="{9AD403D7-EED4-4C34-A666-768A08BF420E}" destId="{C9FD3D20-35B9-408E-8F61-EE26F2E25119}" srcOrd="0" destOrd="0" presId="urn:microsoft.com/office/officeart/2005/8/layout/hList1"/>
    <dgm:cxn modelId="{699BAC47-9A98-445A-996A-A35384622087}" type="presOf" srcId="{899916A9-2CF5-4DAB-9EFE-466C867D0D2B}" destId="{3B26911A-AA9B-477A-8E09-54189D64152A}" srcOrd="0" destOrd="0" presId="urn:microsoft.com/office/officeart/2005/8/layout/hList1"/>
    <dgm:cxn modelId="{70F7AA4D-4DB7-48DC-88F6-D9A2443BF4C1}" srcId="{62C2DE20-2410-4FD2-A37B-B11FD98EB30B}" destId="{9CD0636F-82F2-46E5-AB27-E6DD9AC347D7}" srcOrd="4" destOrd="0" parTransId="{473A29A3-FBB7-4331-B954-0778B7794D22}" sibTransId="{E62D475A-CC97-4357-9CBD-5B31E6A4A004}"/>
    <dgm:cxn modelId="{DCD25654-9782-41E8-8355-3E33E475D8E5}" type="presOf" srcId="{060E3A57-03C8-4FE4-9086-E518C2E9C3A4}" destId="{77699A49-A3CE-49C1-967E-2DCB76EA12B2}" srcOrd="0" destOrd="0" presId="urn:microsoft.com/office/officeart/2005/8/layout/hList1"/>
    <dgm:cxn modelId="{9D014B99-FCE4-4A46-BBB2-CCADF8BFAFD5}" type="presOf" srcId="{3478AB2F-EB60-41CB-A3FE-6B31341573FD}" destId="{34CD56B2-CAFC-4D20-9037-402BBEE34394}" srcOrd="0" destOrd="0" presId="urn:microsoft.com/office/officeart/2005/8/layout/hList1"/>
    <dgm:cxn modelId="{5F895EA6-D836-4487-86ED-918CA537634C}" srcId="{62C2DE20-2410-4FD2-A37B-B11FD98EB30B}" destId="{47265B37-196E-484D-9114-D6B7BB6AC1D2}" srcOrd="1" destOrd="0" parTransId="{8862FB7C-99EB-4EDE-A1D0-EA1BF0EC0A33}" sibTransId="{5A10043F-A304-4EAE-A44A-71FA061AA1C9}"/>
    <dgm:cxn modelId="{A81CBCAC-C87F-48B7-8E77-ADC63737B90D}" srcId="{9AD403D7-EED4-4C34-A666-768A08BF420E}" destId="{899916A9-2CF5-4DAB-9EFE-466C867D0D2B}" srcOrd="0" destOrd="0" parTransId="{F6F87E3B-6DF5-429D-8343-9FFE72EAA7C0}" sibTransId="{2EBCA6C1-076F-4DAC-8DF8-C648DC4CCE57}"/>
    <dgm:cxn modelId="{1CF21EB4-E060-4FB4-9690-57CB9D11C33E}" type="presOf" srcId="{0D805E6D-03E5-498F-816C-860E7CBBE941}" destId="{F9B01E1B-B470-4357-AB6C-39CE64A13181}" srcOrd="0" destOrd="0" presId="urn:microsoft.com/office/officeart/2005/8/layout/hList1"/>
    <dgm:cxn modelId="{589C54B7-58E0-448B-81D1-62EC61435D63}" srcId="{C89D283F-1D1A-43E9-9246-36E2FBED0910}" destId="{0D805E6D-03E5-498F-816C-860E7CBBE941}" srcOrd="0" destOrd="0" parTransId="{140E8BE5-EBE8-4149-95E1-2E436897F57F}" sibTransId="{81C8A21C-9F64-48B4-B9A3-1CF869F2AA8B}"/>
    <dgm:cxn modelId="{8660C9CC-E6B1-40A6-A83C-637FE389811F}" srcId="{9CD0636F-82F2-46E5-AB27-E6DD9AC347D7}" destId="{7FF838E8-2495-4B35-84F7-CD6DA005BBB6}" srcOrd="0" destOrd="0" parTransId="{62A949D4-D8E8-4385-ABBA-A5AA145790D1}" sibTransId="{EFF51C9E-2384-4080-9337-C4976576764E}"/>
    <dgm:cxn modelId="{8FD429CF-5E45-477E-9AD9-5D7E01BF40F6}" srcId="{62C2DE20-2410-4FD2-A37B-B11FD98EB30B}" destId="{D92B4196-FB08-46E5-B681-1C2BB76F8969}" srcOrd="0" destOrd="0" parTransId="{441B9CC1-CFC9-454D-A641-6E0B14F46DE8}" sibTransId="{EED03614-C027-4330-8D7C-4AC3B4E8BBF4}"/>
    <dgm:cxn modelId="{B13125DF-0DC2-4149-A2AC-9A55E714AC16}" type="presOf" srcId="{62C2DE20-2410-4FD2-A37B-B11FD98EB30B}" destId="{4B74494B-AC7F-4056-B329-98CB43360131}" srcOrd="0" destOrd="0" presId="urn:microsoft.com/office/officeart/2005/8/layout/hList1"/>
    <dgm:cxn modelId="{B98E9DED-36A5-40D6-BA0F-684DDB19BB6E}" srcId="{47265B37-196E-484D-9114-D6B7BB6AC1D2}" destId="{3478AB2F-EB60-41CB-A3FE-6B31341573FD}" srcOrd="0" destOrd="0" parTransId="{F09C3259-BA89-435F-8C65-BB274D21312A}" sibTransId="{F6C58AC2-13A2-4F99-82E6-51D250E6C28E}"/>
    <dgm:cxn modelId="{86CB4360-4643-41EC-83CD-E20D2E00CD34}" type="presParOf" srcId="{4B74494B-AC7F-4056-B329-98CB43360131}" destId="{30163BD7-F081-4938-AE65-16ACE9F1B195}" srcOrd="0" destOrd="0" presId="urn:microsoft.com/office/officeart/2005/8/layout/hList1"/>
    <dgm:cxn modelId="{5745F233-0135-46BB-84B0-93604BDFA8C2}" type="presParOf" srcId="{30163BD7-F081-4938-AE65-16ACE9F1B195}" destId="{C8A8ECFE-D3DD-48D7-B809-EC64332DCF7B}" srcOrd="0" destOrd="0" presId="urn:microsoft.com/office/officeart/2005/8/layout/hList1"/>
    <dgm:cxn modelId="{DA588445-3610-4840-AF14-71CFA68E7D21}" type="presParOf" srcId="{30163BD7-F081-4938-AE65-16ACE9F1B195}" destId="{77699A49-A3CE-49C1-967E-2DCB76EA12B2}" srcOrd="1" destOrd="0" presId="urn:microsoft.com/office/officeart/2005/8/layout/hList1"/>
    <dgm:cxn modelId="{495D4938-01C7-4A47-881B-693C11C7F39C}" type="presParOf" srcId="{4B74494B-AC7F-4056-B329-98CB43360131}" destId="{D0F77717-05B4-4391-AF3A-7077F83EB15A}" srcOrd="1" destOrd="0" presId="urn:microsoft.com/office/officeart/2005/8/layout/hList1"/>
    <dgm:cxn modelId="{09146AEB-8C61-4DA3-9A90-D8C2C1B8FA8D}" type="presParOf" srcId="{4B74494B-AC7F-4056-B329-98CB43360131}" destId="{45477524-734C-4118-8307-A42C8F9D3AB4}" srcOrd="2" destOrd="0" presId="urn:microsoft.com/office/officeart/2005/8/layout/hList1"/>
    <dgm:cxn modelId="{6732F35A-C18E-483E-9313-7E2AFF3A7086}" type="presParOf" srcId="{45477524-734C-4118-8307-A42C8F9D3AB4}" destId="{16954C9F-B4C4-41AD-9379-18C19ADF721B}" srcOrd="0" destOrd="0" presId="urn:microsoft.com/office/officeart/2005/8/layout/hList1"/>
    <dgm:cxn modelId="{BDE507AF-B8A9-4404-ABD4-04C5758D34C9}" type="presParOf" srcId="{45477524-734C-4118-8307-A42C8F9D3AB4}" destId="{34CD56B2-CAFC-4D20-9037-402BBEE34394}" srcOrd="1" destOrd="0" presId="urn:microsoft.com/office/officeart/2005/8/layout/hList1"/>
    <dgm:cxn modelId="{728B666C-6ECA-4617-AD2C-66F9A43226E4}" type="presParOf" srcId="{4B74494B-AC7F-4056-B329-98CB43360131}" destId="{875454FE-DC44-473D-BC58-74D6E58765AC}" srcOrd="3" destOrd="0" presId="urn:microsoft.com/office/officeart/2005/8/layout/hList1"/>
    <dgm:cxn modelId="{9BF97835-C1AA-4455-9809-638CF2C4C237}" type="presParOf" srcId="{4B74494B-AC7F-4056-B329-98CB43360131}" destId="{6FD6FC5A-F741-48AC-AF1C-A455CD3F13DB}" srcOrd="4" destOrd="0" presId="urn:microsoft.com/office/officeart/2005/8/layout/hList1"/>
    <dgm:cxn modelId="{8911884B-64F8-4977-895F-88A36DA44A62}" type="presParOf" srcId="{6FD6FC5A-F741-48AC-AF1C-A455CD3F13DB}" destId="{C9FD3D20-35B9-408E-8F61-EE26F2E25119}" srcOrd="0" destOrd="0" presId="urn:microsoft.com/office/officeart/2005/8/layout/hList1"/>
    <dgm:cxn modelId="{CC703402-CFB3-46EA-9708-C726B7841535}" type="presParOf" srcId="{6FD6FC5A-F741-48AC-AF1C-A455CD3F13DB}" destId="{3B26911A-AA9B-477A-8E09-54189D64152A}" srcOrd="1" destOrd="0" presId="urn:microsoft.com/office/officeart/2005/8/layout/hList1"/>
    <dgm:cxn modelId="{C81735EA-3153-4351-824F-B2221146871F}" type="presParOf" srcId="{4B74494B-AC7F-4056-B329-98CB43360131}" destId="{0C2334E3-A2EC-4A72-B8B4-C20ABBDFEAFF}" srcOrd="5" destOrd="0" presId="urn:microsoft.com/office/officeart/2005/8/layout/hList1"/>
    <dgm:cxn modelId="{9D8EFE61-8597-4C5E-BFDF-4D96BB7355B7}" type="presParOf" srcId="{4B74494B-AC7F-4056-B329-98CB43360131}" destId="{1E88C406-3849-45B8-A195-726D3AE09A4F}" srcOrd="6" destOrd="0" presId="urn:microsoft.com/office/officeart/2005/8/layout/hList1"/>
    <dgm:cxn modelId="{5EC2B01B-0F22-4E05-8142-3EE367B09634}" type="presParOf" srcId="{1E88C406-3849-45B8-A195-726D3AE09A4F}" destId="{DAE6DA2C-1546-4E22-AE46-91B3715E1D3D}" srcOrd="0" destOrd="0" presId="urn:microsoft.com/office/officeart/2005/8/layout/hList1"/>
    <dgm:cxn modelId="{21CBC7AE-3F58-45F5-A417-ED9D803996E9}" type="presParOf" srcId="{1E88C406-3849-45B8-A195-726D3AE09A4F}" destId="{F9B01E1B-B470-4357-AB6C-39CE64A13181}" srcOrd="1" destOrd="0" presId="urn:microsoft.com/office/officeart/2005/8/layout/hList1"/>
    <dgm:cxn modelId="{EB8C6554-0CEA-4D09-8368-DF17809EF61C}" type="presParOf" srcId="{4B74494B-AC7F-4056-B329-98CB43360131}" destId="{901D92DB-013C-47DE-8D49-412168A645CD}" srcOrd="7" destOrd="0" presId="urn:microsoft.com/office/officeart/2005/8/layout/hList1"/>
    <dgm:cxn modelId="{9E193DEC-FDFB-44A7-9A45-11A8F6E5B345}" type="presParOf" srcId="{4B74494B-AC7F-4056-B329-98CB43360131}" destId="{8B283105-22DC-4273-93EE-C459A6F005A1}" srcOrd="8" destOrd="0" presId="urn:microsoft.com/office/officeart/2005/8/layout/hList1"/>
    <dgm:cxn modelId="{5B3DD3D0-96D8-496A-A010-0D4162F32ED8}" type="presParOf" srcId="{8B283105-22DC-4273-93EE-C459A6F005A1}" destId="{9B48A7C9-612E-4E88-8DCD-07B70932818D}" srcOrd="0" destOrd="0" presId="urn:microsoft.com/office/officeart/2005/8/layout/hList1"/>
    <dgm:cxn modelId="{8A765F40-570E-4D44-975D-A9A7FEBD4F26}" type="presParOf" srcId="{8B283105-22DC-4273-93EE-C459A6F005A1}" destId="{3E8BAD01-5868-489B-9D19-26669849B19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911FD-DA99-4B32-844F-757AAB137027}">
      <dsp:nvSpPr>
        <dsp:cNvPr id="0" name=""/>
        <dsp:cNvSpPr/>
      </dsp:nvSpPr>
      <dsp:spPr>
        <a:xfrm>
          <a:off x="1061437" y="831497"/>
          <a:ext cx="1141382" cy="1141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DB3D7B-8E56-44DA-9158-BC8D194A4A88}">
      <dsp:nvSpPr>
        <dsp:cNvPr id="0" name=""/>
        <dsp:cNvSpPr/>
      </dsp:nvSpPr>
      <dsp:spPr>
        <a:xfrm>
          <a:off x="1582" y="2081662"/>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KE" sz="1500" b="1" kern="1200"/>
            <a:t>Identify Frequent Itemsets:</a:t>
          </a:r>
          <a:endParaRPr lang="en-US" sz="1500" kern="1200"/>
        </a:p>
      </dsp:txBody>
      <dsp:txXfrm>
        <a:off x="1582" y="2081662"/>
        <a:ext cx="3261093" cy="489164"/>
      </dsp:txXfrm>
    </dsp:sp>
    <dsp:sp modelId="{47014395-56DA-466A-A278-0AD94696420E}">
      <dsp:nvSpPr>
        <dsp:cNvPr id="0" name=""/>
        <dsp:cNvSpPr/>
      </dsp:nvSpPr>
      <dsp:spPr>
        <a:xfrm>
          <a:off x="1582" y="2621422"/>
          <a:ext cx="3261093" cy="73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KE" sz="1200" kern="1200"/>
            <a:t>Find groups of items that commonly appear together across many transactions.</a:t>
          </a:r>
          <a:endParaRPr lang="en-US" sz="1200" kern="1200"/>
        </a:p>
        <a:p>
          <a:pPr marL="0" lvl="0" indent="0" algn="ctr" defTabSz="533400">
            <a:lnSpc>
              <a:spcPct val="90000"/>
            </a:lnSpc>
            <a:spcBef>
              <a:spcPct val="0"/>
            </a:spcBef>
            <a:spcAft>
              <a:spcPct val="35000"/>
            </a:spcAft>
            <a:buNone/>
          </a:pPr>
          <a:r>
            <a:rPr lang="en-KE" sz="1200" i="1" kern="1200"/>
            <a:t>Example:</a:t>
          </a:r>
          <a:r>
            <a:rPr lang="en-KE" sz="1200" kern="1200"/>
            <a:t> {ugali flour, cooking oil} appears frequently.</a:t>
          </a:r>
          <a:endParaRPr lang="en-US" sz="1200" kern="1200"/>
        </a:p>
      </dsp:txBody>
      <dsp:txXfrm>
        <a:off x="1582" y="2621422"/>
        <a:ext cx="3261093" cy="739884"/>
      </dsp:txXfrm>
    </dsp:sp>
    <dsp:sp modelId="{0A2167E3-B281-48E7-8E7F-5FB0F975007C}">
      <dsp:nvSpPr>
        <dsp:cNvPr id="0" name=""/>
        <dsp:cNvSpPr/>
      </dsp:nvSpPr>
      <dsp:spPr>
        <a:xfrm>
          <a:off x="4893223" y="831497"/>
          <a:ext cx="1141382" cy="1141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E6F88E-CE24-4E49-A956-24D17343EC95}">
      <dsp:nvSpPr>
        <dsp:cNvPr id="0" name=""/>
        <dsp:cNvSpPr/>
      </dsp:nvSpPr>
      <dsp:spPr>
        <a:xfrm>
          <a:off x="3833367" y="2081662"/>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KE" sz="1500" b="1" kern="1200"/>
            <a:t>Generate Rules:</a:t>
          </a:r>
          <a:endParaRPr lang="en-US" sz="1500" kern="1200"/>
        </a:p>
      </dsp:txBody>
      <dsp:txXfrm>
        <a:off x="3833367" y="2081662"/>
        <a:ext cx="3261093" cy="489164"/>
      </dsp:txXfrm>
    </dsp:sp>
    <dsp:sp modelId="{625F0A80-7363-4630-9E40-D913487A4BA1}">
      <dsp:nvSpPr>
        <dsp:cNvPr id="0" name=""/>
        <dsp:cNvSpPr/>
      </dsp:nvSpPr>
      <dsp:spPr>
        <a:xfrm>
          <a:off x="3833367" y="2621422"/>
          <a:ext cx="3261093" cy="73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KE" sz="1200" kern="1200"/>
            <a:t>Create "If-Then" statements from frequent itemsets.</a:t>
          </a:r>
          <a:endParaRPr lang="en-US" sz="1200" kern="1200"/>
        </a:p>
      </dsp:txBody>
      <dsp:txXfrm>
        <a:off x="3833367" y="2621422"/>
        <a:ext cx="3261093" cy="739884"/>
      </dsp:txXfrm>
    </dsp:sp>
    <dsp:sp modelId="{EBDAFE48-0B80-49C9-B95B-37C92B46FBB4}">
      <dsp:nvSpPr>
        <dsp:cNvPr id="0" name=""/>
        <dsp:cNvSpPr/>
      </dsp:nvSpPr>
      <dsp:spPr>
        <a:xfrm>
          <a:off x="8725008" y="831497"/>
          <a:ext cx="1141382" cy="1141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3969E6-9EAE-429D-87D0-A385C09C11F6}">
      <dsp:nvSpPr>
        <dsp:cNvPr id="0" name=""/>
        <dsp:cNvSpPr/>
      </dsp:nvSpPr>
      <dsp:spPr>
        <a:xfrm>
          <a:off x="7665152" y="2081662"/>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KE" sz="1500" i="1" kern="1200"/>
            <a:t>Example:</a:t>
          </a:r>
          <a:r>
            <a:rPr lang="en-KE" sz="1500" kern="1200"/>
            <a:t> "If a customer buys </a:t>
          </a:r>
          <a:r>
            <a:rPr lang="en-KE" sz="1500" b="1" kern="1200"/>
            <a:t>bread</a:t>
          </a:r>
          <a:r>
            <a:rPr lang="en-KE" sz="1500" kern="1200"/>
            <a:t>, then they are likely to buy </a:t>
          </a:r>
          <a:r>
            <a:rPr lang="en-KE" sz="1500" b="1" kern="1200"/>
            <a:t>butter</a:t>
          </a:r>
          <a:r>
            <a:rPr lang="en-KE" sz="1500" kern="1200"/>
            <a:t>."</a:t>
          </a:r>
          <a:endParaRPr lang="en-US" sz="1500" kern="1200"/>
        </a:p>
      </dsp:txBody>
      <dsp:txXfrm>
        <a:off x="7665152" y="2081662"/>
        <a:ext cx="3261093" cy="489164"/>
      </dsp:txXfrm>
    </dsp:sp>
    <dsp:sp modelId="{7B3DB11C-3C34-46B0-B208-FEFD7E298EEC}">
      <dsp:nvSpPr>
        <dsp:cNvPr id="0" name=""/>
        <dsp:cNvSpPr/>
      </dsp:nvSpPr>
      <dsp:spPr>
        <a:xfrm>
          <a:off x="7665152" y="2621422"/>
          <a:ext cx="3261093" cy="739884"/>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D70AA-2579-4BE9-8D91-1C39AB2439F2}">
      <dsp:nvSpPr>
        <dsp:cNvPr id="0" name=""/>
        <dsp:cNvSpPr/>
      </dsp:nvSpPr>
      <dsp:spPr>
        <a:xfrm>
          <a:off x="947201"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C69E36-B6EE-49E9-AC0A-6EE8B14961D5}">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Equivalence Class Transformation (ECLAT)</a:t>
          </a:r>
        </a:p>
      </dsp:txBody>
      <dsp:txXfrm>
        <a:off x="59990" y="2654049"/>
        <a:ext cx="3226223" cy="720000"/>
      </dsp:txXfrm>
    </dsp:sp>
    <dsp:sp modelId="{18D03A82-493A-4F29-A35B-F4B49C7D220A}">
      <dsp:nvSpPr>
        <dsp:cNvPr id="0" name=""/>
        <dsp:cNvSpPr/>
      </dsp:nvSpPr>
      <dsp:spPr>
        <a:xfrm>
          <a:off x="4738014"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5B1B5B-44A7-4294-8E1A-FDBDDCFD65E1}">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Efficient Association Rule Mining algorithm</a:t>
          </a:r>
        </a:p>
      </dsp:txBody>
      <dsp:txXfrm>
        <a:off x="3850802" y="2654049"/>
        <a:ext cx="3226223" cy="720000"/>
      </dsp:txXfrm>
    </dsp:sp>
    <dsp:sp modelId="{308DFBCE-3B1C-40DD-9538-EC2C11E51671}">
      <dsp:nvSpPr>
        <dsp:cNvPr id="0" name=""/>
        <dsp:cNvSpPr/>
      </dsp:nvSpPr>
      <dsp:spPr>
        <a:xfrm>
          <a:off x="8528826"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5B70C6-A6F5-4BD8-A5A2-FBE7B81E36C1}">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Uses vertical data format instead of horizontal scanning</a:t>
          </a:r>
        </a:p>
      </dsp:txBody>
      <dsp:txXfrm>
        <a:off x="7641615" y="2654049"/>
        <a:ext cx="3226223"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8ECFE-D3DD-48D7-B809-EC64332DCF7B}">
      <dsp:nvSpPr>
        <dsp:cNvPr id="0" name=""/>
        <dsp:cNvSpPr/>
      </dsp:nvSpPr>
      <dsp:spPr>
        <a:xfrm>
          <a:off x="5122" y="665141"/>
          <a:ext cx="1963594" cy="75230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Market basket analysis in supermarkets</a:t>
          </a:r>
        </a:p>
      </dsp:txBody>
      <dsp:txXfrm>
        <a:off x="5122" y="665141"/>
        <a:ext cx="1963594" cy="752302"/>
      </dsp:txXfrm>
    </dsp:sp>
    <dsp:sp modelId="{77699A49-A3CE-49C1-967E-2DCB76EA12B2}">
      <dsp:nvSpPr>
        <dsp:cNvPr id="0" name=""/>
        <dsp:cNvSpPr/>
      </dsp:nvSpPr>
      <dsp:spPr>
        <a:xfrm>
          <a:off x="5122" y="1417444"/>
          <a:ext cx="1963594" cy="211021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In retail to identify items frequently purchased together</a:t>
          </a:r>
        </a:p>
      </dsp:txBody>
      <dsp:txXfrm>
        <a:off x="5122" y="1417444"/>
        <a:ext cx="1963594" cy="2110218"/>
      </dsp:txXfrm>
    </dsp:sp>
    <dsp:sp modelId="{16954C9F-B4C4-41AD-9379-18C19ADF721B}">
      <dsp:nvSpPr>
        <dsp:cNvPr id="0" name=""/>
        <dsp:cNvSpPr/>
      </dsp:nvSpPr>
      <dsp:spPr>
        <a:xfrm>
          <a:off x="2243619" y="665141"/>
          <a:ext cx="1963594" cy="75230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Customer behavior model</a:t>
          </a:r>
          <a:r>
            <a:rPr lang="en-GB" sz="1500" kern="1200"/>
            <a:t>l</a:t>
          </a:r>
          <a:r>
            <a:rPr lang="en-US" sz="1500" kern="1200"/>
            <a:t>ing</a:t>
          </a:r>
        </a:p>
      </dsp:txBody>
      <dsp:txXfrm>
        <a:off x="2243619" y="665141"/>
        <a:ext cx="1963594" cy="752302"/>
      </dsp:txXfrm>
    </dsp:sp>
    <dsp:sp modelId="{34CD56B2-CAFC-4D20-9037-402BBEE34394}">
      <dsp:nvSpPr>
        <dsp:cNvPr id="0" name=""/>
        <dsp:cNvSpPr/>
      </dsp:nvSpPr>
      <dsp:spPr>
        <a:xfrm>
          <a:off x="2243619" y="1417444"/>
          <a:ext cx="1963594" cy="2110218"/>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Analyze customer past purchase patterns to suggest products</a:t>
          </a:r>
        </a:p>
      </dsp:txBody>
      <dsp:txXfrm>
        <a:off x="2243619" y="1417444"/>
        <a:ext cx="1963594" cy="2110218"/>
      </dsp:txXfrm>
    </dsp:sp>
    <dsp:sp modelId="{C9FD3D20-35B9-408E-8F61-EE26F2E25119}">
      <dsp:nvSpPr>
        <dsp:cNvPr id="0" name=""/>
        <dsp:cNvSpPr/>
      </dsp:nvSpPr>
      <dsp:spPr>
        <a:xfrm>
          <a:off x="4482117" y="665141"/>
          <a:ext cx="1963594" cy="752302"/>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Supply chain optimization in retail and agriculture</a:t>
          </a:r>
        </a:p>
      </dsp:txBody>
      <dsp:txXfrm>
        <a:off x="4482117" y="665141"/>
        <a:ext cx="1963594" cy="752302"/>
      </dsp:txXfrm>
    </dsp:sp>
    <dsp:sp modelId="{3B26911A-AA9B-477A-8E09-54189D64152A}">
      <dsp:nvSpPr>
        <dsp:cNvPr id="0" name=""/>
        <dsp:cNvSpPr/>
      </dsp:nvSpPr>
      <dsp:spPr>
        <a:xfrm>
          <a:off x="4482117" y="1417444"/>
          <a:ext cx="1963594" cy="211021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Identifying patterns in regional produce orders to optimize truckload assignments and routing, reducing transportation time for perishable goods.</a:t>
          </a:r>
        </a:p>
      </dsp:txBody>
      <dsp:txXfrm>
        <a:off x="4482117" y="1417444"/>
        <a:ext cx="1963594" cy="2110218"/>
      </dsp:txXfrm>
    </dsp:sp>
    <dsp:sp modelId="{DAE6DA2C-1546-4E22-AE46-91B3715E1D3D}">
      <dsp:nvSpPr>
        <dsp:cNvPr id="0" name=""/>
        <dsp:cNvSpPr/>
      </dsp:nvSpPr>
      <dsp:spPr>
        <a:xfrm>
          <a:off x="6720614" y="665141"/>
          <a:ext cx="1963594" cy="752302"/>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Medical Diagnosis</a:t>
          </a:r>
        </a:p>
      </dsp:txBody>
      <dsp:txXfrm>
        <a:off x="6720614" y="665141"/>
        <a:ext cx="1963594" cy="752302"/>
      </dsp:txXfrm>
    </dsp:sp>
    <dsp:sp modelId="{F9B01E1B-B470-4357-AB6C-39CE64A13181}">
      <dsp:nvSpPr>
        <dsp:cNvPr id="0" name=""/>
        <dsp:cNvSpPr/>
      </dsp:nvSpPr>
      <dsp:spPr>
        <a:xfrm>
          <a:off x="6720614" y="1417444"/>
          <a:ext cx="1963594" cy="2110218"/>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Analyzing co-occurring symptoms, treatments, or diseases within patient medical records to discover patterns and improve diagnosis.</a:t>
          </a:r>
        </a:p>
      </dsp:txBody>
      <dsp:txXfrm>
        <a:off x="6720614" y="1417444"/>
        <a:ext cx="1963594" cy="2110218"/>
      </dsp:txXfrm>
    </dsp:sp>
    <dsp:sp modelId="{9B48A7C9-612E-4E88-8DCD-07B70932818D}">
      <dsp:nvSpPr>
        <dsp:cNvPr id="0" name=""/>
        <dsp:cNvSpPr/>
      </dsp:nvSpPr>
      <dsp:spPr>
        <a:xfrm>
          <a:off x="8959112" y="665141"/>
          <a:ext cx="1963594" cy="752302"/>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Fraud Detection</a:t>
          </a:r>
        </a:p>
      </dsp:txBody>
      <dsp:txXfrm>
        <a:off x="8959112" y="665141"/>
        <a:ext cx="1963594" cy="752302"/>
      </dsp:txXfrm>
    </dsp:sp>
    <dsp:sp modelId="{3E8BAD01-5868-489B-9D19-26669849B190}">
      <dsp:nvSpPr>
        <dsp:cNvPr id="0" name=""/>
        <dsp:cNvSpPr/>
      </dsp:nvSpPr>
      <dsp:spPr>
        <a:xfrm>
          <a:off x="8959112" y="1417444"/>
          <a:ext cx="1963594" cy="2110218"/>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Identifying frequent patterns within large transactional datasets that indicate fraudulent activity e.g. Mpesa</a:t>
          </a:r>
        </a:p>
      </dsp:txBody>
      <dsp:txXfrm>
        <a:off x="8959112" y="1417444"/>
        <a:ext cx="1963594" cy="2110218"/>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FE6644-38F3-43D5-8847-710300867E58}" type="datetimeFigureOut">
              <a:rPr lang="en-KE" smtClean="0"/>
              <a:t>31/03/2026</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B0FBD6-75DA-4F57-ACA4-344C287D129E}" type="slidenum">
              <a:rPr lang="en-KE" smtClean="0"/>
              <a:t>‹#›</a:t>
            </a:fld>
            <a:endParaRPr lang="en-KE"/>
          </a:p>
        </p:txBody>
      </p:sp>
    </p:spTree>
    <p:extLst>
      <p:ext uri="{BB962C8B-B14F-4D97-AF65-F5344CB8AC3E}">
        <p14:creationId xmlns:p14="http://schemas.microsoft.com/office/powerpoint/2010/main" val="134983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13B0FBD6-75DA-4F57-ACA4-344C287D129E}" type="slidenum">
              <a:rPr lang="en-KE" smtClean="0"/>
              <a:t>7</a:t>
            </a:fld>
            <a:endParaRPr lang="en-KE"/>
          </a:p>
        </p:txBody>
      </p:sp>
    </p:spTree>
    <p:extLst>
      <p:ext uri="{BB962C8B-B14F-4D97-AF65-F5344CB8AC3E}">
        <p14:creationId xmlns:p14="http://schemas.microsoft.com/office/powerpoint/2010/main" val="3782584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Lift</a:t>
            </a:r>
            <a:r>
              <a:rPr lang="en-US" dirty="0"/>
              <a:t> measures how much more likely two items are to occur together compared to if they were statistically independent. It tells you whether the association between items is genuine or just due to chance.</a:t>
            </a:r>
          </a:p>
          <a:p>
            <a:endParaRPr lang="en-US" dirty="0"/>
          </a:p>
          <a:p>
            <a:endParaRPr lang="en-US" dirty="0"/>
          </a:p>
          <a:p>
            <a:r>
              <a:rPr lang="en-US" dirty="0"/>
              <a:t>Lift answers the question: "Does knowing someone bought A actually help predict they'll buy B?"</a:t>
            </a:r>
            <a:endParaRPr lang="en-KE" dirty="0"/>
          </a:p>
        </p:txBody>
      </p:sp>
      <p:sp>
        <p:nvSpPr>
          <p:cNvPr id="4" name="Slide Number Placeholder 3"/>
          <p:cNvSpPr>
            <a:spLocks noGrp="1"/>
          </p:cNvSpPr>
          <p:nvPr>
            <p:ph type="sldNum" sz="quarter" idx="5"/>
          </p:nvPr>
        </p:nvSpPr>
        <p:spPr/>
        <p:txBody>
          <a:bodyPr/>
          <a:lstStyle/>
          <a:p>
            <a:fld id="{13B0FBD6-75DA-4F57-ACA4-344C287D129E}" type="slidenum">
              <a:rPr lang="en-KE" smtClean="0"/>
              <a:t>8</a:t>
            </a:fld>
            <a:endParaRPr lang="en-KE"/>
          </a:p>
        </p:txBody>
      </p:sp>
    </p:spTree>
    <p:extLst>
      <p:ext uri="{BB962C8B-B14F-4D97-AF65-F5344CB8AC3E}">
        <p14:creationId xmlns:p14="http://schemas.microsoft.com/office/powerpoint/2010/main" val="1972959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93956-A2B3-876A-8CEE-BE38D7560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9C085-5CC5-23EE-8664-46C6F7CCD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52DA2-5AF7-7D96-B3B1-57188EE863FC}"/>
              </a:ext>
            </a:extLst>
          </p:cNvPr>
          <p:cNvSpPr>
            <a:spLocks noGrp="1"/>
          </p:cNvSpPr>
          <p:nvPr>
            <p:ph type="body" idx="1"/>
          </p:nvPr>
        </p:nvSpPr>
        <p:spPr/>
        <p:txBody>
          <a:bodyPr/>
          <a:lstStyle/>
          <a:p>
            <a:endParaRPr lang="en-KE" dirty="0"/>
          </a:p>
        </p:txBody>
      </p:sp>
      <p:sp>
        <p:nvSpPr>
          <p:cNvPr id="4" name="Slide Number Placeholder 3">
            <a:extLst>
              <a:ext uri="{FF2B5EF4-FFF2-40B4-BE49-F238E27FC236}">
                <a16:creationId xmlns:a16="http://schemas.microsoft.com/office/drawing/2014/main" id="{3EA3F659-BED1-E4F6-1B59-5C7112CCCF20}"/>
              </a:ext>
            </a:extLst>
          </p:cNvPr>
          <p:cNvSpPr>
            <a:spLocks noGrp="1"/>
          </p:cNvSpPr>
          <p:nvPr>
            <p:ph type="sldNum" sz="quarter" idx="5"/>
          </p:nvPr>
        </p:nvSpPr>
        <p:spPr/>
        <p:txBody>
          <a:bodyPr/>
          <a:lstStyle/>
          <a:p>
            <a:fld id="{13B0FBD6-75DA-4F57-ACA4-344C287D129E}" type="slidenum">
              <a:rPr lang="en-KE" smtClean="0"/>
              <a:t>9</a:t>
            </a:fld>
            <a:endParaRPr lang="en-KE"/>
          </a:p>
        </p:txBody>
      </p:sp>
    </p:spTree>
    <p:extLst>
      <p:ext uri="{BB962C8B-B14F-4D97-AF65-F5344CB8AC3E}">
        <p14:creationId xmlns:p14="http://schemas.microsoft.com/office/powerpoint/2010/main" val="2781852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3910-D933-2F1E-5A9A-D2E2265D1F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1B0893DC-8C75-EA60-0E92-F9BB6173A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27867825-543E-3693-AD20-179A2C3EA9B4}"/>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5" name="Footer Placeholder 4">
            <a:extLst>
              <a:ext uri="{FF2B5EF4-FFF2-40B4-BE49-F238E27FC236}">
                <a16:creationId xmlns:a16="http://schemas.microsoft.com/office/drawing/2014/main" id="{24ECCB85-865F-362F-3319-939F7BD9BB4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DC5AF9EC-BFE2-8390-0DD3-D46269245BBD}"/>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1378926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EAFDA-EBE7-97D6-B8D7-85E847182536}"/>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96EDDDD3-9DBF-979B-446C-19455286E1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F0195B54-4222-9678-337A-CF019F871018}"/>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5" name="Footer Placeholder 4">
            <a:extLst>
              <a:ext uri="{FF2B5EF4-FFF2-40B4-BE49-F238E27FC236}">
                <a16:creationId xmlns:a16="http://schemas.microsoft.com/office/drawing/2014/main" id="{68A8716D-553F-1E57-835C-98511D9682B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BAE5CA84-1B0B-F6B0-C795-1CDF514B9D39}"/>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1944354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50660-A435-AAD7-D494-E43DCF09FD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5B89C5C2-7439-3460-FD40-63BB2E3A5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C84530-591C-5601-1C3B-2C1DF85EC266}"/>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5" name="Footer Placeholder 4">
            <a:extLst>
              <a:ext uri="{FF2B5EF4-FFF2-40B4-BE49-F238E27FC236}">
                <a16:creationId xmlns:a16="http://schemas.microsoft.com/office/drawing/2014/main" id="{F9F0B92F-CFCE-28D2-9FDA-A2832923F044}"/>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68E8B07E-672E-8CE2-FBD2-392730C0E795}"/>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29336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FB38E-21A4-4704-3EF1-6B6D9CBB3C22}"/>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4BD5A394-E326-4A02-5203-D3257F8C60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F0FF1571-EAAD-D3D2-8852-E21B714E9A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535D644E-DA58-2138-2C0B-C1EA0687F354}"/>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6" name="Footer Placeholder 5">
            <a:extLst>
              <a:ext uri="{FF2B5EF4-FFF2-40B4-BE49-F238E27FC236}">
                <a16:creationId xmlns:a16="http://schemas.microsoft.com/office/drawing/2014/main" id="{D20C614D-4419-22C3-FECA-4C091140145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3F102C7D-A8FF-D69F-29DA-DF3925007B76}"/>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2429105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6D034-E671-CCBB-EA7C-63B31B5681E5}"/>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09F8DD99-661E-0F1C-4A72-4AA4436836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1AA4E1-1C8B-B81A-BFFC-28FF764A7A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404E161A-6D9C-AC35-F8B2-E4645DE2A1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EF3C03-E9EE-46DC-3016-97225035F5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61391A12-6DAE-8908-52EC-CAA155054292}"/>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8" name="Footer Placeholder 7">
            <a:extLst>
              <a:ext uri="{FF2B5EF4-FFF2-40B4-BE49-F238E27FC236}">
                <a16:creationId xmlns:a16="http://schemas.microsoft.com/office/drawing/2014/main" id="{0EF973B2-7422-EE8D-1363-1D2D77F70413}"/>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3E20A7E9-A566-EDF6-1393-B4933E352155}"/>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1672731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C745-D2B3-34E9-71E3-4A4F3B252D5B}"/>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78E5089C-DDB6-FC87-6239-93BE6F723EAA}"/>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4" name="Footer Placeholder 3">
            <a:extLst>
              <a:ext uri="{FF2B5EF4-FFF2-40B4-BE49-F238E27FC236}">
                <a16:creationId xmlns:a16="http://schemas.microsoft.com/office/drawing/2014/main" id="{0B35B581-F473-F1EA-C8C3-1E9A8F60361E}"/>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2EFED4BC-910A-58F8-C091-AC59D577DFBB}"/>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406658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06647C-4260-61B9-6A24-7229353C52DE}"/>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3" name="Footer Placeholder 2">
            <a:extLst>
              <a:ext uri="{FF2B5EF4-FFF2-40B4-BE49-F238E27FC236}">
                <a16:creationId xmlns:a16="http://schemas.microsoft.com/office/drawing/2014/main" id="{58673469-DF4A-77AB-3B2E-5F398B126750}"/>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60CDE00E-FB3B-D991-16D9-07A3EEF0C785}"/>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3313914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1C3F4-9316-DC5A-13E7-9A9D5A54F3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8D49F40D-232A-13FD-7E09-C293C8EF46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731526CD-F848-0590-A510-4BACFD4C55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05235C-0EF3-F708-5BBD-44EFE40640EE}"/>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6" name="Footer Placeholder 5">
            <a:extLst>
              <a:ext uri="{FF2B5EF4-FFF2-40B4-BE49-F238E27FC236}">
                <a16:creationId xmlns:a16="http://schemas.microsoft.com/office/drawing/2014/main" id="{3104EF9C-2386-76FA-869F-4BFF47EA3B3B}"/>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68A11EFA-D2E0-7808-7F55-DF942AB50B3B}"/>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2522849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BE0D-6183-78E2-C005-088456F1D8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DF689DA7-A828-F4CB-53A2-EB988F9884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3204FD37-F818-C1C2-D8CA-4FED5FC30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998A4-35AF-B856-0D38-D34C246E7ABA}"/>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6" name="Footer Placeholder 5">
            <a:extLst>
              <a:ext uri="{FF2B5EF4-FFF2-40B4-BE49-F238E27FC236}">
                <a16:creationId xmlns:a16="http://schemas.microsoft.com/office/drawing/2014/main" id="{DBFD4735-FB3C-4C9E-3969-6C0A873F5481}"/>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2F4D0A1C-BE70-BE2C-F304-715D88B06632}"/>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1084608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73B10-F031-37DA-7692-E77C0EF6CC50}"/>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F1DAC5B2-2F9F-AE88-A4BB-9D2F4F1C6D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C8924DB1-7D09-1A79-F73A-1C63234EE795}"/>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5" name="Footer Placeholder 4">
            <a:extLst>
              <a:ext uri="{FF2B5EF4-FFF2-40B4-BE49-F238E27FC236}">
                <a16:creationId xmlns:a16="http://schemas.microsoft.com/office/drawing/2014/main" id="{E501F998-9DC1-0EEA-23BB-342ECEFF6F0B}"/>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03DDD004-3548-E872-43B4-00D2FB3EA0B2}"/>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1237537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D7B468-4EA2-16D9-3F39-4E1E2910CB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FA0C3703-491C-61A4-F265-0BA5560BBF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F2C98898-BD22-C79E-0451-6E6824AB1CEB}"/>
              </a:ext>
            </a:extLst>
          </p:cNvPr>
          <p:cNvSpPr>
            <a:spLocks noGrp="1"/>
          </p:cNvSpPr>
          <p:nvPr>
            <p:ph type="dt" sz="half" idx="10"/>
          </p:nvPr>
        </p:nvSpPr>
        <p:spPr/>
        <p:txBody>
          <a:bodyPr/>
          <a:lstStyle/>
          <a:p>
            <a:fld id="{EA058272-5630-4BE4-9B30-90F2FF09CE36}" type="datetimeFigureOut">
              <a:rPr lang="en-KE" smtClean="0"/>
              <a:t>31/03/2026</a:t>
            </a:fld>
            <a:endParaRPr lang="en-KE"/>
          </a:p>
        </p:txBody>
      </p:sp>
      <p:sp>
        <p:nvSpPr>
          <p:cNvPr id="5" name="Footer Placeholder 4">
            <a:extLst>
              <a:ext uri="{FF2B5EF4-FFF2-40B4-BE49-F238E27FC236}">
                <a16:creationId xmlns:a16="http://schemas.microsoft.com/office/drawing/2014/main" id="{48B99DEE-3DCC-92B4-7800-D49F77BFA55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CC706BD-96A6-FD08-816B-1261ECA70AD2}"/>
              </a:ext>
            </a:extLst>
          </p:cNvPr>
          <p:cNvSpPr>
            <a:spLocks noGrp="1"/>
          </p:cNvSpPr>
          <p:nvPr>
            <p:ph type="sldNum" sz="quarter" idx="12"/>
          </p:nvPr>
        </p:nvSpPr>
        <p:spPr/>
        <p:txBody>
          <a:bodyPr/>
          <a:lstStyle/>
          <a:p>
            <a:fld id="{A3F93F8B-E04C-4260-9AF9-BD4B07BC5C08}" type="slidenum">
              <a:rPr lang="en-KE" smtClean="0"/>
              <a:t>‹#›</a:t>
            </a:fld>
            <a:endParaRPr lang="en-KE"/>
          </a:p>
        </p:txBody>
      </p:sp>
    </p:spTree>
    <p:extLst>
      <p:ext uri="{BB962C8B-B14F-4D97-AF65-F5344CB8AC3E}">
        <p14:creationId xmlns:p14="http://schemas.microsoft.com/office/powerpoint/2010/main" val="1360750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25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B93441-5C6B-91D4-1BAF-88F67C55D0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41FE4E88-5853-288F-10F8-2D32E9CD8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D34AE1D9-5288-117C-30A7-CA5788390A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058272-5630-4BE4-9B30-90F2FF09CE36}" type="datetimeFigureOut">
              <a:rPr lang="en-KE" smtClean="0"/>
              <a:t>31/03/2026</a:t>
            </a:fld>
            <a:endParaRPr lang="en-KE"/>
          </a:p>
        </p:txBody>
      </p:sp>
      <p:sp>
        <p:nvSpPr>
          <p:cNvPr id="5" name="Footer Placeholder 4">
            <a:extLst>
              <a:ext uri="{FF2B5EF4-FFF2-40B4-BE49-F238E27FC236}">
                <a16:creationId xmlns:a16="http://schemas.microsoft.com/office/drawing/2014/main" id="{5E59EE77-6F4B-8E75-B86C-7673082BDE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E"/>
          </a:p>
        </p:txBody>
      </p:sp>
      <p:sp>
        <p:nvSpPr>
          <p:cNvPr id="6" name="Slide Number Placeholder 5">
            <a:extLst>
              <a:ext uri="{FF2B5EF4-FFF2-40B4-BE49-F238E27FC236}">
                <a16:creationId xmlns:a16="http://schemas.microsoft.com/office/drawing/2014/main" id="{989BFBA3-97EB-7C32-727A-CBC7EF7E7A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F93F8B-E04C-4260-9AF9-BD4B07BC5C08}" type="slidenum">
              <a:rPr lang="en-KE" smtClean="0"/>
              <a:t>‹#›</a:t>
            </a:fld>
            <a:endParaRPr lang="en-KE"/>
          </a:p>
        </p:txBody>
      </p:sp>
    </p:spTree>
    <p:extLst>
      <p:ext uri="{BB962C8B-B14F-4D97-AF65-F5344CB8AC3E}">
        <p14:creationId xmlns:p14="http://schemas.microsoft.com/office/powerpoint/2010/main" val="2993832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50888"/>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0" name="Rectangle 159">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97B0C-9A1F-7B59-84D1-797D11BA1216}"/>
              </a:ext>
            </a:extLst>
          </p:cNvPr>
          <p:cNvSpPr>
            <a:spLocks noGrp="1"/>
          </p:cNvSpPr>
          <p:nvPr>
            <p:ph type="ctrTitle"/>
          </p:nvPr>
        </p:nvSpPr>
        <p:spPr>
          <a:xfrm>
            <a:off x="5596501" y="489508"/>
            <a:ext cx="5754896" cy="1667569"/>
          </a:xfrm>
        </p:spPr>
        <p:txBody>
          <a:bodyPr vert="horz" lIns="91440" tIns="45720" rIns="91440" bIns="45720" rtlCol="0" anchor="b">
            <a:normAutofit/>
          </a:bodyPr>
          <a:lstStyle/>
          <a:p>
            <a:pPr algn="l"/>
            <a:r>
              <a:rPr lang="en-US" sz="4000" b="1" kern="1200">
                <a:solidFill>
                  <a:schemeClr val="tx1"/>
                </a:solidFill>
                <a:latin typeface="+mj-lt"/>
                <a:ea typeface="+mj-ea"/>
                <a:cs typeface="+mj-cs"/>
              </a:rPr>
              <a:t>Association Rule Mining (ARM)</a:t>
            </a:r>
            <a:endParaRPr lang="en-US" sz="4000" kern="1200">
              <a:solidFill>
                <a:schemeClr val="tx1"/>
              </a:solidFill>
              <a:latin typeface="+mj-lt"/>
              <a:ea typeface="+mj-ea"/>
              <a:cs typeface="+mj-cs"/>
            </a:endParaRPr>
          </a:p>
        </p:txBody>
      </p:sp>
      <p:pic>
        <p:nvPicPr>
          <p:cNvPr id="7" name="Graphic 6" descr="Mining Tools">
            <a:extLst>
              <a:ext uri="{FF2B5EF4-FFF2-40B4-BE49-F238E27FC236}">
                <a16:creationId xmlns:a16="http://schemas.microsoft.com/office/drawing/2014/main" id="{AC89AD0C-2105-69F4-DEE8-8EE717FC90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8130" y="1275070"/>
            <a:ext cx="3876165" cy="3876165"/>
          </a:xfrm>
          <a:prstGeom prst="rect">
            <a:avLst/>
          </a:prstGeom>
        </p:spPr>
      </p:pic>
      <p:sp>
        <p:nvSpPr>
          <p:cNvPr id="3" name="Subtitle 2">
            <a:extLst>
              <a:ext uri="{FF2B5EF4-FFF2-40B4-BE49-F238E27FC236}">
                <a16:creationId xmlns:a16="http://schemas.microsoft.com/office/drawing/2014/main" id="{7062922F-24E8-A3BA-5332-D1E30BCC992E}"/>
              </a:ext>
            </a:extLst>
          </p:cNvPr>
          <p:cNvSpPr>
            <a:spLocks noGrp="1"/>
          </p:cNvSpPr>
          <p:nvPr>
            <p:ph type="subTitle" idx="1"/>
          </p:nvPr>
        </p:nvSpPr>
        <p:spPr>
          <a:xfrm>
            <a:off x="5596502" y="2405894"/>
            <a:ext cx="5754896" cy="3197464"/>
          </a:xfrm>
        </p:spPr>
        <p:txBody>
          <a:bodyPr vert="horz" lIns="91440" tIns="45720" rIns="91440" bIns="45720" rtlCol="0" anchor="t">
            <a:normAutofit fontScale="92500" lnSpcReduction="20000"/>
          </a:bodyPr>
          <a:lstStyle/>
          <a:p>
            <a:pPr indent="-228600" algn="l">
              <a:buFont typeface="Arial" panose="020B0604020202020204" pitchFamily="34" charset="0"/>
              <a:buChar char="•"/>
            </a:pPr>
            <a:r>
              <a:rPr lang="en-US" sz="1700" b="1" dirty="0"/>
              <a:t>Presented By: </a:t>
            </a:r>
          </a:p>
          <a:p>
            <a:pPr lvl="1" indent="-228600" algn="l" fontAlgn="ctr">
              <a:buFont typeface="Arial" panose="020B0604020202020204" pitchFamily="34" charset="0"/>
              <a:buChar char="•"/>
            </a:pPr>
            <a:r>
              <a:rPr lang="en-US" sz="1700" dirty="0"/>
              <a:t>Charles Kibet </a:t>
            </a:r>
            <a:r>
              <a:rPr lang="en-US" sz="1700" dirty="0" err="1"/>
              <a:t>Ng'etich</a:t>
            </a:r>
            <a:endParaRPr lang="en-US" sz="1700" dirty="0"/>
          </a:p>
          <a:p>
            <a:pPr lvl="1" indent="-228600" algn="l" fontAlgn="ctr">
              <a:buFont typeface="Arial" panose="020B0604020202020204" pitchFamily="34" charset="0"/>
              <a:buChar char="•"/>
            </a:pPr>
            <a:r>
              <a:rPr lang="en-US" sz="1700" dirty="0"/>
              <a:t>Edwin Seno </a:t>
            </a:r>
          </a:p>
          <a:p>
            <a:pPr lvl="1" indent="-228600" algn="l" fontAlgn="ctr">
              <a:buFont typeface="Arial" panose="020B0604020202020204" pitchFamily="34" charset="0"/>
              <a:buChar char="•"/>
            </a:pPr>
            <a:r>
              <a:rPr lang="en-US" sz="1700" dirty="0"/>
              <a:t>George Kihara Mburu</a:t>
            </a:r>
          </a:p>
          <a:p>
            <a:pPr lvl="1" indent="-228600" algn="l" fontAlgn="ctr">
              <a:buFont typeface="Arial" panose="020B0604020202020204" pitchFamily="34" charset="0"/>
              <a:buChar char="•"/>
            </a:pPr>
            <a:r>
              <a:rPr lang="en-US" sz="1700" dirty="0"/>
              <a:t>Marion Jeptoo</a:t>
            </a:r>
          </a:p>
          <a:p>
            <a:pPr lvl="1" indent="-228600" algn="l" fontAlgn="ctr">
              <a:buFont typeface="Arial" panose="020B0604020202020204" pitchFamily="34" charset="0"/>
              <a:buChar char="•"/>
            </a:pPr>
            <a:r>
              <a:rPr lang="en-US" sz="1700" dirty="0"/>
              <a:t>Geofrey Nyabuto</a:t>
            </a:r>
          </a:p>
          <a:p>
            <a:pPr lvl="1" indent="-228600" algn="l" fontAlgn="ctr">
              <a:buFont typeface="Arial" panose="020B0604020202020204" pitchFamily="34" charset="0"/>
              <a:buChar char="•"/>
            </a:pPr>
            <a:r>
              <a:rPr lang="en-US" sz="1700" dirty="0" err="1"/>
              <a:t>Joyadams</a:t>
            </a:r>
            <a:r>
              <a:rPr lang="en-US" sz="1700" dirty="0"/>
              <a:t> Munene</a:t>
            </a:r>
          </a:p>
          <a:p>
            <a:pPr lvl="1" indent="-228600" algn="l" fontAlgn="ctr">
              <a:buFont typeface="Arial" panose="020B0604020202020204" pitchFamily="34" charset="0"/>
              <a:buChar char="•"/>
            </a:pPr>
            <a:r>
              <a:rPr lang="en-US" sz="1700" dirty="0"/>
              <a:t>Muriithi Alex Karani</a:t>
            </a:r>
          </a:p>
          <a:p>
            <a:pPr lvl="1" indent="-228600" algn="l" fontAlgn="ctr">
              <a:buFont typeface="Arial" panose="020B0604020202020204" pitchFamily="34" charset="0"/>
              <a:buChar char="•"/>
            </a:pPr>
            <a:r>
              <a:rPr lang="en-US" sz="1700" dirty="0"/>
              <a:t>John </a:t>
            </a:r>
            <a:r>
              <a:rPr lang="en-US" sz="1700" dirty="0" err="1"/>
              <a:t>kimani</a:t>
            </a:r>
            <a:r>
              <a:rPr lang="en-US" sz="1700" dirty="0"/>
              <a:t> </a:t>
            </a:r>
            <a:r>
              <a:rPr lang="en-US" sz="1700" dirty="0" err="1"/>
              <a:t>Muragu</a:t>
            </a:r>
            <a:endParaRPr lang="en-US" sz="1700" dirty="0"/>
          </a:p>
          <a:p>
            <a:pPr lvl="1" indent="-228600" algn="l" fontAlgn="ctr">
              <a:buFont typeface="Arial" panose="020B0604020202020204" pitchFamily="34" charset="0"/>
              <a:buChar char="•"/>
            </a:pPr>
            <a:r>
              <a:rPr lang="en-US" sz="1700" dirty="0" err="1"/>
              <a:t>Nyairo</a:t>
            </a:r>
            <a:r>
              <a:rPr lang="en-US" sz="1700" dirty="0"/>
              <a:t> Charles </a:t>
            </a:r>
            <a:r>
              <a:rPr lang="en-US" sz="1700" dirty="0" err="1"/>
              <a:t>Magati</a:t>
            </a:r>
            <a:endParaRPr lang="en-US" sz="1700" dirty="0"/>
          </a:p>
          <a:p>
            <a:pPr indent="-228600" algn="l">
              <a:buFont typeface="Arial" panose="020B0604020202020204" pitchFamily="34" charset="0"/>
              <a:buChar char="•"/>
            </a:pPr>
            <a:endParaRPr lang="en-US" sz="1700" b="1" dirty="0"/>
          </a:p>
          <a:p>
            <a:pPr indent="-228600" algn="l">
              <a:buFont typeface="Arial" panose="020B0604020202020204" pitchFamily="34" charset="0"/>
              <a:buChar char="•"/>
            </a:pPr>
            <a:r>
              <a:rPr lang="en-US" sz="1700" b="1" dirty="0"/>
              <a:t>Date: 31/03/2026</a:t>
            </a:r>
            <a:endParaRPr lang="en-US" sz="1700" dirty="0"/>
          </a:p>
        </p:txBody>
      </p:sp>
      <p:sp>
        <p:nvSpPr>
          <p:cNvPr id="161" name="Rectangle 160">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617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73A6E-1F0A-3774-F808-E02A98438DCA}"/>
              </a:ext>
            </a:extLst>
          </p:cNvPr>
          <p:cNvSpPr>
            <a:spLocks noGrp="1"/>
          </p:cNvSpPr>
          <p:nvPr>
            <p:ph type="title"/>
          </p:nvPr>
        </p:nvSpPr>
        <p:spPr>
          <a:xfrm>
            <a:off x="1371599" y="294538"/>
            <a:ext cx="9895951" cy="1033669"/>
          </a:xfrm>
        </p:spPr>
        <p:txBody>
          <a:bodyPr>
            <a:normAutofit/>
          </a:bodyPr>
          <a:lstStyle/>
          <a:p>
            <a:br>
              <a:rPr lang="en-US" sz="2200" b="1">
                <a:solidFill>
                  <a:srgbClr val="FFFFFF"/>
                </a:solidFill>
              </a:rPr>
            </a:br>
            <a:r>
              <a:rPr lang="en-KE" sz="2200" b="1">
                <a:solidFill>
                  <a:srgbClr val="FFFFFF"/>
                </a:solidFill>
              </a:rPr>
              <a:t> What is Association Rule Mining (ARM)?</a:t>
            </a:r>
            <a:br>
              <a:rPr lang="en-KE" sz="2200">
                <a:solidFill>
                  <a:srgbClr val="FFFFFF"/>
                </a:solidFill>
              </a:rPr>
            </a:br>
            <a:endParaRPr lang="en-KE" sz="2200">
              <a:solidFill>
                <a:srgbClr val="FFFFFF"/>
              </a:solidFill>
            </a:endParaRPr>
          </a:p>
        </p:txBody>
      </p:sp>
      <p:sp>
        <p:nvSpPr>
          <p:cNvPr id="51" name="Content Placeholder 2">
            <a:extLst>
              <a:ext uri="{FF2B5EF4-FFF2-40B4-BE49-F238E27FC236}">
                <a16:creationId xmlns:a16="http://schemas.microsoft.com/office/drawing/2014/main" id="{2B7DC904-EB4A-97ED-344A-696389608515}"/>
              </a:ext>
            </a:extLst>
          </p:cNvPr>
          <p:cNvSpPr>
            <a:spLocks noGrp="1"/>
          </p:cNvSpPr>
          <p:nvPr>
            <p:ph idx="1"/>
          </p:nvPr>
        </p:nvSpPr>
        <p:spPr>
          <a:xfrm>
            <a:off x="1371599" y="2318197"/>
            <a:ext cx="9724031" cy="3683358"/>
          </a:xfrm>
        </p:spPr>
        <p:txBody>
          <a:bodyPr anchor="ctr">
            <a:normAutofit/>
          </a:bodyPr>
          <a:lstStyle/>
          <a:p>
            <a:r>
              <a:rPr lang="en-KE" sz="2000"/>
              <a:t>A data mining technique to find </a:t>
            </a:r>
            <a:r>
              <a:rPr lang="en-KE" sz="2000" b="1"/>
              <a:t>meaningful patterns, relationships, and associations</a:t>
            </a:r>
            <a:r>
              <a:rPr lang="en-KE" sz="2000"/>
              <a:t> among items.</a:t>
            </a:r>
          </a:p>
          <a:p>
            <a:pPr lvl="0"/>
            <a:r>
              <a:rPr lang="en-KE" sz="2000"/>
              <a:t>Identifies </a:t>
            </a:r>
            <a:r>
              <a:rPr lang="en-KE" sz="2000" b="1"/>
              <a:t>co-occurrence relationships</a:t>
            </a:r>
            <a:r>
              <a:rPr lang="en-KE" sz="2000"/>
              <a:t>: Which items frequently appear together.</a:t>
            </a:r>
          </a:p>
          <a:p>
            <a:pPr lvl="0"/>
            <a:r>
              <a:rPr lang="en-KE" sz="2000" b="1"/>
              <a:t>Example (Kenyan Supermarket):</a:t>
            </a:r>
            <a:r>
              <a:rPr lang="en-KE" sz="2000"/>
              <a:t> Customers buying </a:t>
            </a:r>
            <a:r>
              <a:rPr lang="en-KE" sz="2000" b="1"/>
              <a:t>ugali flour</a:t>
            </a:r>
            <a:r>
              <a:rPr lang="en-KE" sz="2000"/>
              <a:t> often also buy </a:t>
            </a:r>
            <a:r>
              <a:rPr lang="en-KE" sz="2000" b="1"/>
              <a:t>cooking oil</a:t>
            </a:r>
            <a:r>
              <a:rPr lang="en-KE" sz="2000"/>
              <a:t>.</a:t>
            </a:r>
          </a:p>
          <a:p>
            <a:pPr lvl="0"/>
            <a:r>
              <a:rPr lang="en-KE" sz="2000" b="1"/>
              <a:t>Value:</a:t>
            </a:r>
            <a:r>
              <a:rPr lang="en-KE" sz="2000"/>
              <a:t> Optimize </a:t>
            </a:r>
            <a:r>
              <a:rPr lang="en-KE" sz="2000" b="1"/>
              <a:t>promotions</a:t>
            </a:r>
            <a:r>
              <a:rPr lang="en-KE" sz="2000"/>
              <a:t>, enhance </a:t>
            </a:r>
            <a:r>
              <a:rPr lang="en-KE" sz="2000" b="1"/>
              <a:t>shelf layouts</a:t>
            </a:r>
            <a:r>
              <a:rPr lang="en-KE" sz="2000"/>
              <a:t>, refine </a:t>
            </a:r>
            <a:r>
              <a:rPr lang="en-KE" sz="2000" b="1"/>
              <a:t>cross-promotion strategies</a:t>
            </a:r>
            <a:r>
              <a:rPr lang="en-KE" sz="2000"/>
              <a:t>.</a:t>
            </a:r>
          </a:p>
          <a:p>
            <a:pPr marL="0" indent="0">
              <a:buNone/>
            </a:pPr>
            <a:endParaRPr lang="en-KE" sz="2000"/>
          </a:p>
        </p:txBody>
      </p:sp>
    </p:spTree>
    <p:extLst>
      <p:ext uri="{BB962C8B-B14F-4D97-AF65-F5344CB8AC3E}">
        <p14:creationId xmlns:p14="http://schemas.microsoft.com/office/powerpoint/2010/main" val="382990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2BD9FA-6CE3-EBD4-4B58-7046D2BA376D}"/>
              </a:ext>
            </a:extLst>
          </p:cNvPr>
          <p:cNvSpPr>
            <a:spLocks noGrp="1"/>
          </p:cNvSpPr>
          <p:nvPr>
            <p:ph type="title"/>
          </p:nvPr>
        </p:nvSpPr>
        <p:spPr>
          <a:xfrm>
            <a:off x="1371597" y="348865"/>
            <a:ext cx="10044023" cy="877729"/>
          </a:xfrm>
        </p:spPr>
        <p:txBody>
          <a:bodyPr anchor="ctr">
            <a:normAutofit/>
          </a:bodyPr>
          <a:lstStyle/>
          <a:p>
            <a:r>
              <a:rPr lang="en-KE" sz="4000" b="1">
                <a:solidFill>
                  <a:srgbClr val="FFFFFF"/>
                </a:solidFill>
              </a:rPr>
              <a:t>How ARM Works: A Two-Step Process</a:t>
            </a:r>
            <a:endParaRPr lang="en-KE" sz="4000">
              <a:solidFill>
                <a:srgbClr val="FFFFFF"/>
              </a:solidFill>
            </a:endParaRPr>
          </a:p>
        </p:txBody>
      </p:sp>
      <p:graphicFrame>
        <p:nvGraphicFramePr>
          <p:cNvPr id="70" name="Content Placeholder 2">
            <a:extLst>
              <a:ext uri="{FF2B5EF4-FFF2-40B4-BE49-F238E27FC236}">
                <a16:creationId xmlns:a16="http://schemas.microsoft.com/office/drawing/2014/main" id="{5DCDA056-E209-97B6-88C1-DCB799F48202}"/>
              </a:ext>
            </a:extLst>
          </p:cNvPr>
          <p:cNvGraphicFramePr>
            <a:graphicFrameLocks noGrp="1"/>
          </p:cNvGraphicFramePr>
          <p:nvPr>
            <p:ph idx="1"/>
            <p:extLst>
              <p:ext uri="{D42A27DB-BD31-4B8C-83A1-F6EECF244321}">
                <p14:modId xmlns:p14="http://schemas.microsoft.com/office/powerpoint/2010/main" val="382539195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9450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1FE0CE-3D66-05AB-3BFC-877BBB84186F}"/>
              </a:ext>
            </a:extLst>
          </p:cNvPr>
          <p:cNvSpPr>
            <a:spLocks noGrp="1"/>
          </p:cNvSpPr>
          <p:nvPr>
            <p:ph type="title"/>
          </p:nvPr>
        </p:nvSpPr>
        <p:spPr>
          <a:xfrm>
            <a:off x="1371599" y="294538"/>
            <a:ext cx="9895951" cy="1033669"/>
          </a:xfrm>
        </p:spPr>
        <p:txBody>
          <a:bodyPr>
            <a:normAutofit/>
          </a:bodyPr>
          <a:lstStyle/>
          <a:p>
            <a:r>
              <a:rPr lang="en-KE" sz="4000" b="1">
                <a:solidFill>
                  <a:srgbClr val="FFFFFF"/>
                </a:solidFill>
              </a:rPr>
              <a:t>Applications of ARM</a:t>
            </a:r>
            <a:endParaRPr lang="en-KE" sz="400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B977EB-E87E-EC40-1BC4-ED7C2C4F835D}"/>
                  </a:ext>
                </a:extLst>
              </p:cNvPr>
              <p:cNvSpPr>
                <a:spLocks noGrp="1"/>
              </p:cNvSpPr>
              <p:nvPr>
                <p:ph idx="1"/>
              </p:nvPr>
            </p:nvSpPr>
            <p:spPr>
              <a:xfrm>
                <a:off x="1371599" y="2318197"/>
                <a:ext cx="9724031" cy="3683358"/>
              </a:xfrm>
            </p:spPr>
            <p:txBody>
              <a:bodyPr anchor="ctr">
                <a:normAutofit/>
              </a:bodyPr>
              <a:lstStyle/>
              <a:p>
                <a:pPr lvl="0"/>
                <a:r>
                  <a:rPr lang="en-KE" sz="2000" b="1"/>
                  <a:t>Retail:</a:t>
                </a:r>
                <a:endParaRPr lang="en-KE" sz="2000"/>
              </a:p>
              <a:p>
                <a:pPr lvl="1"/>
                <a:r>
                  <a:rPr lang="en-KE" sz="2000"/>
                  <a:t>Product pairings (e.g., </a:t>
                </a:r>
                <a:r>
                  <a:rPr lang="en-KE" sz="2000" b="1"/>
                  <a:t>maize flour</a:t>
                </a:r>
                <a:r>
                  <a:rPr lang="en-KE" sz="2000"/>
                  <a:t> frequently bought with </a:t>
                </a:r>
                <a:r>
                  <a:rPr lang="en-KE" sz="2000" b="1"/>
                  <a:t>cooking oil</a:t>
                </a:r>
                <a:r>
                  <a:rPr lang="en-KE" sz="2000"/>
                  <a:t>).</a:t>
                </a:r>
              </a:p>
              <a:p>
                <a:pPr lvl="1"/>
                <a:r>
                  <a:rPr lang="en-KE" sz="2000"/>
                  <a:t>Bundling products &amp; optimizing store layouts.</a:t>
                </a:r>
              </a:p>
              <a:p>
                <a:pPr lvl="0"/>
                <a:r>
                  <a:rPr lang="en-KE" sz="2000" b="1"/>
                  <a:t>Finance:</a:t>
                </a:r>
                <a:endParaRPr lang="en-KE" sz="2000"/>
              </a:p>
              <a:p>
                <a:pPr lvl="1"/>
                <a:r>
                  <a:rPr lang="en-KE" sz="2000"/>
                  <a:t>Detecting anomalies and fraud patterns in </a:t>
                </a:r>
                <a:r>
                  <a:rPr lang="en-KE" sz="2000" b="1"/>
                  <a:t>M-Pesa</a:t>
                </a:r>
                <a:r>
                  <a:rPr lang="en-KE" sz="2000"/>
                  <a:t> transaction logs.</a:t>
                </a:r>
              </a:p>
              <a:p>
                <a:pPr lvl="0"/>
                <a:r>
                  <a:rPr lang="en-KE" sz="2000" b="1"/>
                  <a:t>Agriculture:</a:t>
                </a:r>
                <a:endParaRPr lang="en-KE" sz="2000"/>
              </a:p>
              <a:p>
                <a:pPr lvl="1"/>
                <a:r>
                  <a:rPr lang="en-KE" sz="2000"/>
                  <a:t>Analyzing purchase patterns of seeds, fertilizers, tools by cooperatives.</a:t>
                </a:r>
              </a:p>
              <a:p>
                <a:pPr lvl="1"/>
                <a:r>
                  <a:rPr lang="en-KE" sz="2000" i="1"/>
                  <a:t>Example:</a:t>
                </a:r>
                <a:r>
                  <a:rPr lang="en-KE" sz="2000"/>
                  <a:t> Farmers buying </a:t>
                </a:r>
                <a:r>
                  <a:rPr lang="en-KE" sz="2000" b="1"/>
                  <a:t>maize seeds</a:t>
                </a:r>
                <a:r>
                  <a:rPr lang="en-KE" sz="2000"/>
                  <a:t> often purchase a </a:t>
                </a:r>
                <a:r>
                  <a:rPr lang="en-KE" sz="2000" i="1"/>
                  <a:t>specific fertilizer</a:t>
                </a:r>
                <a:r>
                  <a:rPr lang="en-KE" sz="2000"/>
                  <a:t> </a:t>
                </a:r>
                <a14:m>
                  <m:oMath xmlns:m="http://schemas.openxmlformats.org/officeDocument/2006/math">
                    <m:r>
                      <a:rPr lang="en-KE" sz="2000" i="1">
                        <a:latin typeface="Cambria Math" panose="02040503050406030204" pitchFamily="18" charset="0"/>
                      </a:rPr>
                      <m:t>⇒</m:t>
                    </m:r>
                  </m:oMath>
                </a14:m>
                <a:r>
                  <a:rPr lang="en-KE" sz="2000"/>
                  <a:t> offer </a:t>
                </a:r>
                <a:r>
                  <a:rPr lang="en-KE" sz="2000" b="1"/>
                  <a:t>bundled discounts</a:t>
                </a:r>
                <a:r>
                  <a:rPr lang="en-KE" sz="2000"/>
                  <a:t>.</a:t>
                </a:r>
              </a:p>
            </p:txBody>
          </p:sp>
        </mc:Choice>
        <mc:Fallback xmlns="">
          <p:sp>
            <p:nvSpPr>
              <p:cNvPr id="3" name="Content Placeholder 2">
                <a:extLst>
                  <a:ext uri="{FF2B5EF4-FFF2-40B4-BE49-F238E27FC236}">
                    <a16:creationId xmlns:a16="http://schemas.microsoft.com/office/drawing/2014/main" id="{9DB977EB-E87E-EC40-1BC4-ED7C2C4F835D}"/>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2"/>
                <a:stretch>
                  <a:fillRect l="-564"/>
                </a:stretch>
              </a:blipFill>
            </p:spPr>
            <p:txBody>
              <a:bodyPr/>
              <a:lstStyle/>
              <a:p>
                <a:r>
                  <a:rPr lang="en-KE">
                    <a:noFill/>
                  </a:rPr>
                  <a:t> </a:t>
                </a:r>
              </a:p>
            </p:txBody>
          </p:sp>
        </mc:Fallback>
      </mc:AlternateContent>
    </p:spTree>
    <p:extLst>
      <p:ext uri="{BB962C8B-B14F-4D97-AF65-F5344CB8AC3E}">
        <p14:creationId xmlns:p14="http://schemas.microsoft.com/office/powerpoint/2010/main" val="169332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79126A-359B-F411-5132-497EEFDA4936}"/>
              </a:ext>
            </a:extLst>
          </p:cNvPr>
          <p:cNvSpPr>
            <a:spLocks noGrp="1"/>
          </p:cNvSpPr>
          <p:nvPr>
            <p:ph type="title"/>
          </p:nvPr>
        </p:nvSpPr>
        <p:spPr>
          <a:xfrm>
            <a:off x="1371599" y="294538"/>
            <a:ext cx="9895951" cy="1033669"/>
          </a:xfrm>
        </p:spPr>
        <p:txBody>
          <a:bodyPr>
            <a:normAutofit/>
          </a:bodyPr>
          <a:lstStyle/>
          <a:p>
            <a:r>
              <a:rPr lang="en-KE" sz="4000" b="1">
                <a:solidFill>
                  <a:srgbClr val="FFFFFF"/>
                </a:solidFill>
              </a:rPr>
              <a:t>Key Metrics in ARM</a:t>
            </a:r>
            <a:endParaRPr lang="en-KE" sz="4000">
              <a:solidFill>
                <a:srgbClr val="FFFFFF"/>
              </a:solidFill>
            </a:endParaRPr>
          </a:p>
        </p:txBody>
      </p:sp>
      <p:sp>
        <p:nvSpPr>
          <p:cNvPr id="3" name="Content Placeholder 2">
            <a:extLst>
              <a:ext uri="{FF2B5EF4-FFF2-40B4-BE49-F238E27FC236}">
                <a16:creationId xmlns:a16="http://schemas.microsoft.com/office/drawing/2014/main" id="{1B65B459-30AB-2179-505D-592E685798BE}"/>
              </a:ext>
            </a:extLst>
          </p:cNvPr>
          <p:cNvSpPr>
            <a:spLocks noGrp="1"/>
          </p:cNvSpPr>
          <p:nvPr>
            <p:ph idx="1"/>
          </p:nvPr>
        </p:nvSpPr>
        <p:spPr>
          <a:xfrm>
            <a:off x="1371599" y="2318197"/>
            <a:ext cx="9724031" cy="3683358"/>
          </a:xfrm>
        </p:spPr>
        <p:txBody>
          <a:bodyPr anchor="ctr">
            <a:normAutofit/>
          </a:bodyPr>
          <a:lstStyle/>
          <a:p>
            <a:pPr marL="0" indent="0">
              <a:buNone/>
            </a:pPr>
            <a:r>
              <a:rPr lang="en-KE" sz="2000"/>
              <a:t>To evaluate association rules, we use:</a:t>
            </a:r>
          </a:p>
          <a:p>
            <a:pPr lvl="0"/>
            <a:r>
              <a:rPr lang="en-KE" sz="2000" b="1"/>
              <a:t>Support</a:t>
            </a:r>
            <a:endParaRPr lang="en-KE" sz="2000"/>
          </a:p>
          <a:p>
            <a:pPr lvl="0"/>
            <a:r>
              <a:rPr lang="en-KE" sz="2000" b="1"/>
              <a:t>Confidence</a:t>
            </a:r>
            <a:endParaRPr lang="en-KE" sz="2000"/>
          </a:p>
          <a:p>
            <a:pPr lvl="0"/>
            <a:r>
              <a:rPr lang="en-KE" sz="2000" b="1"/>
              <a:t>Lift</a:t>
            </a:r>
            <a:endParaRPr lang="en-KE" sz="2000"/>
          </a:p>
        </p:txBody>
      </p:sp>
    </p:spTree>
    <p:extLst>
      <p:ext uri="{BB962C8B-B14F-4D97-AF65-F5344CB8AC3E}">
        <p14:creationId xmlns:p14="http://schemas.microsoft.com/office/powerpoint/2010/main" val="2434904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315A61-E96D-99C1-2D6E-9B462DA893FB}"/>
              </a:ext>
            </a:extLst>
          </p:cNvPr>
          <p:cNvSpPr>
            <a:spLocks noGrp="1"/>
          </p:cNvSpPr>
          <p:nvPr>
            <p:ph type="title"/>
          </p:nvPr>
        </p:nvSpPr>
        <p:spPr>
          <a:xfrm>
            <a:off x="1371599" y="294538"/>
            <a:ext cx="9895951" cy="1033669"/>
          </a:xfrm>
        </p:spPr>
        <p:txBody>
          <a:bodyPr>
            <a:normAutofit/>
          </a:bodyPr>
          <a:lstStyle/>
          <a:p>
            <a:r>
              <a:rPr lang="en-KE" sz="4000" b="1">
                <a:solidFill>
                  <a:srgbClr val="FFFFFF"/>
                </a:solidFill>
              </a:rPr>
              <a:t>Metric 1: Support</a:t>
            </a:r>
            <a:endParaRPr lang="en-KE" sz="400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132E6E-5B52-9462-F961-9BC530D4C143}"/>
                  </a:ext>
                </a:extLst>
              </p:cNvPr>
              <p:cNvSpPr>
                <a:spLocks noGrp="1"/>
              </p:cNvSpPr>
              <p:nvPr>
                <p:ph idx="1"/>
              </p:nvPr>
            </p:nvSpPr>
            <p:spPr>
              <a:xfrm>
                <a:off x="1371599" y="2318197"/>
                <a:ext cx="9724031" cy="3683358"/>
              </a:xfrm>
            </p:spPr>
            <p:txBody>
              <a:bodyPr anchor="ctr">
                <a:normAutofit/>
              </a:bodyPr>
              <a:lstStyle/>
              <a:p>
                <a:pPr lvl="0"/>
                <a:r>
                  <a:rPr lang="en-KE" sz="2000"/>
                  <a:t>Measures the </a:t>
                </a:r>
                <a:r>
                  <a:rPr lang="en-KE" sz="2000" b="1"/>
                  <a:t>frequency</a:t>
                </a:r>
                <a:r>
                  <a:rPr lang="en-KE" sz="2000"/>
                  <a:t> of an itemset's occurrence within the entire dataset.</a:t>
                </a:r>
              </a:p>
              <a:p>
                <a:pPr lvl="0"/>
                <a:r>
                  <a:rPr lang="en-KE" sz="2000"/>
                  <a:t>Indicates </a:t>
                </a:r>
                <a:r>
                  <a:rPr lang="en-KE" sz="2000" b="1"/>
                  <a:t>how popular</a:t>
                </a:r>
                <a:r>
                  <a:rPr lang="en-KE" sz="2000"/>
                  <a:t> an item or itemset is.</a:t>
                </a:r>
              </a:p>
              <a:p>
                <a:pPr marL="0" indent="0">
                  <a:buNone/>
                </a:pPr>
                <a14:m>
                  <m:oMathPara xmlns:m="http://schemas.openxmlformats.org/officeDocument/2006/math">
                    <m:oMathParaPr>
                      <m:jc m:val="centerGroup"/>
                    </m:oMathParaPr>
                    <m:oMath xmlns:m="http://schemas.openxmlformats.org/officeDocument/2006/math">
                      <m:r>
                        <m:rPr>
                          <m:nor/>
                        </m:rPr>
                        <a:rPr lang="en-KE" sz="2000"/>
                        <m:t>Support</m:t>
                      </m:r>
                      <m:r>
                        <m:rPr>
                          <m:nor/>
                        </m:rPr>
                        <a:rPr lang="en-KE" sz="2000"/>
                        <m:t>(</m:t>
                      </m:r>
                      <m:r>
                        <m:rPr>
                          <m:nor/>
                        </m:rPr>
                        <a:rPr lang="en-KE" sz="2000"/>
                        <m:t>A</m:t>
                      </m:r>
                      <m:r>
                        <m:rPr>
                          <m:nor/>
                        </m:rPr>
                        <a:rPr lang="en-KE" sz="2000"/>
                        <m:t>)</m:t>
                      </m:r>
                      <m:r>
                        <a:rPr lang="en-KE" sz="2000" i="1">
                          <a:latin typeface="Cambria Math" panose="02040503050406030204" pitchFamily="18" charset="0"/>
                        </a:rPr>
                        <m:t>=</m:t>
                      </m:r>
                      <m:f>
                        <m:fPr>
                          <m:ctrlPr>
                            <a:rPr lang="en-KE" sz="2000" i="1">
                              <a:latin typeface="Cambria Math" panose="02040503050406030204" pitchFamily="18" charset="0"/>
                            </a:rPr>
                          </m:ctrlPr>
                        </m:fPr>
                        <m:num>
                          <m:r>
                            <m:rPr>
                              <m:nor/>
                            </m:rPr>
                            <a:rPr lang="en-KE" sz="2000"/>
                            <m:t>Number</m:t>
                          </m:r>
                          <m:r>
                            <m:rPr>
                              <m:nor/>
                            </m:rPr>
                            <a:rPr lang="en-KE" sz="2000"/>
                            <m:t> </m:t>
                          </m:r>
                          <m:r>
                            <m:rPr>
                              <m:nor/>
                            </m:rPr>
                            <a:rPr lang="en-KE" sz="2000"/>
                            <m:t>of</m:t>
                          </m:r>
                          <m:r>
                            <m:rPr>
                              <m:nor/>
                            </m:rPr>
                            <a:rPr lang="en-KE" sz="2000"/>
                            <m:t> </m:t>
                          </m:r>
                          <m:r>
                            <m:rPr>
                              <m:nor/>
                            </m:rPr>
                            <a:rPr lang="en-KE" sz="2000"/>
                            <m:t>transactions</m:t>
                          </m:r>
                          <m:r>
                            <m:rPr>
                              <m:nor/>
                            </m:rPr>
                            <a:rPr lang="en-KE" sz="2000"/>
                            <m:t> </m:t>
                          </m:r>
                          <m:r>
                            <m:rPr>
                              <m:nor/>
                            </m:rPr>
                            <a:rPr lang="en-KE" sz="2000"/>
                            <m:t>containing</m:t>
                          </m:r>
                          <m:r>
                            <m:rPr>
                              <m:nor/>
                            </m:rPr>
                            <a:rPr lang="en-KE" sz="2000"/>
                            <m:t> </m:t>
                          </m:r>
                          <m:r>
                            <m:rPr>
                              <m:nor/>
                            </m:rPr>
                            <a:rPr lang="en-KE" sz="2000"/>
                            <m:t>A</m:t>
                          </m:r>
                        </m:num>
                        <m:den>
                          <m:r>
                            <m:rPr>
                              <m:nor/>
                            </m:rPr>
                            <a:rPr lang="en-KE" sz="2000"/>
                            <m:t>Total</m:t>
                          </m:r>
                          <m:r>
                            <m:rPr>
                              <m:nor/>
                            </m:rPr>
                            <a:rPr lang="en-KE" sz="2000"/>
                            <m:t> </m:t>
                          </m:r>
                          <m:r>
                            <m:rPr>
                              <m:nor/>
                            </m:rPr>
                            <a:rPr lang="en-KE" sz="2000"/>
                            <m:t>number</m:t>
                          </m:r>
                          <m:r>
                            <m:rPr>
                              <m:nor/>
                            </m:rPr>
                            <a:rPr lang="en-KE" sz="2000"/>
                            <m:t> </m:t>
                          </m:r>
                          <m:r>
                            <m:rPr>
                              <m:nor/>
                            </m:rPr>
                            <a:rPr lang="en-KE" sz="2000"/>
                            <m:t>of</m:t>
                          </m:r>
                          <m:r>
                            <m:rPr>
                              <m:nor/>
                            </m:rPr>
                            <a:rPr lang="en-KE" sz="2000"/>
                            <m:t> </m:t>
                          </m:r>
                          <m:r>
                            <m:rPr>
                              <m:nor/>
                            </m:rPr>
                            <a:rPr lang="en-KE" sz="2000"/>
                            <m:t>transactions</m:t>
                          </m:r>
                        </m:den>
                      </m:f>
                    </m:oMath>
                  </m:oMathPara>
                </a14:m>
                <a:endParaRPr lang="en-KE" sz="2000"/>
              </a:p>
              <a:p>
                <a:pPr lvl="0"/>
                <a:r>
                  <a:rPr lang="en-KE" sz="2000" b="1"/>
                  <a:t>Example:</a:t>
                </a:r>
                <a:r>
                  <a:rPr lang="en-KE" sz="2000"/>
                  <a:t> If 100 out of 400 transactions in a Nairobi market include </a:t>
                </a:r>
                <a:r>
                  <a:rPr lang="en-KE" sz="2000" b="1"/>
                  <a:t>sugar</a:t>
                </a:r>
                <a:r>
                  <a:rPr lang="en-KE" sz="2000"/>
                  <a:t>:</a:t>
                </a:r>
                <a:br>
                  <a:rPr lang="en-KE" sz="2000"/>
                </a:br>
                <a14:m>
                  <m:oMath xmlns:m="http://schemas.openxmlformats.org/officeDocument/2006/math">
                    <m:r>
                      <m:rPr>
                        <m:nor/>
                      </m:rPr>
                      <a:rPr lang="en-KE" sz="2000"/>
                      <m:t>Support</m:t>
                    </m:r>
                    <m:r>
                      <m:rPr>
                        <m:nor/>
                      </m:rPr>
                      <a:rPr lang="en-KE" sz="2000"/>
                      <m:t>(</m:t>
                    </m:r>
                    <m:r>
                      <m:rPr>
                        <m:nor/>
                      </m:rPr>
                      <a:rPr lang="en-KE" sz="2000"/>
                      <m:t>sugar</m:t>
                    </m:r>
                    <m:r>
                      <m:rPr>
                        <m:nor/>
                      </m:rPr>
                      <a:rPr lang="en-KE" sz="2000"/>
                      <m:t>)</m:t>
                    </m:r>
                    <m:r>
                      <a:rPr lang="en-KE" sz="2000" i="1">
                        <a:latin typeface="Cambria Math" panose="02040503050406030204" pitchFamily="18" charset="0"/>
                      </a:rPr>
                      <m:t>=</m:t>
                    </m:r>
                    <m:f>
                      <m:fPr>
                        <m:ctrlPr>
                          <a:rPr lang="en-KE" sz="2000" i="1">
                            <a:latin typeface="Cambria Math" panose="02040503050406030204" pitchFamily="18" charset="0"/>
                          </a:rPr>
                        </m:ctrlPr>
                      </m:fPr>
                      <m:num>
                        <m:r>
                          <a:rPr lang="en-KE" sz="2000" i="1">
                            <a:latin typeface="Cambria Math" panose="02040503050406030204" pitchFamily="18" charset="0"/>
                          </a:rPr>
                          <m:t>100</m:t>
                        </m:r>
                      </m:num>
                      <m:den>
                        <m:r>
                          <a:rPr lang="en-KE" sz="2000" i="1">
                            <a:latin typeface="Cambria Math" panose="02040503050406030204" pitchFamily="18" charset="0"/>
                          </a:rPr>
                          <m:t>400</m:t>
                        </m:r>
                      </m:den>
                    </m:f>
                    <m:r>
                      <a:rPr lang="en-KE" sz="2000" i="1">
                        <a:latin typeface="Cambria Math" panose="02040503050406030204" pitchFamily="18" charset="0"/>
                      </a:rPr>
                      <m:t>=0.25</m:t>
                    </m:r>
                    <m:r>
                      <m:rPr>
                        <m:nor/>
                      </m:rPr>
                      <a:rPr lang="en-KE" sz="2000"/>
                      <m:t> (25%)</m:t>
                    </m:r>
                  </m:oMath>
                </a14:m>
                <a:endParaRPr lang="en-KE" sz="2000"/>
              </a:p>
              <a:p>
                <a:pPr lvl="0"/>
                <a:r>
                  <a:rPr lang="en-KE" sz="2000"/>
                  <a:t>Higher support </a:t>
                </a:r>
                <a14:m>
                  <m:oMath xmlns:m="http://schemas.openxmlformats.org/officeDocument/2006/math">
                    <m:r>
                      <a:rPr lang="en-KE" sz="2000" i="1">
                        <a:latin typeface="Cambria Math" panose="02040503050406030204" pitchFamily="18" charset="0"/>
                      </a:rPr>
                      <m:t>⇒</m:t>
                    </m:r>
                  </m:oMath>
                </a14:m>
                <a:r>
                  <a:rPr lang="en-KE" sz="2000"/>
                  <a:t> more frequent itemset.</a:t>
                </a:r>
              </a:p>
              <a:p>
                <a:pPr lvl="0"/>
                <a:endParaRPr lang="en-KE" sz="2000"/>
              </a:p>
              <a:p>
                <a:endParaRPr lang="en-KE" sz="2000"/>
              </a:p>
            </p:txBody>
          </p:sp>
        </mc:Choice>
        <mc:Fallback xmlns="">
          <p:sp>
            <p:nvSpPr>
              <p:cNvPr id="3" name="Content Placeholder 2">
                <a:extLst>
                  <a:ext uri="{FF2B5EF4-FFF2-40B4-BE49-F238E27FC236}">
                    <a16:creationId xmlns:a16="http://schemas.microsoft.com/office/drawing/2014/main" id="{7A132E6E-5B52-9462-F961-9BC530D4C143}"/>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2"/>
                <a:stretch>
                  <a:fillRect l="-564"/>
                </a:stretch>
              </a:blipFill>
            </p:spPr>
            <p:txBody>
              <a:bodyPr/>
              <a:lstStyle/>
              <a:p>
                <a:r>
                  <a:rPr lang="en-KE">
                    <a:noFill/>
                  </a:rPr>
                  <a:t> </a:t>
                </a:r>
              </a:p>
            </p:txBody>
          </p:sp>
        </mc:Fallback>
      </mc:AlternateContent>
    </p:spTree>
    <p:extLst>
      <p:ext uri="{BB962C8B-B14F-4D97-AF65-F5344CB8AC3E}">
        <p14:creationId xmlns:p14="http://schemas.microsoft.com/office/powerpoint/2010/main" val="2449823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0CAFD4-7256-8ED7-F30B-AA97F3F4EB1E}"/>
              </a:ext>
            </a:extLst>
          </p:cNvPr>
          <p:cNvSpPr>
            <a:spLocks noGrp="1"/>
          </p:cNvSpPr>
          <p:nvPr>
            <p:ph type="title"/>
          </p:nvPr>
        </p:nvSpPr>
        <p:spPr>
          <a:xfrm>
            <a:off x="1371599" y="294538"/>
            <a:ext cx="9895951" cy="1033669"/>
          </a:xfrm>
        </p:spPr>
        <p:txBody>
          <a:bodyPr>
            <a:normAutofit/>
          </a:bodyPr>
          <a:lstStyle/>
          <a:p>
            <a:r>
              <a:rPr lang="en-KE" sz="4000" b="1">
                <a:solidFill>
                  <a:srgbClr val="FFFFFF"/>
                </a:solidFill>
              </a:rPr>
              <a:t>Metric 2: Confidence</a:t>
            </a:r>
            <a:endParaRPr lang="en-KE" sz="400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CB9A2D-7E3E-6F4E-6F40-43F5334276B0}"/>
                  </a:ext>
                </a:extLst>
              </p:cNvPr>
              <p:cNvSpPr>
                <a:spLocks noGrp="1"/>
              </p:cNvSpPr>
              <p:nvPr>
                <p:ph idx="1"/>
              </p:nvPr>
            </p:nvSpPr>
            <p:spPr>
              <a:xfrm>
                <a:off x="1371599" y="2318197"/>
                <a:ext cx="9724031" cy="3683358"/>
              </a:xfrm>
            </p:spPr>
            <p:txBody>
              <a:bodyPr anchor="ctr">
                <a:normAutofit/>
              </a:bodyPr>
              <a:lstStyle/>
              <a:p>
                <a:pPr lvl="0"/>
                <a:r>
                  <a:rPr lang="en-KE" sz="1600"/>
                  <a:t>Measures the </a:t>
                </a:r>
                <a:r>
                  <a:rPr lang="en-KE" sz="1600" b="1"/>
                  <a:t>likelihood</a:t>
                </a:r>
                <a:r>
                  <a:rPr lang="en-KE" sz="1600"/>
                  <a:t> that item B is purchased when item A has already been purchased.</a:t>
                </a:r>
              </a:p>
              <a:p>
                <a:pPr lvl="0"/>
                <a:r>
                  <a:rPr lang="en-KE" sz="1600"/>
                  <a:t>Indicates the </a:t>
                </a:r>
                <a:r>
                  <a:rPr lang="en-KE" sz="1600" b="1"/>
                  <a:t>reliability</a:t>
                </a:r>
                <a:r>
                  <a:rPr lang="en-KE" sz="1600"/>
                  <a:t> of an association rule.</a:t>
                </a:r>
              </a:p>
              <a:p>
                <a:pPr marL="0" indent="0">
                  <a:buNone/>
                </a:pPr>
                <a:r>
                  <a:rPr lang="en-US" sz="1600"/>
                  <a:t>	</a:t>
                </a:r>
                <a:br>
                  <a:rPr lang="en-US" sz="1600" i="1">
                    <a:latin typeface="Cambria Math" panose="02040503050406030204" pitchFamily="18" charset="0"/>
                  </a:rPr>
                </a:br>
                <a14:m>
                  <m:oMathPara xmlns:m="http://schemas.openxmlformats.org/officeDocument/2006/math">
                    <m:oMathParaPr>
                      <m:jc m:val="centerGroup"/>
                    </m:oMathParaPr>
                    <m:oMath xmlns:m="http://schemas.openxmlformats.org/officeDocument/2006/math">
                      <m:r>
                        <m:rPr>
                          <m:nor/>
                        </m:rPr>
                        <a:rPr lang="en-KE" sz="1600"/>
                        <m:t>Confidence</m:t>
                      </m:r>
                      <m:r>
                        <m:rPr>
                          <m:nor/>
                        </m:rPr>
                        <a:rPr lang="en-KE" sz="1600"/>
                        <m:t>(</m:t>
                      </m:r>
                      <m:r>
                        <m:rPr>
                          <m:nor/>
                        </m:rPr>
                        <a:rPr lang="en-KE" sz="1600"/>
                        <m:t>A</m:t>
                      </m:r>
                      <m:r>
                        <m:rPr>
                          <m:nor/>
                        </m:rPr>
                        <a:rPr lang="en-US" sz="1600"/>
                        <m:t>⇒</m:t>
                      </m:r>
                      <m:r>
                        <m:rPr>
                          <m:nor/>
                        </m:rPr>
                        <a:rPr lang="en-KE" sz="1600"/>
                        <m:t>B</m:t>
                      </m:r>
                      <m:r>
                        <m:rPr>
                          <m:nor/>
                        </m:rPr>
                        <a:rPr lang="en-KE" sz="1600"/>
                        <m:t>)</m:t>
                      </m:r>
                      <m:r>
                        <a:rPr lang="en-KE" sz="1600" i="1">
                          <a:latin typeface="Cambria Math" panose="02040503050406030204" pitchFamily="18" charset="0"/>
                        </a:rPr>
                        <m:t>=</m:t>
                      </m:r>
                      <m:f>
                        <m:fPr>
                          <m:ctrlPr>
                            <a:rPr lang="en-KE" sz="1600" i="1">
                              <a:latin typeface="Cambria Math" panose="02040503050406030204" pitchFamily="18" charset="0"/>
                            </a:rPr>
                          </m:ctrlPr>
                        </m:fPr>
                        <m:num>
                          <m:r>
                            <m:rPr>
                              <m:nor/>
                            </m:rPr>
                            <a:rPr lang="en-KE" sz="1600"/>
                            <m:t>Support</m:t>
                          </m:r>
                          <m:r>
                            <m:rPr>
                              <m:nor/>
                            </m:rPr>
                            <a:rPr lang="en-KE" sz="1600"/>
                            <m:t>(</m:t>
                          </m:r>
                          <m:r>
                            <m:rPr>
                              <m:nor/>
                            </m:rPr>
                            <a:rPr lang="en-KE" sz="1600"/>
                            <m:t>A</m:t>
                          </m:r>
                          <m:r>
                            <a:rPr lang="en-KE" sz="1600" i="1">
                              <a:latin typeface="Cambria Math" panose="02040503050406030204" pitchFamily="18" charset="0"/>
                              <a:ea typeface="Cambria Math" panose="02040503050406030204" pitchFamily="18" charset="0"/>
                            </a:rPr>
                            <m:t>∩</m:t>
                          </m:r>
                          <m:r>
                            <m:rPr>
                              <m:nor/>
                            </m:rPr>
                            <a:rPr lang="en-US" sz="1600" b="0" i="0"/>
                            <m:t>B</m:t>
                          </m:r>
                          <m:r>
                            <m:rPr>
                              <m:nor/>
                            </m:rPr>
                            <a:rPr lang="en-KE" sz="1600"/>
                            <m:t>)</m:t>
                          </m:r>
                        </m:num>
                        <m:den>
                          <m:r>
                            <m:rPr>
                              <m:nor/>
                            </m:rPr>
                            <a:rPr lang="en-KE" sz="1600"/>
                            <m:t>Support</m:t>
                          </m:r>
                          <m:r>
                            <m:rPr>
                              <m:nor/>
                            </m:rPr>
                            <a:rPr lang="en-KE" sz="1600"/>
                            <m:t>(</m:t>
                          </m:r>
                          <m:r>
                            <m:rPr>
                              <m:nor/>
                            </m:rPr>
                            <a:rPr lang="en-KE" sz="1600"/>
                            <m:t>A</m:t>
                          </m:r>
                          <m:r>
                            <m:rPr>
                              <m:nor/>
                            </m:rPr>
                            <a:rPr lang="en-KE" sz="1600"/>
                            <m:t>)</m:t>
                          </m:r>
                        </m:den>
                      </m:f>
                    </m:oMath>
                  </m:oMathPara>
                </a14:m>
                <a:endParaRPr lang="en-US" sz="1600" i="1">
                  <a:latin typeface="Cambria Math" panose="02040503050406030204" pitchFamily="18" charset="0"/>
                </a:endParaRPr>
              </a:p>
              <a:p>
                <a:pPr marL="0" indent="0">
                  <a:buNone/>
                </a:pPr>
                <a:br>
                  <a:rPr lang="en-US" sz="1600" i="1">
                    <a:latin typeface="Cambria Math" panose="02040503050406030204" pitchFamily="18" charset="0"/>
                  </a:rPr>
                </a:br>
                <a:endParaRPr lang="en-KE" sz="1600"/>
              </a:p>
              <a:p>
                <a:pPr lvl="0"/>
                <a:r>
                  <a:rPr lang="en-KE" sz="1600" b="1"/>
                  <a:t>Example:</a:t>
                </a:r>
                <a:r>
                  <a:rPr lang="en-KE" sz="1600"/>
                  <a:t> If 80% of customers who buy </a:t>
                </a:r>
                <a:r>
                  <a:rPr lang="en-KE" sz="1600" b="1"/>
                  <a:t>tea</a:t>
                </a:r>
                <a:r>
                  <a:rPr lang="en-KE" sz="1600"/>
                  <a:t> also buy </a:t>
                </a:r>
                <a:r>
                  <a:rPr lang="en-KE" sz="1600" b="1"/>
                  <a:t>milk</a:t>
                </a:r>
                <a:r>
                  <a:rPr lang="en-KE" sz="1600"/>
                  <a:t>:</a:t>
                </a:r>
                <a:endParaRPr lang="en-US" sz="1600"/>
              </a:p>
              <a:p>
                <a:pPr lvl="0"/>
                <a:endParaRPr lang="en-US" sz="1600"/>
              </a:p>
              <a:p>
                <a:pPr marL="0" lvl="0" indent="0">
                  <a:buNone/>
                </a:pPr>
                <a14:m>
                  <m:oMathPara xmlns:m="http://schemas.openxmlformats.org/officeDocument/2006/math">
                    <m:oMathParaPr>
                      <m:jc m:val="centerGroup"/>
                    </m:oMathParaPr>
                    <m:oMath xmlns:m="http://schemas.openxmlformats.org/officeDocument/2006/math">
                      <m:r>
                        <a:rPr lang="en-US" sz="1600" b="0" i="1">
                          <a:latin typeface="Cambria Math" panose="02040503050406030204" pitchFamily="18" charset="0"/>
                        </a:rPr>
                        <m:t>𝐶𝑜𝑛𝑓𝑖𝑑𝑒𝑛𝑐𝑒</m:t>
                      </m:r>
                      <m:r>
                        <a:rPr lang="en-US" sz="1600" b="0" i="1">
                          <a:latin typeface="Cambria Math" panose="02040503050406030204" pitchFamily="18" charset="0"/>
                        </a:rPr>
                        <m:t>(</m:t>
                      </m:r>
                      <m:r>
                        <a:rPr lang="en-US" sz="1600" b="0" i="1">
                          <a:latin typeface="Cambria Math" panose="02040503050406030204" pitchFamily="18" charset="0"/>
                        </a:rPr>
                        <m:t>𝑡𝑒𝑎</m:t>
                      </m:r>
                      <m:r>
                        <m:rPr>
                          <m:nor/>
                        </m:rPr>
                        <a:rPr lang="en-US" sz="1600"/>
                        <m:t>⇒</m:t>
                      </m:r>
                      <m:r>
                        <m:rPr>
                          <m:nor/>
                        </m:rPr>
                        <a:rPr lang="en-US" sz="1600" b="0" i="0"/>
                        <m:t> </m:t>
                      </m:r>
                      <m:r>
                        <m:rPr>
                          <m:nor/>
                        </m:rPr>
                        <a:rPr lang="en-US" sz="1600" b="0" i="0"/>
                        <m:t>milk</m:t>
                      </m:r>
                      <m:r>
                        <m:rPr>
                          <m:nor/>
                        </m:rPr>
                        <a:rPr lang="en-US" sz="1600" b="0" i="0"/>
                        <m:t>) = 0.8(80%).</m:t>
                      </m:r>
                    </m:oMath>
                  </m:oMathPara>
                </a14:m>
                <a:endParaRPr lang="en-US" sz="1600"/>
              </a:p>
              <a:p>
                <a:pPr lvl="0"/>
                <a:endParaRPr lang="en-US" sz="1600"/>
              </a:p>
              <a:p>
                <a:r>
                  <a:rPr lang="en-KE" sz="1600"/>
                  <a:t>Suggests a strong conditional relationship.</a:t>
                </a:r>
              </a:p>
              <a:p>
                <a:endParaRPr lang="en-KE" sz="1600"/>
              </a:p>
            </p:txBody>
          </p:sp>
        </mc:Choice>
        <mc:Fallback xmlns="">
          <p:sp>
            <p:nvSpPr>
              <p:cNvPr id="3" name="Content Placeholder 2">
                <a:extLst>
                  <a:ext uri="{FF2B5EF4-FFF2-40B4-BE49-F238E27FC236}">
                    <a16:creationId xmlns:a16="http://schemas.microsoft.com/office/drawing/2014/main" id="{63CB9A2D-7E3E-6F4E-6F40-43F5334276B0}"/>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3"/>
                <a:stretch>
                  <a:fillRect l="-251" t="-4959"/>
                </a:stretch>
              </a:blipFill>
            </p:spPr>
            <p:txBody>
              <a:bodyPr/>
              <a:lstStyle/>
              <a:p>
                <a:r>
                  <a:rPr lang="en-KE">
                    <a:noFill/>
                  </a:rPr>
                  <a:t> </a:t>
                </a:r>
              </a:p>
            </p:txBody>
          </p:sp>
        </mc:Fallback>
      </mc:AlternateContent>
    </p:spTree>
    <p:extLst>
      <p:ext uri="{BB962C8B-B14F-4D97-AF65-F5344CB8AC3E}">
        <p14:creationId xmlns:p14="http://schemas.microsoft.com/office/powerpoint/2010/main" val="3618768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2665E-18E7-42CA-B108-0C6BD4BC58BD}"/>
              </a:ext>
            </a:extLst>
          </p:cNvPr>
          <p:cNvSpPr>
            <a:spLocks noGrp="1"/>
          </p:cNvSpPr>
          <p:nvPr>
            <p:ph type="title"/>
          </p:nvPr>
        </p:nvSpPr>
        <p:spPr>
          <a:xfrm>
            <a:off x="1371599" y="294538"/>
            <a:ext cx="9895951" cy="1033669"/>
          </a:xfrm>
        </p:spPr>
        <p:txBody>
          <a:bodyPr>
            <a:normAutofit/>
          </a:bodyPr>
          <a:lstStyle/>
          <a:p>
            <a:r>
              <a:rPr lang="en-KE" sz="4000" b="1">
                <a:solidFill>
                  <a:srgbClr val="FFFFFF"/>
                </a:solidFill>
              </a:rPr>
              <a:t>Metric 3: Lift</a:t>
            </a:r>
            <a:endParaRPr lang="en-KE" sz="400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49FE0A-0F1D-1D0A-59DC-E17FF07805BF}"/>
                  </a:ext>
                </a:extLst>
              </p:cNvPr>
              <p:cNvSpPr>
                <a:spLocks noGrp="1"/>
              </p:cNvSpPr>
              <p:nvPr>
                <p:ph idx="1"/>
              </p:nvPr>
            </p:nvSpPr>
            <p:spPr>
              <a:xfrm>
                <a:off x="1371599" y="2318197"/>
                <a:ext cx="9724031" cy="3683358"/>
              </a:xfrm>
            </p:spPr>
            <p:txBody>
              <a:bodyPr anchor="ctr">
                <a:normAutofit/>
              </a:bodyPr>
              <a:lstStyle/>
              <a:p>
                <a:pPr lvl="0"/>
                <a:r>
                  <a:rPr lang="en-KE" sz="2000"/>
                  <a:t>Quantifies the </a:t>
                </a:r>
                <a:r>
                  <a:rPr lang="en-KE" sz="2000" b="1"/>
                  <a:t>strength</a:t>
                </a:r>
                <a:r>
                  <a:rPr lang="en-KE" sz="2000"/>
                  <a:t> of an association by comparing co-occurrence with </a:t>
                </a:r>
                <a:r>
                  <a:rPr lang="en-KE" sz="2000" i="1"/>
                  <a:t>independent occurrence</a:t>
                </a:r>
                <a:r>
                  <a:rPr lang="en-KE" sz="2000"/>
                  <a:t>.</a:t>
                </a:r>
              </a:p>
              <a:p>
                <a:pPr lvl="0"/>
                <a:r>
                  <a:rPr lang="en-KE" sz="2000" b="1"/>
                  <a:t>Lift &gt; 1</a:t>
                </a:r>
                <a:r>
                  <a:rPr lang="en-KE" sz="2000"/>
                  <a:t>: Positive association (items bought together more than by chance).</a:t>
                </a:r>
              </a:p>
              <a:p>
                <a:pPr lvl="0"/>
                <a:r>
                  <a:rPr lang="en-KE" sz="2000" b="1"/>
                  <a:t>Lift &lt; 1</a:t>
                </a:r>
                <a:r>
                  <a:rPr lang="en-KE" sz="2000"/>
                  <a:t>: Negative association (items bought together less than by chance).</a:t>
                </a:r>
              </a:p>
              <a:p>
                <a:pPr lvl="0"/>
                <a:r>
                  <a:rPr lang="en-KE" sz="2000" b="1"/>
                  <a:t>Lift = 1</a:t>
                </a:r>
                <a:r>
                  <a:rPr lang="en-KE" sz="2000"/>
                  <a:t>: No association (items bought together purely by chance).</a:t>
                </a:r>
                <a:endParaRPr lang="en-US" sz="2000"/>
              </a:p>
              <a:p>
                <a:pPr marL="0" lvl="0" indent="0">
                  <a:buNone/>
                </a:pPr>
                <a:endParaRPr lang="en-KE" sz="2000"/>
              </a:p>
              <a:p>
                <a:pPr marL="0" indent="0">
                  <a:buNone/>
                </a:pPr>
                <a14:m>
                  <m:oMathPara xmlns:m="http://schemas.openxmlformats.org/officeDocument/2006/math">
                    <m:oMathParaPr>
                      <m:jc m:val="centerGroup"/>
                    </m:oMathParaPr>
                    <m:oMath xmlns:m="http://schemas.openxmlformats.org/officeDocument/2006/math">
                      <m:r>
                        <m:rPr>
                          <m:nor/>
                        </m:rPr>
                        <a:rPr lang="en-KE" sz="2000"/>
                        <m:t>Lift</m:t>
                      </m:r>
                      <m:r>
                        <m:rPr>
                          <m:nor/>
                        </m:rPr>
                        <a:rPr lang="en-KE" sz="2000"/>
                        <m:t>(</m:t>
                      </m:r>
                      <m:r>
                        <m:rPr>
                          <m:nor/>
                        </m:rPr>
                        <a:rPr lang="en-KE" sz="2000"/>
                        <m:t>A</m:t>
                      </m:r>
                      <m:r>
                        <m:rPr>
                          <m:nor/>
                        </m:rPr>
                        <a:rPr lang="en-US" sz="2000" b="0" i="0"/>
                        <m:t> </m:t>
                      </m:r>
                      <m:r>
                        <m:rPr>
                          <m:nor/>
                        </m:rPr>
                        <a:rPr lang="en-US" sz="2000"/>
                        <m:t>⇒</m:t>
                      </m:r>
                      <m:r>
                        <m:rPr>
                          <m:nor/>
                        </m:rPr>
                        <a:rPr lang="en-US" sz="2000" b="0" i="0"/>
                        <m:t> </m:t>
                      </m:r>
                      <m:r>
                        <m:rPr>
                          <m:nor/>
                        </m:rPr>
                        <a:rPr lang="en-US" sz="2000" b="0" i="0"/>
                        <m:t>B</m:t>
                      </m:r>
                      <m:r>
                        <m:rPr>
                          <m:nor/>
                        </m:rPr>
                        <a:rPr lang="en-KE" sz="2000"/>
                        <m:t>)</m:t>
                      </m:r>
                      <m:r>
                        <a:rPr lang="en-KE" sz="2000" i="1">
                          <a:latin typeface="Cambria Math" panose="02040503050406030204" pitchFamily="18" charset="0"/>
                        </a:rPr>
                        <m:t>=</m:t>
                      </m:r>
                      <m:f>
                        <m:fPr>
                          <m:ctrlPr>
                            <a:rPr lang="en-KE" sz="2000" i="1">
                              <a:latin typeface="Cambria Math" panose="02040503050406030204" pitchFamily="18" charset="0"/>
                            </a:rPr>
                          </m:ctrlPr>
                        </m:fPr>
                        <m:num>
                          <m:r>
                            <m:rPr>
                              <m:nor/>
                            </m:rPr>
                            <a:rPr lang="en-KE" sz="2000"/>
                            <m:t>Confidence</m:t>
                          </m:r>
                          <m:r>
                            <m:rPr>
                              <m:nor/>
                            </m:rPr>
                            <a:rPr lang="en-KE" sz="2000"/>
                            <m:t>(</m:t>
                          </m:r>
                          <m:r>
                            <m:rPr>
                              <m:nor/>
                            </m:rPr>
                            <a:rPr lang="en-KE" sz="2000"/>
                            <m:t>A</m:t>
                          </m:r>
                          <m:r>
                            <m:rPr>
                              <m:nor/>
                            </m:rPr>
                            <a:rPr lang="en-US" sz="2000" b="0" i="0"/>
                            <m:t> </m:t>
                          </m:r>
                          <m:r>
                            <m:rPr>
                              <m:nor/>
                            </m:rPr>
                            <a:rPr lang="en-US" sz="2000"/>
                            <m:t>⇒</m:t>
                          </m:r>
                          <m:r>
                            <m:rPr>
                              <m:nor/>
                            </m:rPr>
                            <a:rPr lang="en-US" sz="2000" b="0" i="0"/>
                            <m:t> </m:t>
                          </m:r>
                          <m:r>
                            <m:rPr>
                              <m:nor/>
                            </m:rPr>
                            <a:rPr lang="en-KE" sz="2000"/>
                            <m:t>B</m:t>
                          </m:r>
                          <m:r>
                            <m:rPr>
                              <m:nor/>
                            </m:rPr>
                            <a:rPr lang="en-KE" sz="2000"/>
                            <m:t>)</m:t>
                          </m:r>
                        </m:num>
                        <m:den>
                          <m:r>
                            <m:rPr>
                              <m:nor/>
                            </m:rPr>
                            <a:rPr lang="en-KE" sz="2000"/>
                            <m:t>Support</m:t>
                          </m:r>
                          <m:r>
                            <m:rPr>
                              <m:nor/>
                            </m:rPr>
                            <a:rPr lang="en-KE" sz="2000"/>
                            <m:t>(</m:t>
                          </m:r>
                          <m:r>
                            <m:rPr>
                              <m:nor/>
                            </m:rPr>
                            <a:rPr lang="en-KE" sz="2000"/>
                            <m:t>B</m:t>
                          </m:r>
                          <m:r>
                            <m:rPr>
                              <m:nor/>
                            </m:rPr>
                            <a:rPr lang="en-KE" sz="2000"/>
                            <m:t>)</m:t>
                          </m:r>
                        </m:den>
                      </m:f>
                    </m:oMath>
                  </m:oMathPara>
                </a14:m>
                <a:endParaRPr lang="en-US" sz="2000"/>
              </a:p>
              <a:p>
                <a:pPr marL="0" indent="0">
                  <a:buNone/>
                </a:pPr>
                <a:endParaRPr lang="en-KE" sz="2000"/>
              </a:p>
            </p:txBody>
          </p:sp>
        </mc:Choice>
        <mc:Fallback xmlns="">
          <p:sp>
            <p:nvSpPr>
              <p:cNvPr id="3" name="Content Placeholder 2">
                <a:extLst>
                  <a:ext uri="{FF2B5EF4-FFF2-40B4-BE49-F238E27FC236}">
                    <a16:creationId xmlns:a16="http://schemas.microsoft.com/office/drawing/2014/main" id="{4A49FE0A-0F1D-1D0A-59DC-E17FF07805BF}"/>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3"/>
                <a:stretch>
                  <a:fillRect l="-564"/>
                </a:stretch>
              </a:blipFill>
            </p:spPr>
            <p:txBody>
              <a:bodyPr/>
              <a:lstStyle/>
              <a:p>
                <a:r>
                  <a:rPr lang="en-KE">
                    <a:noFill/>
                  </a:rPr>
                  <a:t> </a:t>
                </a:r>
              </a:p>
            </p:txBody>
          </p:sp>
        </mc:Fallback>
      </mc:AlternateContent>
    </p:spTree>
    <p:extLst>
      <p:ext uri="{BB962C8B-B14F-4D97-AF65-F5344CB8AC3E}">
        <p14:creationId xmlns:p14="http://schemas.microsoft.com/office/powerpoint/2010/main" val="3713764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DA309C-A318-65CF-8F1A-5AB810C4776D}"/>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113E5A-11DD-41C0-2A9E-ED10456DD864}"/>
              </a:ext>
            </a:extLst>
          </p:cNvPr>
          <p:cNvSpPr>
            <a:spLocks noGrp="1"/>
          </p:cNvSpPr>
          <p:nvPr>
            <p:ph type="title"/>
          </p:nvPr>
        </p:nvSpPr>
        <p:spPr>
          <a:xfrm>
            <a:off x="1371599" y="294538"/>
            <a:ext cx="9895951" cy="1033669"/>
          </a:xfrm>
        </p:spPr>
        <p:txBody>
          <a:bodyPr>
            <a:normAutofit/>
          </a:bodyPr>
          <a:lstStyle/>
          <a:p>
            <a:r>
              <a:rPr lang="en-KE" sz="4000" b="1">
                <a:solidFill>
                  <a:srgbClr val="FFFFFF"/>
                </a:solidFill>
              </a:rPr>
              <a:t>Metric 3: Lift</a:t>
            </a:r>
            <a:r>
              <a:rPr lang="en-US" sz="4000" b="1">
                <a:solidFill>
                  <a:srgbClr val="FFFFFF"/>
                </a:solidFill>
              </a:rPr>
              <a:t>  (cont.)</a:t>
            </a:r>
            <a:endParaRPr lang="en-KE" sz="4000">
              <a:solidFill>
                <a:srgbClr val="FFFFFF"/>
              </a:solidFill>
            </a:endParaRPr>
          </a:p>
        </p:txBody>
      </p:sp>
      <p:sp>
        <p:nvSpPr>
          <p:cNvPr id="3" name="Content Placeholder 2">
            <a:extLst>
              <a:ext uri="{FF2B5EF4-FFF2-40B4-BE49-F238E27FC236}">
                <a16:creationId xmlns:a16="http://schemas.microsoft.com/office/drawing/2014/main" id="{F6DBE96C-0723-15DD-A204-803C1B34C624}"/>
              </a:ext>
            </a:extLst>
          </p:cNvPr>
          <p:cNvSpPr>
            <a:spLocks noGrp="1"/>
          </p:cNvSpPr>
          <p:nvPr>
            <p:ph idx="1"/>
          </p:nvPr>
        </p:nvSpPr>
        <p:spPr>
          <a:xfrm>
            <a:off x="1371599" y="2318197"/>
            <a:ext cx="9724031" cy="3683358"/>
          </a:xfrm>
        </p:spPr>
        <p:txBody>
          <a:bodyPr anchor="ctr">
            <a:normAutofit/>
          </a:bodyPr>
          <a:lstStyle/>
          <a:p>
            <a:pPr marL="0" indent="0">
              <a:buNone/>
            </a:pPr>
            <a:r>
              <a:rPr lang="en-US" sz="1900" b="1"/>
              <a:t>Example</a:t>
            </a:r>
          </a:p>
          <a:p>
            <a:r>
              <a:rPr lang="en-US" sz="1900"/>
              <a:t>Imagine a supermarket transaction dataset:</a:t>
            </a:r>
          </a:p>
          <a:p>
            <a:r>
              <a:rPr lang="en-US" sz="1900"/>
              <a:t>40% of customers buy </a:t>
            </a:r>
            <a:r>
              <a:rPr lang="en-US" sz="1900" b="1"/>
              <a:t>bread</a:t>
            </a:r>
            <a:r>
              <a:rPr lang="en-US" sz="1900"/>
              <a:t> → Support(bread) = 0.40</a:t>
            </a:r>
          </a:p>
          <a:p>
            <a:r>
              <a:rPr lang="en-US" sz="1900"/>
              <a:t>30% of customers buy </a:t>
            </a:r>
            <a:r>
              <a:rPr lang="en-US" sz="1900" b="1"/>
              <a:t>butter</a:t>
            </a:r>
            <a:r>
              <a:rPr lang="en-US" sz="1900"/>
              <a:t> → Support(butter) = 0.30</a:t>
            </a:r>
          </a:p>
          <a:p>
            <a:r>
              <a:rPr lang="en-US" sz="1900"/>
              <a:t>20% of customers buy </a:t>
            </a:r>
            <a:r>
              <a:rPr lang="en-US" sz="1900" b="1"/>
              <a:t>both</a:t>
            </a:r>
            <a:r>
              <a:rPr lang="en-US" sz="1900"/>
              <a:t> → Support(bread ∩ butter) = 0.20</a:t>
            </a:r>
          </a:p>
          <a:p>
            <a:r>
              <a:rPr lang="en-US" sz="1900" b="1"/>
              <a:t>Confidence(bread → butter)</a:t>
            </a:r>
            <a:r>
              <a:rPr lang="en-US" sz="1900"/>
              <a:t> = 0.20 / 0.40 = </a:t>
            </a:r>
            <a:r>
              <a:rPr lang="en-US" sz="1900" b="1"/>
              <a:t>0.50</a:t>
            </a:r>
            <a:endParaRPr lang="en-US" sz="1900"/>
          </a:p>
          <a:p>
            <a:r>
              <a:rPr lang="en-US" sz="1900" b="1"/>
              <a:t>Lift(bread → butter)</a:t>
            </a:r>
            <a:r>
              <a:rPr lang="en-US" sz="1900"/>
              <a:t> = 0.50 / 0.30 = </a:t>
            </a:r>
            <a:r>
              <a:rPr lang="en-US" sz="1900" b="1"/>
              <a:t>1.67</a:t>
            </a:r>
            <a:endParaRPr lang="en-US" sz="1900"/>
          </a:p>
          <a:p>
            <a:r>
              <a:rPr lang="en-US" sz="1900"/>
              <a:t>Since lift is </a:t>
            </a:r>
            <a:r>
              <a:rPr lang="en-US" sz="1900" b="1"/>
              <a:t>1.67 &gt; 1</a:t>
            </a:r>
            <a:r>
              <a:rPr lang="en-US" sz="1900"/>
              <a:t>, customers who buy bread are 67% more likely to also buy butter than a random customer — a meaningful association worth acting on (e.g., place them near each other).</a:t>
            </a:r>
          </a:p>
          <a:p>
            <a:endParaRPr lang="en-KE" sz="1900"/>
          </a:p>
          <a:p>
            <a:pPr marL="0" indent="0">
              <a:buNone/>
            </a:pPr>
            <a:endParaRPr lang="en-KE" sz="1900"/>
          </a:p>
        </p:txBody>
      </p:sp>
    </p:spTree>
    <p:extLst>
      <p:ext uri="{BB962C8B-B14F-4D97-AF65-F5344CB8AC3E}">
        <p14:creationId xmlns:p14="http://schemas.microsoft.com/office/powerpoint/2010/main" val="2549488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D923D8-BA44-DF81-9216-371D949E9D53}"/>
              </a:ext>
            </a:extLst>
          </p:cNvPr>
          <p:cNvSpPr>
            <a:spLocks noGrp="1"/>
          </p:cNvSpPr>
          <p:nvPr>
            <p:ph type="ctrTitle"/>
          </p:nvPr>
        </p:nvSpPr>
        <p:spPr>
          <a:xfrm>
            <a:off x="1371599" y="294538"/>
            <a:ext cx="9895951" cy="1033669"/>
          </a:xfrm>
        </p:spPr>
        <p:txBody>
          <a:bodyPr vert="horz" lIns="91440" tIns="45720" rIns="91440" bIns="45720" rtlCol="0" anchor="ctr">
            <a:normAutofit/>
          </a:bodyPr>
          <a:lstStyle/>
          <a:p>
            <a:pPr algn="l"/>
            <a:r>
              <a:rPr lang="en-US" sz="4000" b="1" kern="1200">
                <a:solidFill>
                  <a:srgbClr val="FFFFFF"/>
                </a:solidFill>
                <a:latin typeface="+mj-lt"/>
                <a:ea typeface="+mj-ea"/>
                <a:cs typeface="+mj-cs"/>
              </a:rPr>
              <a:t>Benefits of Association Rule Mining</a:t>
            </a:r>
          </a:p>
        </p:txBody>
      </p:sp>
      <p:sp>
        <p:nvSpPr>
          <p:cNvPr id="4" name="Rectangle 1">
            <a:extLst>
              <a:ext uri="{FF2B5EF4-FFF2-40B4-BE49-F238E27FC236}">
                <a16:creationId xmlns:a16="http://schemas.microsoft.com/office/drawing/2014/main" id="{B6949667-C343-1C6B-8289-46E10097B850}"/>
              </a:ext>
            </a:extLst>
          </p:cNvPr>
          <p:cNvSpPr>
            <a:spLocks noGrp="1" noChangeArrowheads="1"/>
          </p:cNvSpPr>
          <p:nvPr>
            <p:ph type="subTitle" idx="1"/>
          </p:nvPr>
        </p:nvSpPr>
        <p:spPr bwMode="auto">
          <a:xfrm>
            <a:off x="1371599" y="2318197"/>
            <a:ext cx="9724031" cy="36833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algn="l" fontAlgn="base">
              <a:spcBef>
                <a:spcPct val="0"/>
              </a:spcBef>
              <a:spcAft>
                <a:spcPts val="600"/>
              </a:spcAft>
              <a:buSzTx/>
              <a:buFont typeface="Arial" panose="020B0604020202020204" pitchFamily="34" charset="0"/>
              <a:buChar char="•"/>
              <a:tabLst/>
            </a:pPr>
            <a:r>
              <a:rPr kumimoji="0" lang="en-US" altLang="en-KE" sz="1700" b="1" i="0" u="none" strike="noStrike" cap="none" normalizeH="0" baseline="0">
                <a:ln>
                  <a:noFill/>
                </a:ln>
                <a:effectLst/>
              </a:rPr>
              <a:t>Pattern Discovery:</a:t>
            </a:r>
            <a:r>
              <a:rPr kumimoji="0" lang="en-US" altLang="en-KE" sz="1700" b="0" i="0" u="none" strike="noStrike" cap="none" normalizeH="0" baseline="0">
                <a:ln>
                  <a:noFill/>
                </a:ln>
                <a:effectLst/>
              </a:rPr>
              <a:t> ARM uncovers hidden relationships between items that are not immediately obvious in large datasets. E.g. Market basket analysis (purchase of milk and bread) </a:t>
            </a:r>
          </a:p>
          <a:p>
            <a:pPr marL="0" marR="0" lvl="0" indent="-228600" algn="l" fontAlgn="base">
              <a:spcBef>
                <a:spcPct val="0"/>
              </a:spcBef>
              <a:spcAft>
                <a:spcPts val="600"/>
              </a:spcAft>
              <a:buSzTx/>
              <a:buFont typeface="Arial" panose="020B0604020202020204" pitchFamily="34" charset="0"/>
              <a:buChar char="•"/>
              <a:tabLst/>
            </a:pPr>
            <a:r>
              <a:rPr kumimoji="0" lang="en-US" altLang="en-KE" sz="1700" b="1" i="0" u="none" strike="noStrike" cap="none" normalizeH="0" baseline="0">
                <a:ln>
                  <a:noFill/>
                </a:ln>
                <a:effectLst/>
              </a:rPr>
              <a:t>Improved Decision-Making:</a:t>
            </a:r>
            <a:r>
              <a:rPr kumimoji="0" lang="en-US" altLang="en-KE" sz="1700" b="0" i="0" u="none" strike="noStrike" cap="none" normalizeH="0" baseline="0">
                <a:ln>
                  <a:noFill/>
                </a:ln>
                <a:effectLst/>
              </a:rPr>
              <a:t> It provides data-driven insights that help organizations make informed strategic and operational decisions. E.g. arrangements in supermarkets etc</a:t>
            </a:r>
          </a:p>
          <a:p>
            <a:pPr marL="0" marR="0" lvl="0" indent="-228600" algn="l" fontAlgn="base">
              <a:spcBef>
                <a:spcPct val="0"/>
              </a:spcBef>
              <a:spcAft>
                <a:spcPts val="600"/>
              </a:spcAft>
              <a:buSzTx/>
              <a:buFont typeface="Arial" panose="020B0604020202020204" pitchFamily="34" charset="0"/>
              <a:buChar char="•"/>
              <a:tabLst/>
            </a:pPr>
            <a:r>
              <a:rPr kumimoji="0" lang="en-US" altLang="en-KE" sz="1700" b="1" i="0" u="none" strike="noStrike" cap="none" normalizeH="0" baseline="0">
                <a:ln>
                  <a:noFill/>
                </a:ln>
                <a:effectLst/>
              </a:rPr>
              <a:t>Personalization:</a:t>
            </a:r>
            <a:r>
              <a:rPr kumimoji="0" lang="en-US" altLang="en-KE" sz="1700" b="0" i="0" u="none" strike="noStrike" cap="none" normalizeH="0" baseline="0">
                <a:ln>
                  <a:noFill/>
                </a:ln>
                <a:effectLst/>
              </a:rPr>
              <a:t> ARM enables recommendation systems that suggest relevant products or services based on user behavior. </a:t>
            </a:r>
            <a:r>
              <a:rPr lang="en-US" altLang="en-KE" sz="1700" cap="none"/>
              <a:t>E.g. In e-commerce websites to drive user experience and profits.</a:t>
            </a:r>
            <a:endParaRPr kumimoji="0" lang="en-US" altLang="en-KE" sz="1700" b="0" i="0" u="none" strike="noStrike" cap="none" normalizeH="0" baseline="0">
              <a:ln>
                <a:noFill/>
              </a:ln>
              <a:effectLst/>
            </a:endParaRPr>
          </a:p>
          <a:p>
            <a:pPr marL="0" marR="0" lvl="0" indent="-228600" algn="l" fontAlgn="base">
              <a:spcBef>
                <a:spcPct val="0"/>
              </a:spcBef>
              <a:spcAft>
                <a:spcPts val="600"/>
              </a:spcAft>
              <a:buSzTx/>
              <a:buFont typeface="Arial" panose="020B0604020202020204" pitchFamily="34" charset="0"/>
              <a:buChar char="•"/>
              <a:tabLst/>
            </a:pPr>
            <a:r>
              <a:rPr kumimoji="0" lang="en-US" altLang="en-KE" sz="1700" b="1" i="0" u="none" strike="noStrike" cap="none" normalizeH="0" baseline="0">
                <a:ln>
                  <a:noFill/>
                </a:ln>
                <a:effectLst/>
              </a:rPr>
              <a:t>Cross-Selling Opportunities:</a:t>
            </a:r>
            <a:r>
              <a:rPr kumimoji="0" lang="en-US" altLang="en-KE" sz="1700" b="0" i="0" u="none" strike="noStrike" cap="none" normalizeH="0" baseline="0">
                <a:ln>
                  <a:noFill/>
                </a:ln>
                <a:effectLst/>
              </a:rPr>
              <a:t> Businesses can bundle related products together to increase sales and revenue. </a:t>
            </a:r>
          </a:p>
          <a:p>
            <a:pPr marL="0" marR="0" lvl="0" indent="-228600" algn="l" fontAlgn="base">
              <a:spcBef>
                <a:spcPct val="0"/>
              </a:spcBef>
              <a:spcAft>
                <a:spcPts val="600"/>
              </a:spcAft>
              <a:buSzTx/>
              <a:buFont typeface="Arial" panose="020B0604020202020204" pitchFamily="34" charset="0"/>
              <a:buChar char="•"/>
              <a:tabLst/>
            </a:pPr>
            <a:r>
              <a:rPr kumimoji="0" lang="en-US" altLang="en-KE" sz="1700" b="1" i="0" u="none" strike="noStrike" cap="none" normalizeH="0" baseline="0">
                <a:ln>
                  <a:noFill/>
                </a:ln>
                <a:effectLst/>
              </a:rPr>
              <a:t>Operational Efficiency:</a:t>
            </a:r>
            <a:r>
              <a:rPr kumimoji="0" lang="en-US" altLang="en-KE" sz="1700" b="0" i="0" u="none" strike="noStrike" cap="none" normalizeH="0" baseline="0">
                <a:ln>
                  <a:noFill/>
                </a:ln>
                <a:effectLst/>
              </a:rPr>
              <a:t> Helps optimize inventory management and product placement by understanding demand patterns. </a:t>
            </a:r>
          </a:p>
          <a:p>
            <a:pPr marL="0" marR="0" lvl="0" indent="-228600" algn="l" fontAlgn="base">
              <a:spcBef>
                <a:spcPct val="0"/>
              </a:spcBef>
              <a:spcAft>
                <a:spcPts val="600"/>
              </a:spcAft>
              <a:buSzTx/>
              <a:buFont typeface="Arial" panose="020B0604020202020204" pitchFamily="34" charset="0"/>
              <a:buChar char="•"/>
              <a:tabLst/>
            </a:pPr>
            <a:r>
              <a:rPr kumimoji="0" lang="en-US" altLang="en-KE" sz="1700" b="1" i="0" u="none" strike="noStrike" cap="none" normalizeH="0" baseline="0">
                <a:ln>
                  <a:noFill/>
                </a:ln>
                <a:effectLst/>
              </a:rPr>
              <a:t>Scalability:</a:t>
            </a:r>
            <a:r>
              <a:rPr kumimoji="0" lang="en-US" altLang="en-KE" sz="1700" b="0" i="0" u="none" strike="noStrike" cap="none" normalizeH="0" baseline="0">
                <a:ln>
                  <a:noFill/>
                </a:ln>
                <a:effectLst/>
              </a:rPr>
              <a:t> ARM techniques can handle large volumes of transactional data efficiently. </a:t>
            </a:r>
          </a:p>
        </p:txBody>
      </p:sp>
    </p:spTree>
    <p:extLst>
      <p:ext uri="{BB962C8B-B14F-4D97-AF65-F5344CB8AC3E}">
        <p14:creationId xmlns:p14="http://schemas.microsoft.com/office/powerpoint/2010/main" val="2305157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CD3B0B-C463-2D70-B4D0-CA3E8C2BD058}"/>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9B1268-5A1C-B7A0-FD53-B5FDA4A2986F}"/>
              </a:ext>
            </a:extLst>
          </p:cNvPr>
          <p:cNvSpPr>
            <a:spLocks noGrp="1"/>
          </p:cNvSpPr>
          <p:nvPr>
            <p:ph type="ctrTitle"/>
          </p:nvPr>
        </p:nvSpPr>
        <p:spPr>
          <a:xfrm>
            <a:off x="1136397" y="502021"/>
            <a:ext cx="9688296" cy="1642969"/>
          </a:xfrm>
        </p:spPr>
        <p:txBody>
          <a:bodyPr vert="horz" lIns="91440" tIns="45720" rIns="91440" bIns="45720" rtlCol="0" anchor="b">
            <a:normAutofit/>
          </a:bodyPr>
          <a:lstStyle/>
          <a:p>
            <a:pPr algn="l"/>
            <a:r>
              <a:rPr lang="en-US" sz="4000" b="1" kern="1200">
                <a:solidFill>
                  <a:schemeClr val="tx1"/>
                </a:solidFill>
                <a:latin typeface="+mj-lt"/>
                <a:ea typeface="+mj-ea"/>
                <a:cs typeface="+mj-cs"/>
              </a:rPr>
              <a:t>Challenges of Association Rule Mining</a:t>
            </a:r>
          </a:p>
        </p:txBody>
      </p:sp>
      <p:sp>
        <p:nvSpPr>
          <p:cNvPr id="7" name="Rectangle 3">
            <a:extLst>
              <a:ext uri="{FF2B5EF4-FFF2-40B4-BE49-F238E27FC236}">
                <a16:creationId xmlns:a16="http://schemas.microsoft.com/office/drawing/2014/main" id="{70685264-FBB3-EB77-3652-C04E5123A0ED}"/>
              </a:ext>
            </a:extLst>
          </p:cNvPr>
          <p:cNvSpPr>
            <a:spLocks noGrp="1" noChangeArrowheads="1"/>
          </p:cNvSpPr>
          <p:nvPr>
            <p:ph type="subTitle" idx="1"/>
          </p:nvPr>
        </p:nvSpPr>
        <p:spPr bwMode="auto">
          <a:xfrm>
            <a:off x="1136397" y="2418409"/>
            <a:ext cx="9688296" cy="34543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Rule Explosion:</a:t>
            </a:r>
            <a:r>
              <a:rPr kumimoji="0" lang="en-US" altLang="en-KE" sz="2000" b="0" i="0" u="none" strike="noStrike" cap="none" normalizeH="0" baseline="0">
                <a:ln>
                  <a:noFill/>
                </a:ln>
                <a:effectLst/>
              </a:rPr>
              <a:t> ARM can generate too many rules, making it difficult to identify the most useful ones. </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Computational Complexity:</a:t>
            </a:r>
            <a:r>
              <a:rPr kumimoji="0" lang="en-US" altLang="en-KE" sz="2000" b="0" i="0" u="none" strike="noStrike" cap="none" normalizeH="0" baseline="0">
                <a:ln>
                  <a:noFill/>
                </a:ln>
                <a:effectLst/>
              </a:rPr>
              <a:t> Processing large datasets with many item combinations can be time-consuming and resource-intensive. </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Data Quality Issues:</a:t>
            </a:r>
            <a:r>
              <a:rPr kumimoji="0" lang="en-US" altLang="en-KE" sz="2000" b="0" i="0" u="none" strike="noStrike" cap="none" normalizeH="0" baseline="0">
                <a:ln>
                  <a:noFill/>
                </a:ln>
                <a:effectLst/>
              </a:rPr>
              <a:t> Poor or inconsistent data can lead to inaccurate or misleading association rules. </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Spurious Relationships:</a:t>
            </a:r>
            <a:r>
              <a:rPr kumimoji="0" lang="en-US" altLang="en-KE" sz="2000" b="0" i="0" u="none" strike="noStrike" cap="none" normalizeH="0" baseline="0">
                <a:ln>
                  <a:noFill/>
                </a:ln>
                <a:effectLst/>
              </a:rPr>
              <a:t> Some discovered patterns may be coincidental rather than meaningful. </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Threshold Selection:</a:t>
            </a:r>
            <a:r>
              <a:rPr kumimoji="0" lang="en-US" altLang="en-KE" sz="2000" b="0" i="0" u="none" strike="noStrike" cap="none" normalizeH="0" baseline="0">
                <a:ln>
                  <a:noFill/>
                </a:ln>
                <a:effectLst/>
              </a:rPr>
              <a:t> Choosing appropriate support and confidence values is challenging and affects results significantly. </a:t>
            </a:r>
          </a:p>
        </p:txBody>
      </p:sp>
      <p:sp>
        <p:nvSpPr>
          <p:cNvPr id="19" name="Rectangle 1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5217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4FC79F-437E-50C9-759D-004100073061}"/>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09E55A-3F6C-B085-7F1D-DCFD6A8D08E8}"/>
              </a:ext>
            </a:extLst>
          </p:cNvPr>
          <p:cNvSpPr>
            <a:spLocks noGrp="1"/>
          </p:cNvSpPr>
          <p:nvPr>
            <p:ph type="ctrTitle"/>
          </p:nvPr>
        </p:nvSpPr>
        <p:spPr>
          <a:xfrm>
            <a:off x="1136397" y="502021"/>
            <a:ext cx="9688296" cy="1642969"/>
          </a:xfrm>
        </p:spPr>
        <p:txBody>
          <a:bodyPr vert="horz" lIns="91440" tIns="45720" rIns="91440" bIns="45720" rtlCol="0" anchor="b">
            <a:normAutofit/>
          </a:bodyPr>
          <a:lstStyle/>
          <a:p>
            <a:pPr algn="l"/>
            <a:r>
              <a:rPr lang="en-US" sz="4000" b="1" kern="1200">
                <a:solidFill>
                  <a:schemeClr val="tx1"/>
                </a:solidFill>
                <a:latin typeface="+mj-lt"/>
                <a:ea typeface="+mj-ea"/>
                <a:cs typeface="+mj-cs"/>
              </a:rPr>
              <a:t>Ethical and Practical Considerations</a:t>
            </a:r>
          </a:p>
        </p:txBody>
      </p:sp>
      <p:sp>
        <p:nvSpPr>
          <p:cNvPr id="4" name="Rectangle 1">
            <a:extLst>
              <a:ext uri="{FF2B5EF4-FFF2-40B4-BE49-F238E27FC236}">
                <a16:creationId xmlns:a16="http://schemas.microsoft.com/office/drawing/2014/main" id="{218BAD01-21E2-D592-0377-4F17B9F961BE}"/>
              </a:ext>
            </a:extLst>
          </p:cNvPr>
          <p:cNvSpPr>
            <a:spLocks noGrp="1" noChangeArrowheads="1"/>
          </p:cNvSpPr>
          <p:nvPr>
            <p:ph type="subTitle" idx="1"/>
          </p:nvPr>
        </p:nvSpPr>
        <p:spPr bwMode="auto">
          <a:xfrm>
            <a:off x="1136397" y="2418409"/>
            <a:ext cx="9688296" cy="34543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Data Privacy</a:t>
            </a:r>
            <a:r>
              <a:rPr kumimoji="0" lang="en-US" altLang="en-KE" sz="2000" b="0" i="0" u="none" strike="noStrike" cap="none" normalizeH="0" baseline="0">
                <a:ln>
                  <a:noFill/>
                </a:ln>
                <a:effectLst/>
              </a:rPr>
              <a:t>: ARM must ensure that sensitive personal data is protected and used in compliance with regulations.</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Bias and Fairness</a:t>
            </a:r>
            <a:r>
              <a:rPr kumimoji="0" lang="en-US" altLang="en-KE" sz="2000" b="0" i="0" u="none" strike="noStrike" cap="none" normalizeH="0" baseline="0">
                <a:ln>
                  <a:noFill/>
                </a:ln>
                <a:effectLst/>
              </a:rPr>
              <a:t>: Biased data can lead to unfair or discriminatory patterns and decisions.</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Transparency</a:t>
            </a:r>
            <a:r>
              <a:rPr kumimoji="0" lang="en-US" altLang="en-KE" sz="2000" b="0" i="0" u="none" strike="noStrike" cap="none" normalizeH="0" baseline="0">
                <a:ln>
                  <a:noFill/>
                </a:ln>
                <a:effectLst/>
              </a:rPr>
              <a:t>: The generated rules should be interpretable and understandable to stakeholders.</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Data Security</a:t>
            </a:r>
            <a:r>
              <a:rPr kumimoji="0" lang="en-US" altLang="en-KE" sz="2000" b="0" i="0" u="none" strike="noStrike" cap="none" normalizeH="0" baseline="0">
                <a:ln>
                  <a:noFill/>
                </a:ln>
                <a:effectLst/>
              </a:rPr>
              <a:t>: Proper safeguards are required to prevent unauthorized access to datasets.</a:t>
            </a:r>
          </a:p>
          <a:p>
            <a:pPr marL="0" marR="0" lvl="0" indent="-228600" algn="l" fontAlgn="base">
              <a:spcBef>
                <a:spcPct val="0"/>
              </a:spcBef>
              <a:spcAft>
                <a:spcPts val="600"/>
              </a:spcAft>
              <a:buSzTx/>
              <a:buFont typeface="Arial" panose="020B0604020202020204" pitchFamily="34" charset="0"/>
              <a:buChar char="•"/>
              <a:tabLst/>
            </a:pPr>
            <a:r>
              <a:rPr kumimoji="0" lang="en-US" altLang="en-KE" sz="2000" b="1" i="0" u="none" strike="noStrike" cap="none" normalizeH="0" baseline="0">
                <a:ln>
                  <a:noFill/>
                </a:ln>
                <a:effectLst/>
              </a:rPr>
              <a:t>Responsible Use</a:t>
            </a:r>
            <a:r>
              <a:rPr kumimoji="0" lang="en-US" altLang="en-KE" sz="2000" b="0" i="0" u="none" strike="noStrike" cap="none" normalizeH="0" baseline="0">
                <a:ln>
                  <a:noFill/>
                </a:ln>
                <a:effectLst/>
              </a:rPr>
              <a:t>: Insights from ARM should be applied ethically, avoiding manipulation or exploitation of users.</a:t>
            </a:r>
          </a:p>
        </p:txBody>
      </p:sp>
      <p:sp>
        <p:nvSpPr>
          <p:cNvPr id="28" name="Rectangle 27">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1295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172674-471D-82C6-A9EB-58346DA56110}"/>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94453CB-90E4-A51B-F827-8C4451DA0A9E}"/>
              </a:ext>
            </a:extLst>
          </p:cNvPr>
          <p:cNvSpPr>
            <a:spLocks noGrp="1"/>
          </p:cNvSpPr>
          <p:nvPr>
            <p:ph type="title"/>
          </p:nvPr>
        </p:nvSpPr>
        <p:spPr>
          <a:xfrm>
            <a:off x="1136397" y="502020"/>
            <a:ext cx="5323715" cy="1642970"/>
          </a:xfrm>
        </p:spPr>
        <p:txBody>
          <a:bodyPr anchor="b">
            <a:normAutofit/>
          </a:bodyPr>
          <a:lstStyle/>
          <a:p>
            <a:r>
              <a:rPr lang="en-US" sz="4000" b="1">
                <a:latin typeface="Arial" panose="020B0604020202020204" pitchFamily="34" charset="0"/>
                <a:cs typeface="Arial" panose="020B0604020202020204" pitchFamily="34" charset="0"/>
              </a:rPr>
              <a:t>Apriori Algorithm</a:t>
            </a:r>
            <a:endParaRPr lang="en-KE" sz="4000" b="1">
              <a:latin typeface="Arial" panose="020B0604020202020204" pitchFamily="34" charset="0"/>
              <a:cs typeface="Arial" panose="020B0604020202020204" pitchFamily="34" charset="0"/>
            </a:endParaRPr>
          </a:p>
        </p:txBody>
      </p:sp>
      <p:sp>
        <p:nvSpPr>
          <p:cNvPr id="52" name="Content Placeholder 4">
            <a:extLst>
              <a:ext uri="{FF2B5EF4-FFF2-40B4-BE49-F238E27FC236}">
                <a16:creationId xmlns:a16="http://schemas.microsoft.com/office/drawing/2014/main" id="{65BE8038-F5C8-2EF1-B6D8-25AA820CEB0C}"/>
              </a:ext>
            </a:extLst>
          </p:cNvPr>
          <p:cNvSpPr>
            <a:spLocks noGrp="1"/>
          </p:cNvSpPr>
          <p:nvPr>
            <p:ph idx="1"/>
          </p:nvPr>
        </p:nvSpPr>
        <p:spPr>
          <a:xfrm>
            <a:off x="1144923" y="2405894"/>
            <a:ext cx="5315189" cy="3535083"/>
          </a:xfrm>
        </p:spPr>
        <p:txBody>
          <a:bodyPr anchor="t">
            <a:normAutofit/>
          </a:bodyPr>
          <a:lstStyle/>
          <a:p>
            <a:r>
              <a:rPr lang="en-US" sz="2000">
                <a:latin typeface="Arial" panose="020B0604020202020204" pitchFamily="34" charset="0"/>
                <a:cs typeface="Arial" panose="020B0604020202020204" pitchFamily="34" charset="0"/>
              </a:rPr>
              <a:t>One of the earliest and most popular methods for Association Rule Mining (ARM).</a:t>
            </a:r>
          </a:p>
          <a:p>
            <a:r>
              <a:rPr lang="en-US" sz="2000">
                <a:latin typeface="Arial" panose="020B0604020202020204" pitchFamily="34" charset="0"/>
                <a:cs typeface="Arial" panose="020B0604020202020204" pitchFamily="34" charset="0"/>
              </a:rPr>
              <a:t>Follows a systematic process that involves the following key steps.</a:t>
            </a:r>
          </a:p>
        </p:txBody>
      </p:sp>
      <p:sp>
        <p:nvSpPr>
          <p:cNvPr id="53" name="Rectangle 5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9AC21817-A3DD-FC0B-E52E-D9CFBFC072EF}"/>
              </a:ext>
            </a:extLst>
          </p:cNvPr>
          <p:cNvGraphicFramePr>
            <a:graphicFrameLocks noGrp="1"/>
          </p:cNvGraphicFramePr>
          <p:nvPr>
            <p:extLst>
              <p:ext uri="{D42A27DB-BD31-4B8C-83A1-F6EECF244321}">
                <p14:modId xmlns:p14="http://schemas.microsoft.com/office/powerpoint/2010/main" val="1660573881"/>
              </p:ext>
            </p:extLst>
          </p:nvPr>
        </p:nvGraphicFramePr>
        <p:xfrm>
          <a:off x="6460112" y="502013"/>
          <a:ext cx="5451802" cy="5762863"/>
        </p:xfrm>
        <a:graphic>
          <a:graphicData uri="http://schemas.openxmlformats.org/drawingml/2006/table">
            <a:tbl>
              <a:tblPr firstRow="1" bandRow="1">
                <a:tableStyleId>{5C22544A-7EE6-4342-B048-85BDC9FD1C3A}</a:tableStyleId>
              </a:tblPr>
              <a:tblGrid>
                <a:gridCol w="5451802">
                  <a:extLst>
                    <a:ext uri="{9D8B030D-6E8A-4147-A177-3AD203B41FA5}">
                      <a16:colId xmlns:a16="http://schemas.microsoft.com/office/drawing/2014/main" val="2011152930"/>
                    </a:ext>
                  </a:extLst>
                </a:gridCol>
              </a:tblGrid>
              <a:tr h="372356">
                <a:tc>
                  <a:txBody>
                    <a:bodyPr/>
                    <a:lstStyle/>
                    <a:p>
                      <a:r>
                        <a:rPr lang="en-US" sz="1100" dirty="0">
                          <a:latin typeface="Arial" panose="020B0604020202020204" pitchFamily="34" charset="0"/>
                          <a:cs typeface="Arial" panose="020B0604020202020204" pitchFamily="34" charset="0"/>
                        </a:rPr>
                        <a:t>Steps of </a:t>
                      </a:r>
                      <a:r>
                        <a:rPr lang="en-US" sz="1100" dirty="0" err="1">
                          <a:latin typeface="Arial" panose="020B0604020202020204" pitchFamily="34" charset="0"/>
                          <a:cs typeface="Arial" panose="020B0604020202020204" pitchFamily="34" charset="0"/>
                        </a:rPr>
                        <a:t>Apriori</a:t>
                      </a:r>
                      <a:r>
                        <a:rPr lang="en-US" sz="1100" dirty="0">
                          <a:latin typeface="Arial" panose="020B0604020202020204" pitchFamily="34" charset="0"/>
                          <a:cs typeface="Arial" panose="020B0604020202020204" pitchFamily="34" charset="0"/>
                        </a:rPr>
                        <a:t> Algorithm</a:t>
                      </a:r>
                      <a:endParaRPr lang="en-KE" sz="1100" dirty="0">
                        <a:latin typeface="Arial" panose="020B0604020202020204" pitchFamily="34" charset="0"/>
                        <a:cs typeface="Arial" panose="020B0604020202020204" pitchFamily="34" charset="0"/>
                      </a:endParaRPr>
                    </a:p>
                  </a:txBody>
                  <a:tcPr marL="64029" marR="64029" marT="32014" marB="32014" anchor="ctr"/>
                </a:tc>
                <a:extLst>
                  <a:ext uri="{0D108BD9-81ED-4DB2-BD59-A6C34878D82A}">
                    <a16:rowId xmlns:a16="http://schemas.microsoft.com/office/drawing/2014/main" val="3124285547"/>
                  </a:ext>
                </a:extLst>
              </a:tr>
              <a:tr h="1060783">
                <a:tc>
                  <a:txBody>
                    <a:bodyPr/>
                    <a:lstStyle/>
                    <a:p>
                      <a:pPr marL="342900" indent="-342900">
                        <a:buFont typeface="+mj-lt"/>
                        <a:buAutoNum type="arabicPeriod"/>
                      </a:pPr>
                      <a:r>
                        <a:rPr lang="en-US" sz="1100" b="1">
                          <a:latin typeface="Arial" panose="020B0604020202020204" pitchFamily="34" charset="0"/>
                          <a:cs typeface="Arial" panose="020B0604020202020204" pitchFamily="34" charset="0"/>
                        </a:rPr>
                        <a:t>Identifying Frequent Item-Sets</a:t>
                      </a:r>
                    </a:p>
                    <a:p>
                      <a:pPr marL="742950" lvl="1" indent="-285750">
                        <a:buFont typeface="Arial" panose="020B0604020202020204" pitchFamily="34" charset="0"/>
                        <a:buChar char="•"/>
                      </a:pPr>
                      <a:r>
                        <a:rPr lang="en-US" sz="1100">
                          <a:latin typeface="Arial" panose="020B0604020202020204" pitchFamily="34" charset="0"/>
                          <a:cs typeface="Arial" panose="020B0604020202020204" pitchFamily="34" charset="0"/>
                        </a:rPr>
                        <a:t>starts by looking through all the data to count how many times each single item appears (1 Item-sets)</a:t>
                      </a:r>
                    </a:p>
                    <a:p>
                      <a:pPr marL="742950" lvl="1" indent="-285750">
                        <a:buFont typeface="Arial" panose="020B0604020202020204" pitchFamily="34" charset="0"/>
                        <a:buChar char="•"/>
                      </a:pPr>
                      <a:r>
                        <a:rPr lang="en-US" sz="1100">
                          <a:latin typeface="Arial" panose="020B0604020202020204" pitchFamily="34" charset="0"/>
                          <a:cs typeface="Arial" panose="020B0604020202020204" pitchFamily="34" charset="0"/>
                        </a:rPr>
                        <a:t>Uses minimum support to filter the frequent item-set</a:t>
                      </a:r>
                      <a:endParaRPr lang="en-KE" sz="1100">
                        <a:latin typeface="Arial" panose="020B0604020202020204" pitchFamily="34" charset="0"/>
                        <a:cs typeface="Arial" panose="020B0604020202020204" pitchFamily="34" charset="0"/>
                      </a:endParaRPr>
                    </a:p>
                  </a:txBody>
                  <a:tcPr marL="64029" marR="64029" marT="32014" marB="32014" anchor="ctr"/>
                </a:tc>
                <a:extLst>
                  <a:ext uri="{0D108BD9-81ED-4DB2-BD59-A6C34878D82A}">
                    <a16:rowId xmlns:a16="http://schemas.microsoft.com/office/drawing/2014/main" val="1492569261"/>
                  </a:ext>
                </a:extLst>
              </a:tr>
              <a:tr h="1519733">
                <a:tc>
                  <a:txBody>
                    <a:bodyPr/>
                    <a:lstStyle/>
                    <a:p>
                      <a:pPr marL="342900" indent="-342900">
                        <a:buFont typeface="+mj-lt"/>
                        <a:buAutoNum type="arabicPeriod" startAt="2"/>
                      </a:pPr>
                      <a:r>
                        <a:rPr lang="en-US" sz="1100" b="1">
                          <a:latin typeface="Arial" panose="020B0604020202020204" pitchFamily="34" charset="0"/>
                          <a:cs typeface="Arial" panose="020B0604020202020204" pitchFamily="34" charset="0"/>
                        </a:rPr>
                        <a:t>Creating Possible Item Group</a:t>
                      </a:r>
                    </a:p>
                    <a:p>
                      <a:pPr marL="742950" lvl="1" indent="-285750">
                        <a:buFont typeface="Arial" panose="020B0604020202020204" pitchFamily="34" charset="0"/>
                        <a:buChar char="•"/>
                      </a:pPr>
                      <a:r>
                        <a:rPr lang="en-US" sz="1100">
                          <a:latin typeface="Arial" panose="020B0604020202020204" pitchFamily="34" charset="0"/>
                          <a:cs typeface="Arial" panose="020B0604020202020204" pitchFamily="34" charset="0"/>
                        </a:rPr>
                        <a:t>After finding the single items that appear often enough (frequent 1-item groups) the algorithm combines them to create pairs of items (2-item groups). Then it checks which pairs are frequent by seeing if they appear enough times in the data</a:t>
                      </a:r>
                      <a:endParaRPr lang="en-KE" sz="1100">
                        <a:latin typeface="Arial" panose="020B0604020202020204" pitchFamily="34" charset="0"/>
                        <a:cs typeface="Arial" panose="020B0604020202020204" pitchFamily="34" charset="0"/>
                      </a:endParaRPr>
                    </a:p>
                  </a:txBody>
                  <a:tcPr marL="64029" marR="64029" marT="32014" marB="32014" anchor="ctr"/>
                </a:tc>
                <a:extLst>
                  <a:ext uri="{0D108BD9-81ED-4DB2-BD59-A6C34878D82A}">
                    <a16:rowId xmlns:a16="http://schemas.microsoft.com/office/drawing/2014/main" val="801892111"/>
                  </a:ext>
                </a:extLst>
              </a:tr>
              <a:tr h="1749208">
                <a:tc>
                  <a:txBody>
                    <a:bodyPr/>
                    <a:lstStyle/>
                    <a:p>
                      <a:pPr marL="342900" indent="-342900">
                        <a:buFont typeface="+mj-lt"/>
                        <a:buAutoNum type="arabicPeriod" startAt="3"/>
                      </a:pPr>
                      <a:r>
                        <a:rPr lang="en-US" sz="1100" b="1">
                          <a:latin typeface="Arial" panose="020B0604020202020204" pitchFamily="34" charset="0"/>
                          <a:cs typeface="Arial" panose="020B0604020202020204" pitchFamily="34" charset="0"/>
                        </a:rPr>
                        <a:t>Removing Infrequent Item Groups</a:t>
                      </a:r>
                    </a:p>
                    <a:p>
                      <a:pPr marL="742950" lvl="1" indent="-285750">
                        <a:buFont typeface="Arial" panose="020B0604020202020204" pitchFamily="34" charset="0"/>
                        <a:buChar char="•"/>
                      </a:pPr>
                      <a:r>
                        <a:rPr lang="en-US" sz="1100">
                          <a:latin typeface="Arial" panose="020B0604020202020204" pitchFamily="34" charset="0"/>
                          <a:cs typeface="Arial" panose="020B0604020202020204" pitchFamily="34" charset="0"/>
                        </a:rPr>
                        <a:t>If a group of items does not appear often enough then any larger group that includes these items will also not appear often. Because of this the algorithm does not check those larger groups. This way it avoids wasting time looking at groups that won’t be important make the whole process faster.</a:t>
                      </a:r>
                      <a:endParaRPr lang="en-KE" sz="1100">
                        <a:latin typeface="Arial" panose="020B0604020202020204" pitchFamily="34" charset="0"/>
                        <a:cs typeface="Arial" panose="020B0604020202020204" pitchFamily="34" charset="0"/>
                      </a:endParaRPr>
                    </a:p>
                  </a:txBody>
                  <a:tcPr marL="64029" marR="64029" marT="32014" marB="32014" anchor="ctr"/>
                </a:tc>
                <a:extLst>
                  <a:ext uri="{0D108BD9-81ED-4DB2-BD59-A6C34878D82A}">
                    <a16:rowId xmlns:a16="http://schemas.microsoft.com/office/drawing/2014/main" val="2372456876"/>
                  </a:ext>
                </a:extLst>
              </a:tr>
              <a:tr h="1060783">
                <a:tc>
                  <a:txBody>
                    <a:bodyPr/>
                    <a:lstStyle/>
                    <a:p>
                      <a:pPr marL="342900" indent="-342900">
                        <a:buFont typeface="+mj-lt"/>
                        <a:buAutoNum type="arabicPeriod" startAt="4"/>
                      </a:pPr>
                      <a:r>
                        <a:rPr lang="en-US" sz="1100" b="1" dirty="0">
                          <a:latin typeface="Arial" panose="020B0604020202020204" pitchFamily="34" charset="0"/>
                          <a:cs typeface="Arial" panose="020B0604020202020204" pitchFamily="34" charset="0"/>
                        </a:rPr>
                        <a:t>Generating Association Rules</a:t>
                      </a:r>
                    </a:p>
                    <a:p>
                      <a:pPr marL="742950" lvl="1"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Rules are then made to show how items are related.</a:t>
                      </a:r>
                    </a:p>
                    <a:p>
                      <a:pPr marL="742950" lvl="1"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The rules are checked using support, confidence and lift to find the strongest ones</a:t>
                      </a:r>
                      <a:endParaRPr lang="en-KE" sz="1100" dirty="0">
                        <a:latin typeface="Arial" panose="020B0604020202020204" pitchFamily="34" charset="0"/>
                        <a:cs typeface="Arial" panose="020B0604020202020204" pitchFamily="34" charset="0"/>
                      </a:endParaRPr>
                    </a:p>
                  </a:txBody>
                  <a:tcPr marL="64029" marR="64029" marT="32014" marB="32014" anchor="ctr"/>
                </a:tc>
                <a:extLst>
                  <a:ext uri="{0D108BD9-81ED-4DB2-BD59-A6C34878D82A}">
                    <a16:rowId xmlns:a16="http://schemas.microsoft.com/office/drawing/2014/main" val="2555700705"/>
                  </a:ext>
                </a:extLst>
              </a:tr>
            </a:tbl>
          </a:graphicData>
        </a:graphic>
      </p:graphicFrame>
    </p:spTree>
    <p:extLst>
      <p:ext uri="{BB962C8B-B14F-4D97-AF65-F5344CB8AC3E}">
        <p14:creationId xmlns:p14="http://schemas.microsoft.com/office/powerpoint/2010/main" val="336287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5F1149-EE92-57D4-5ACB-DE93F8F5708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CCF4D7F-DD73-1A9D-E939-79BD3D0DFB19}"/>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latin typeface="Arial" panose="020B0604020202020204" pitchFamily="34" charset="0"/>
                <a:cs typeface="Arial" panose="020B0604020202020204" pitchFamily="34" charset="0"/>
              </a:rPr>
              <a:t>Apriori Algorithm</a:t>
            </a:r>
            <a:endParaRPr lang="en-KE" sz="4000" b="1">
              <a:solidFill>
                <a:srgbClr val="FFFFFF"/>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1D8B4D7-5EA5-0958-09F5-F4993BD52A2B}"/>
                  </a:ext>
                </a:extLst>
              </p:cNvPr>
              <p:cNvSpPr>
                <a:spLocks noGrp="1"/>
              </p:cNvSpPr>
              <p:nvPr>
                <p:ph idx="1"/>
              </p:nvPr>
            </p:nvSpPr>
            <p:spPr>
              <a:xfrm>
                <a:off x="4810259" y="649480"/>
                <a:ext cx="6555347" cy="5546047"/>
              </a:xfrm>
            </p:spPr>
            <p:txBody>
              <a:bodyPr anchor="ctr">
                <a:normAutofit/>
              </a:bodyPr>
              <a:lstStyle/>
              <a:p>
                <a:pPr marL="0" indent="0">
                  <a:buNone/>
                </a:pPr>
                <a:r>
                  <a:rPr lang="en-US" sz="1600" b="1" u="sng" dirty="0">
                    <a:latin typeface="Arial" panose="020B0604020202020204" pitchFamily="34" charset="0"/>
                    <a:cs typeface="Arial" panose="020B0604020202020204" pitchFamily="34" charset="0"/>
                  </a:rPr>
                  <a:t>Support</a:t>
                </a:r>
              </a:p>
              <a:p>
                <a:r>
                  <a:rPr lang="en-US" sz="1600">
                    <a:latin typeface="Arial" panose="020B0604020202020204" pitchFamily="34" charset="0"/>
                    <a:cs typeface="Arial" panose="020B0604020202020204" pitchFamily="34" charset="0"/>
                  </a:rPr>
                  <a:t>Measures how frequently an item appears in the dataset relative to the total number of transactions. A higher support indicates a more significant presence of the Item-Set in the dataset.</a:t>
                </a:r>
              </a:p>
              <a:p>
                <a14:m>
                  <m:oMath xmlns:m="http://schemas.openxmlformats.org/officeDocument/2006/math">
                    <m:r>
                      <a:rPr lang="en-US" sz="1600" b="0" i="1" smtClean="0">
                        <a:latin typeface="Cambria Math" panose="02040503050406030204" pitchFamily="18" charset="0"/>
                        <a:cs typeface="Arial" panose="020B0604020202020204" pitchFamily="34" charset="0"/>
                      </a:rPr>
                      <m:t>𝑆𝑢𝑝𝑝𝑜𝑟𝑡</m:t>
                    </m:r>
                    <m:r>
                      <a:rPr lang="en-US" sz="1600" b="0" i="1" smtClean="0">
                        <a:latin typeface="Cambria Math" panose="02040503050406030204" pitchFamily="18" charset="0"/>
                        <a:cs typeface="Arial" panose="020B0604020202020204" pitchFamily="34" charset="0"/>
                      </a:rPr>
                      <m:t> </m:t>
                    </m:r>
                    <m:d>
                      <m:dPr>
                        <m:ctrlPr>
                          <a:rPr lang="en-US" sz="1600" b="0" i="1" smtClean="0">
                            <a:latin typeface="Cambria Math" panose="02040503050406030204" pitchFamily="18" charset="0"/>
                            <a:cs typeface="Arial" panose="020B0604020202020204" pitchFamily="34" charset="0"/>
                          </a:rPr>
                        </m:ctrlPr>
                      </m:dPr>
                      <m:e>
                        <m:r>
                          <a:rPr lang="en-US" sz="1600" b="0" i="1" smtClean="0">
                            <a:latin typeface="Cambria Math" panose="02040503050406030204" pitchFamily="18" charset="0"/>
                            <a:cs typeface="Arial" panose="020B0604020202020204" pitchFamily="34" charset="0"/>
                          </a:rPr>
                          <m:t>𝐴</m:t>
                        </m:r>
                      </m:e>
                    </m:d>
                    <m:r>
                      <a:rPr lang="en-US" sz="1600" b="0" i="1" smtClean="0">
                        <a:latin typeface="Cambria Math" panose="02040503050406030204" pitchFamily="18" charset="0"/>
                        <a:cs typeface="Arial" panose="020B0604020202020204" pitchFamily="34" charset="0"/>
                      </a:rPr>
                      <m:t>= </m:t>
                    </m:r>
                    <m:f>
                      <m:fPr>
                        <m:ctrlPr>
                          <a:rPr lang="en-US" sz="1600" b="0" i="1" smtClean="0">
                            <a:latin typeface="Cambria Math" panose="02040503050406030204" pitchFamily="18" charset="0"/>
                            <a:cs typeface="Arial" panose="020B0604020202020204" pitchFamily="34" charset="0"/>
                          </a:rPr>
                        </m:ctrlPr>
                      </m:fPr>
                      <m:num>
                        <m:r>
                          <a:rPr lang="en-US" sz="1600" b="0" i="1"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𝑜𝑓</m:t>
                        </m:r>
                        <m:r>
                          <a:rPr lang="en-US" sz="1600" b="0" i="1"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𝑡𝑟𝑎𝑛𝑠𝑎𝑐𝑡𝑖𝑜𝑛𝑠</m:t>
                        </m:r>
                        <m:r>
                          <a:rPr lang="en-US" sz="1600" b="0" i="1"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𝑐𝑜𝑛𝑡𝑎𝑖𝑛𝑖𝑛𝑔</m:t>
                        </m:r>
                        <m:r>
                          <a:rPr lang="en-US" sz="1600" b="0" i="1"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𝐴</m:t>
                        </m:r>
                      </m:num>
                      <m:den>
                        <m:r>
                          <a:rPr lang="en-US" sz="1600" b="0" i="1"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𝑜𝑓</m:t>
                        </m:r>
                        <m:r>
                          <a:rPr lang="en-US" sz="1600" b="0" i="1"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𝑡𝑟𝑎𝑛𝑠𝑎𝑐𝑡𝑖𝑜𝑛𝑠</m:t>
                        </m:r>
                      </m:den>
                    </m:f>
                    <m:r>
                      <a:rPr lang="en-US" sz="1600" b="0" i="1" smtClean="0">
                        <a:latin typeface="Cambria Math" panose="02040503050406030204" pitchFamily="18" charset="0"/>
                        <a:cs typeface="Arial" panose="020B0604020202020204" pitchFamily="34" charset="0"/>
                      </a:rPr>
                      <m:t> </m:t>
                    </m:r>
                  </m:oMath>
                </a14:m>
                <a:endParaRPr lang="en-US" sz="1600" b="0" dirty="0">
                  <a:latin typeface="Arial" panose="020B0604020202020204" pitchFamily="34" charset="0"/>
                  <a:cs typeface="Arial" panose="020B0604020202020204" pitchFamily="34" charset="0"/>
                </a:endParaRPr>
              </a:p>
              <a:p>
                <a:pPr marL="0" indent="0">
                  <a:buNone/>
                </a:pPr>
                <a:r>
                  <a:rPr lang="en-US" sz="1600" b="1" u="sng" dirty="0">
                    <a:latin typeface="Arial" panose="020B0604020202020204" pitchFamily="34" charset="0"/>
                    <a:cs typeface="Arial" panose="020B0604020202020204" pitchFamily="34" charset="0"/>
                  </a:rPr>
                  <a:t>Confidence</a:t>
                </a:r>
              </a:p>
              <a:p>
                <a:r>
                  <a:rPr lang="en-US" sz="1600">
                    <a:latin typeface="Arial" panose="020B0604020202020204" pitchFamily="34" charset="0"/>
                    <a:cs typeface="Arial" panose="020B0604020202020204" pitchFamily="34" charset="0"/>
                  </a:rPr>
                  <a:t>Assesses the likelihood that an item </a:t>
                </a:r>
                <a:r>
                  <a:rPr lang="en-US" sz="1600" i="1" u="sng">
                    <a:latin typeface="Arial" panose="020B0604020202020204" pitchFamily="34" charset="0"/>
                    <a:cs typeface="Arial" panose="020B0604020202020204" pitchFamily="34" charset="0"/>
                  </a:rPr>
                  <a:t>B</a:t>
                </a:r>
                <a:r>
                  <a:rPr lang="en-US" sz="1600">
                    <a:latin typeface="Arial" panose="020B0604020202020204" pitchFamily="34" charset="0"/>
                    <a:cs typeface="Arial" panose="020B0604020202020204" pitchFamily="34" charset="0"/>
                  </a:rPr>
                  <a:t> is purchased when item </a:t>
                </a:r>
                <a:r>
                  <a:rPr lang="en-US" sz="1600" i="1" u="sng">
                    <a:latin typeface="Arial" panose="020B0604020202020204" pitchFamily="34" charset="0"/>
                    <a:cs typeface="Arial" panose="020B0604020202020204" pitchFamily="34" charset="0"/>
                  </a:rPr>
                  <a:t>A</a:t>
                </a:r>
                <a:r>
                  <a:rPr lang="en-US" sz="1600">
                    <a:latin typeface="Arial" panose="020B0604020202020204" pitchFamily="34" charset="0"/>
                    <a:cs typeface="Arial" panose="020B0604020202020204" pitchFamily="34" charset="0"/>
                  </a:rPr>
                  <a:t> is purchased. It provides insight into the strength of the association between two items.</a:t>
                </a:r>
              </a:p>
              <a:p>
                <a14:m>
                  <m:oMath xmlns:m="http://schemas.openxmlformats.org/officeDocument/2006/math">
                    <m:r>
                      <a:rPr lang="en-US" sz="1600" b="0" i="1">
                        <a:latin typeface="Cambria Math" panose="02040503050406030204" pitchFamily="18" charset="0"/>
                        <a:cs typeface="Arial" panose="020B0604020202020204" pitchFamily="34" charset="0"/>
                      </a:rPr>
                      <m:t>𝐶𝑜𝑛𝑓𝑖𝑑𝑒𝑛𝑐𝑒</m:t>
                    </m:r>
                    <m:d>
                      <m:dPr>
                        <m:ctrlPr>
                          <a:rPr lang="en-US" sz="1600" b="0" i="1">
                            <a:latin typeface="Cambria Math" panose="02040503050406030204" pitchFamily="18" charset="0"/>
                            <a:cs typeface="Arial" panose="020B0604020202020204" pitchFamily="34" charset="0"/>
                          </a:rPr>
                        </m:ctrlPr>
                      </m:dPr>
                      <m:e>
                        <m:r>
                          <a:rPr lang="en-US" sz="1600" b="0" i="1">
                            <a:latin typeface="Cambria Math" panose="02040503050406030204" pitchFamily="18" charset="0"/>
                            <a:cs typeface="Arial" panose="020B0604020202020204" pitchFamily="34" charset="0"/>
                          </a:rPr>
                          <m:t>𝐴</m:t>
                        </m:r>
                        <m:r>
                          <a:rPr lang="en-US" sz="1600" b="0" i="1">
                            <a:latin typeface="Cambria Math" panose="02040503050406030204" pitchFamily="18" charset="0"/>
                            <a:ea typeface="Cambria Math" panose="02040503050406030204" pitchFamily="18" charset="0"/>
                            <a:cs typeface="Arial" panose="020B0604020202020204" pitchFamily="34" charset="0"/>
                          </a:rPr>
                          <m:t>→</m:t>
                        </m:r>
                        <m:r>
                          <a:rPr lang="en-US" sz="1600" b="0" i="1">
                            <a:latin typeface="Cambria Math" panose="02040503050406030204" pitchFamily="18" charset="0"/>
                            <a:ea typeface="Cambria Math" panose="02040503050406030204" pitchFamily="18" charset="0"/>
                            <a:cs typeface="Arial" panose="020B0604020202020204" pitchFamily="34" charset="0"/>
                          </a:rPr>
                          <m:t>𝐵</m:t>
                        </m:r>
                      </m:e>
                    </m:d>
                    <m:r>
                      <a:rPr lang="en-US" sz="1600" b="0" i="0">
                        <a:latin typeface="Cambria Math" panose="02040503050406030204" pitchFamily="18" charset="0"/>
                        <a:cs typeface="Arial" panose="020B0604020202020204" pitchFamily="34" charset="0"/>
                      </a:rPr>
                      <m:t>=</m:t>
                    </m:r>
                    <m:f>
                      <m:fPr>
                        <m:ctrlPr>
                          <a:rPr lang="en-US" sz="1600" b="0" i="1">
                            <a:latin typeface="Cambria Math" panose="02040503050406030204" pitchFamily="18" charset="0"/>
                            <a:cs typeface="Arial" panose="020B0604020202020204" pitchFamily="34" charset="0"/>
                          </a:rPr>
                        </m:ctrlPr>
                      </m:fPr>
                      <m:num>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𝑜𝑓</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𝑡𝑟𝑎𝑛𝑠𝑎𝑐𝑡𝑖𝑜𝑛𝑠</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𝑐𝑜𝑛𝑡𝑎𝑖𝑛𝑖𝑛𝑔</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𝐴</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𝑎𝑛𝑑</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𝐵</m:t>
                        </m:r>
                      </m:num>
                      <m:den>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𝑜𝑓</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𝑡𝑟𝑎𝑛𝑠𝑎𝑐𝑡𝑖𝑜𝑛𝑠</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𝑐𝑜𝑛𝑡𝑎𝑖𝑛𝑖𝑛𝑔</m:t>
                        </m:r>
                        <m:r>
                          <a:rPr lang="en-US" sz="1600" b="0" i="1">
                            <a:latin typeface="Cambria Math" panose="02040503050406030204" pitchFamily="18" charset="0"/>
                            <a:cs typeface="Arial" panose="020B0604020202020204" pitchFamily="34" charset="0"/>
                          </a:rPr>
                          <m:t> </m:t>
                        </m:r>
                        <m:r>
                          <a:rPr lang="en-US" sz="1600" b="0" i="1">
                            <a:latin typeface="Cambria Math" panose="02040503050406030204" pitchFamily="18" charset="0"/>
                            <a:cs typeface="Arial" panose="020B0604020202020204" pitchFamily="34" charset="0"/>
                          </a:rPr>
                          <m:t>𝐴</m:t>
                        </m:r>
                      </m:den>
                    </m:f>
                  </m:oMath>
                </a14:m>
                <a:r>
                  <a:rPr lang="en-US" sz="1600">
                    <a:latin typeface="Arial" panose="020B0604020202020204" pitchFamily="34" charset="0"/>
                    <a:cs typeface="Arial" panose="020B0604020202020204" pitchFamily="34" charset="0"/>
                  </a:rPr>
                  <a:t> </a:t>
                </a:r>
              </a:p>
              <a:p>
                <a:pPr marL="0" indent="0">
                  <a:buNone/>
                </a:pPr>
                <a:r>
                  <a:rPr lang="en-US" sz="1600" b="1" u="sng">
                    <a:latin typeface="Arial" panose="020B0604020202020204" pitchFamily="34" charset="0"/>
                    <a:cs typeface="Arial" panose="020B0604020202020204" pitchFamily="34" charset="0"/>
                  </a:rPr>
                  <a:t>Lift</a:t>
                </a:r>
              </a:p>
              <a:p>
                <a:r>
                  <a:rPr lang="en-US" sz="1600">
                    <a:latin typeface="Arial" panose="020B0604020202020204" pitchFamily="34" charset="0"/>
                    <a:cs typeface="Arial" panose="020B0604020202020204" pitchFamily="34" charset="0"/>
                  </a:rPr>
                  <a:t>evaluates how much more likely two items are to be purchased together compared to being purchased independently.</a:t>
                </a:r>
              </a:p>
              <a:p>
                <a:r>
                  <a:rPr lang="en-US" sz="1600">
                    <a:latin typeface="Arial" panose="020B0604020202020204" pitchFamily="34" charset="0"/>
                    <a:cs typeface="Arial" panose="020B0604020202020204" pitchFamily="34" charset="0"/>
                  </a:rPr>
                  <a:t>Shows the strength of a rule (how strong the connection is between items)</a:t>
                </a:r>
              </a:p>
              <a:p>
                <a14:m>
                  <m:oMath xmlns:m="http://schemas.openxmlformats.org/officeDocument/2006/math">
                    <m:r>
                      <a:rPr lang="en-US" sz="1600" b="0" i="1">
                        <a:latin typeface="Cambria Math" panose="02040503050406030204" pitchFamily="18" charset="0"/>
                        <a:cs typeface="Arial" panose="020B0604020202020204" pitchFamily="34" charset="0"/>
                      </a:rPr>
                      <m:t>𝐿𝑖𝑓𝑡</m:t>
                    </m:r>
                    <m:d>
                      <m:dPr>
                        <m:ctrlPr>
                          <a:rPr lang="en-US" sz="1600" b="0" i="1">
                            <a:latin typeface="Cambria Math" panose="02040503050406030204" pitchFamily="18" charset="0"/>
                            <a:cs typeface="Arial" panose="020B0604020202020204" pitchFamily="34" charset="0"/>
                          </a:rPr>
                        </m:ctrlPr>
                      </m:dPr>
                      <m:e>
                        <m:r>
                          <a:rPr lang="en-US" sz="1600" b="0" i="1">
                            <a:latin typeface="Cambria Math" panose="02040503050406030204" pitchFamily="18" charset="0"/>
                            <a:cs typeface="Arial" panose="020B0604020202020204" pitchFamily="34" charset="0"/>
                          </a:rPr>
                          <m:t>𝐴</m:t>
                        </m:r>
                        <m:r>
                          <a:rPr lang="en-US" sz="1600" b="0" i="1">
                            <a:latin typeface="Cambria Math" panose="02040503050406030204" pitchFamily="18" charset="0"/>
                            <a:ea typeface="Cambria Math" panose="02040503050406030204" pitchFamily="18" charset="0"/>
                            <a:cs typeface="Arial" panose="020B0604020202020204" pitchFamily="34" charset="0"/>
                          </a:rPr>
                          <m:t>→</m:t>
                        </m:r>
                        <m:r>
                          <a:rPr lang="en-US" sz="1600" b="0" i="1">
                            <a:latin typeface="Cambria Math" panose="02040503050406030204" pitchFamily="18" charset="0"/>
                            <a:ea typeface="Cambria Math" panose="02040503050406030204" pitchFamily="18" charset="0"/>
                            <a:cs typeface="Arial" panose="020B0604020202020204" pitchFamily="34" charset="0"/>
                          </a:rPr>
                          <m:t>𝐵</m:t>
                        </m:r>
                      </m:e>
                    </m:d>
                    <m:r>
                      <a:rPr lang="en-US" sz="1600" b="0" i="1">
                        <a:latin typeface="Cambria Math" panose="02040503050406030204" pitchFamily="18" charset="0"/>
                        <a:cs typeface="Arial" panose="020B0604020202020204" pitchFamily="34" charset="0"/>
                      </a:rPr>
                      <m:t>=</m:t>
                    </m:r>
                    <m:f>
                      <m:fPr>
                        <m:ctrlPr>
                          <a:rPr lang="en-US" sz="1600" b="0" i="1">
                            <a:latin typeface="Cambria Math" panose="02040503050406030204" pitchFamily="18" charset="0"/>
                            <a:cs typeface="Arial" panose="020B0604020202020204" pitchFamily="34" charset="0"/>
                          </a:rPr>
                        </m:ctrlPr>
                      </m:fPr>
                      <m:num>
                        <m:r>
                          <a:rPr lang="en-US" sz="1600" b="0" i="1">
                            <a:latin typeface="Cambria Math" panose="02040503050406030204" pitchFamily="18" charset="0"/>
                            <a:cs typeface="Arial" panose="020B0604020202020204" pitchFamily="34" charset="0"/>
                          </a:rPr>
                          <m:t>𝐶𝑜𝑛𝑓𝑖𝑑𝑒𝑛𝑐𝑒</m:t>
                        </m:r>
                        <m:r>
                          <a:rPr lang="en-US" sz="1600" b="0" i="1">
                            <a:latin typeface="Cambria Math" panose="02040503050406030204" pitchFamily="18" charset="0"/>
                            <a:cs typeface="Arial" panose="020B0604020202020204" pitchFamily="34" charset="0"/>
                          </a:rPr>
                          <m:t>(</m:t>
                        </m:r>
                        <m:r>
                          <a:rPr lang="en-US" sz="1600" b="0" i="1">
                            <a:latin typeface="Cambria Math" panose="02040503050406030204" pitchFamily="18" charset="0"/>
                            <a:cs typeface="Arial" panose="020B0604020202020204" pitchFamily="34" charset="0"/>
                          </a:rPr>
                          <m:t>𝐴</m:t>
                        </m:r>
                        <m:r>
                          <a:rPr lang="en-US" sz="1600" b="0" i="1">
                            <a:latin typeface="Cambria Math" panose="02040503050406030204" pitchFamily="18" charset="0"/>
                            <a:ea typeface="Cambria Math" panose="02040503050406030204" pitchFamily="18" charset="0"/>
                            <a:cs typeface="Arial" panose="020B0604020202020204" pitchFamily="34" charset="0"/>
                          </a:rPr>
                          <m:t>→</m:t>
                        </m:r>
                        <m:r>
                          <a:rPr lang="en-US" sz="1600" b="0" i="1">
                            <a:latin typeface="Cambria Math" panose="02040503050406030204" pitchFamily="18" charset="0"/>
                            <a:ea typeface="Cambria Math" panose="02040503050406030204" pitchFamily="18" charset="0"/>
                            <a:cs typeface="Arial" panose="020B0604020202020204" pitchFamily="34" charset="0"/>
                          </a:rPr>
                          <m:t>𝐵</m:t>
                        </m:r>
                        <m:r>
                          <a:rPr lang="en-US" sz="1600" b="0" i="1">
                            <a:latin typeface="Cambria Math" panose="02040503050406030204" pitchFamily="18" charset="0"/>
                            <a:cs typeface="Arial" panose="020B0604020202020204" pitchFamily="34" charset="0"/>
                          </a:rPr>
                          <m:t>)</m:t>
                        </m:r>
                      </m:num>
                      <m:den>
                        <m:r>
                          <a:rPr lang="en-US" sz="1600" b="0" i="1">
                            <a:latin typeface="Cambria Math" panose="02040503050406030204" pitchFamily="18" charset="0"/>
                            <a:cs typeface="Arial" panose="020B0604020202020204" pitchFamily="34" charset="0"/>
                          </a:rPr>
                          <m:t>𝑆𝑢𝑝𝑝𝑜𝑟𝑡</m:t>
                        </m:r>
                        <m:r>
                          <a:rPr lang="en-US" sz="1600" b="0" i="1">
                            <a:latin typeface="Cambria Math" panose="02040503050406030204" pitchFamily="18" charset="0"/>
                            <a:cs typeface="Arial" panose="020B0604020202020204" pitchFamily="34" charset="0"/>
                          </a:rPr>
                          <m:t>(</m:t>
                        </m:r>
                        <m:r>
                          <a:rPr lang="en-US" sz="1600" b="0" i="1">
                            <a:latin typeface="Cambria Math" panose="02040503050406030204" pitchFamily="18" charset="0"/>
                            <a:cs typeface="Arial" panose="020B0604020202020204" pitchFamily="34" charset="0"/>
                          </a:rPr>
                          <m:t>𝐴</m:t>
                        </m:r>
                        <m:r>
                          <a:rPr lang="en-US" sz="1600" b="0" i="1">
                            <a:latin typeface="Cambria Math" panose="02040503050406030204" pitchFamily="18" charset="0"/>
                            <a:cs typeface="Arial" panose="020B0604020202020204" pitchFamily="34" charset="0"/>
                          </a:rPr>
                          <m:t>)</m:t>
                        </m:r>
                      </m:den>
                    </m:f>
                  </m:oMath>
                </a14:m>
                <a:endParaRPr lang="en-US" sz="1600">
                  <a:latin typeface="Arial" panose="020B0604020202020204" pitchFamily="34" charset="0"/>
                  <a:cs typeface="Arial" panose="020B0604020202020204" pitchFamily="34" charset="0"/>
                </a:endParaRPr>
              </a:p>
            </p:txBody>
          </p:sp>
        </mc:Choice>
        <mc:Fallback xmlns="">
          <p:sp>
            <p:nvSpPr>
              <p:cNvPr id="5" name="Content Placeholder 4">
                <a:extLst>
                  <a:ext uri="{FF2B5EF4-FFF2-40B4-BE49-F238E27FC236}">
                    <a16:creationId xmlns:a16="http://schemas.microsoft.com/office/drawing/2014/main" id="{B1D8B4D7-5EA5-0958-09F5-F4993BD52A2B}"/>
                  </a:ext>
                </a:extLst>
              </p:cNvPr>
              <p:cNvSpPr>
                <a:spLocks noGrp="1" noRot="1" noChangeAspect="1" noMove="1" noResize="1" noEditPoints="1" noAdjustHandles="1" noChangeArrowheads="1" noChangeShapeType="1" noTextEdit="1"/>
              </p:cNvSpPr>
              <p:nvPr>
                <p:ph idx="1"/>
              </p:nvPr>
            </p:nvSpPr>
            <p:spPr>
              <a:xfrm>
                <a:off x="4810259" y="649480"/>
                <a:ext cx="6555347" cy="5546047"/>
              </a:xfrm>
              <a:blipFill>
                <a:blip r:embed="rId2"/>
                <a:stretch>
                  <a:fillRect l="-465" r="-186"/>
                </a:stretch>
              </a:blipFill>
            </p:spPr>
            <p:txBody>
              <a:bodyPr/>
              <a:lstStyle/>
              <a:p>
                <a:r>
                  <a:rPr lang="en-KE">
                    <a:noFill/>
                  </a:rPr>
                  <a:t> </a:t>
                </a:r>
              </a:p>
            </p:txBody>
          </p:sp>
        </mc:Fallback>
      </mc:AlternateContent>
    </p:spTree>
    <p:extLst>
      <p:ext uri="{BB962C8B-B14F-4D97-AF65-F5344CB8AC3E}">
        <p14:creationId xmlns:p14="http://schemas.microsoft.com/office/powerpoint/2010/main" val="2904848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05D07-3CC9-2712-CFD7-E0F94CC652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E06052-F1D9-A603-DE1D-B505E586EAB8}"/>
              </a:ext>
            </a:extLst>
          </p:cNvPr>
          <p:cNvSpPr>
            <a:spLocks noGrp="1"/>
          </p:cNvSpPr>
          <p:nvPr>
            <p:ph type="title"/>
          </p:nvPr>
        </p:nvSpPr>
        <p:spPr>
          <a:xfrm>
            <a:off x="380999" y="391886"/>
            <a:ext cx="11476037" cy="718457"/>
          </a:xfrm>
        </p:spPr>
        <p:txBody>
          <a:bodyPr>
            <a:normAutofit/>
          </a:bodyPr>
          <a:lstStyle/>
          <a:p>
            <a:r>
              <a:rPr lang="en-US" b="1" dirty="0" err="1">
                <a:latin typeface="Arial" panose="020B0604020202020204" pitchFamily="34" charset="0"/>
                <a:cs typeface="Arial" panose="020B0604020202020204" pitchFamily="34" charset="0"/>
              </a:rPr>
              <a:t>Apriori</a:t>
            </a:r>
            <a:r>
              <a:rPr lang="en-US" b="1" dirty="0">
                <a:latin typeface="Arial" panose="020B0604020202020204" pitchFamily="34" charset="0"/>
                <a:cs typeface="Arial" panose="020B0604020202020204" pitchFamily="34" charset="0"/>
              </a:rPr>
              <a:t> Algorithm - Example</a:t>
            </a:r>
            <a:endParaRPr lang="en-KE" b="1" dirty="0">
              <a:latin typeface="Arial" panose="020B0604020202020204" pitchFamily="34" charset="0"/>
              <a:cs typeface="Arial" panose="020B0604020202020204" pitchFamily="34" charset="0"/>
            </a:endParaRPr>
          </a:p>
        </p:txBody>
      </p:sp>
      <p:graphicFrame>
        <p:nvGraphicFramePr>
          <p:cNvPr id="2" name="Content Placeholder 1">
            <a:extLst>
              <a:ext uri="{FF2B5EF4-FFF2-40B4-BE49-F238E27FC236}">
                <a16:creationId xmlns:a16="http://schemas.microsoft.com/office/drawing/2014/main" id="{17CC1540-86C3-C1C3-1AC7-D7D7749EBBFA}"/>
              </a:ext>
            </a:extLst>
          </p:cNvPr>
          <p:cNvGraphicFramePr>
            <a:graphicFrameLocks noGrp="1"/>
          </p:cNvGraphicFramePr>
          <p:nvPr>
            <p:ph idx="1"/>
          </p:nvPr>
        </p:nvGraphicFramePr>
        <p:xfrm>
          <a:off x="334963" y="1449388"/>
          <a:ext cx="4008626" cy="1828800"/>
        </p:xfrm>
        <a:graphic>
          <a:graphicData uri="http://schemas.openxmlformats.org/drawingml/2006/table">
            <a:tbl>
              <a:tblPr firstRow="1" bandRow="1">
                <a:tableStyleId>{5C22544A-7EE6-4342-B048-85BDC9FD1C3A}</a:tableStyleId>
              </a:tblPr>
              <a:tblGrid>
                <a:gridCol w="1452626">
                  <a:extLst>
                    <a:ext uri="{9D8B030D-6E8A-4147-A177-3AD203B41FA5}">
                      <a16:colId xmlns:a16="http://schemas.microsoft.com/office/drawing/2014/main" val="2417901996"/>
                    </a:ext>
                  </a:extLst>
                </a:gridCol>
                <a:gridCol w="2556000">
                  <a:extLst>
                    <a:ext uri="{9D8B030D-6E8A-4147-A177-3AD203B41FA5}">
                      <a16:colId xmlns:a16="http://schemas.microsoft.com/office/drawing/2014/main" val="1315115646"/>
                    </a:ext>
                  </a:extLst>
                </a:gridCol>
              </a:tblGrid>
              <a:tr h="302721">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 Bought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88635383"/>
                  </a:ext>
                </a:extLst>
              </a:tr>
              <a:tr h="302721">
                <a:tc>
                  <a:txBody>
                    <a:bodyPr/>
                    <a:lstStyle/>
                    <a:p>
                      <a:r>
                        <a:rPr lang="en-US" sz="1400" dirty="0">
                          <a:latin typeface="Arial" panose="020B0604020202020204" pitchFamily="34" charset="0"/>
                          <a:cs typeface="Arial" panose="020B0604020202020204" pitchFamily="34" charset="0"/>
                        </a:rPr>
                        <a:t>1</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{Bread, Butter, Milk}</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9416215"/>
                  </a:ext>
                </a:extLst>
              </a:tr>
              <a:tr h="302721">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{Bread, Butter}</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830915"/>
                  </a:ext>
                </a:extLst>
              </a:tr>
              <a:tr h="302721">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{Beer, Cookies, Diapers}</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40189894"/>
                  </a:ext>
                </a:extLst>
              </a:tr>
              <a:tr h="302721">
                <a:tc>
                  <a:txBody>
                    <a:bodyPr/>
                    <a:lstStyle/>
                    <a:p>
                      <a:r>
                        <a:rPr lang="en-US" sz="1400" dirty="0">
                          <a:latin typeface="Arial" panose="020B0604020202020204" pitchFamily="34" charset="0"/>
                          <a:cs typeface="Arial" panose="020B0604020202020204" pitchFamily="34" charset="0"/>
                        </a:rPr>
                        <a:t>4</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{Milk, Diapers, Bread, Butter}</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37195528"/>
                  </a:ext>
                </a:extLst>
              </a:tr>
              <a:tr h="302721">
                <a:tc>
                  <a:txBody>
                    <a:bodyPr/>
                    <a:lstStyle/>
                    <a:p>
                      <a:r>
                        <a:rPr lang="en-US" sz="1400" dirty="0">
                          <a:latin typeface="Arial" panose="020B0604020202020204" pitchFamily="34" charset="0"/>
                          <a:cs typeface="Arial" panose="020B0604020202020204" pitchFamily="34" charset="0"/>
                        </a:rPr>
                        <a:t>5</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{Beer, Diapers}</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06222282"/>
                  </a:ext>
                </a:extLst>
              </a:tr>
            </a:tbl>
          </a:graphicData>
        </a:graphic>
      </p:graphicFrame>
      <p:sp>
        <p:nvSpPr>
          <p:cNvPr id="3" name="TextBox 2">
            <a:extLst>
              <a:ext uri="{FF2B5EF4-FFF2-40B4-BE49-F238E27FC236}">
                <a16:creationId xmlns:a16="http://schemas.microsoft.com/office/drawing/2014/main" id="{D8F9B87F-41AC-5E7B-09D1-994783907312}"/>
              </a:ext>
            </a:extLst>
          </p:cNvPr>
          <p:cNvSpPr txBox="1"/>
          <p:nvPr/>
        </p:nvSpPr>
        <p:spPr>
          <a:xfrm>
            <a:off x="4343589" y="1449388"/>
            <a:ext cx="7513449"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Apply </a:t>
            </a:r>
            <a:r>
              <a:rPr lang="en-US" sz="1600" dirty="0" err="1">
                <a:latin typeface="Arial" panose="020B0604020202020204" pitchFamily="34" charset="0"/>
                <a:cs typeface="Arial" panose="020B0604020202020204" pitchFamily="34" charset="0"/>
              </a:rPr>
              <a:t>Apriori</a:t>
            </a:r>
            <a:r>
              <a:rPr lang="en-US" sz="1600" dirty="0">
                <a:latin typeface="Arial" panose="020B0604020202020204" pitchFamily="34" charset="0"/>
                <a:cs typeface="Arial" panose="020B0604020202020204" pitchFamily="34" charset="0"/>
              </a:rPr>
              <a:t> algorithm to discover strong association rules among the items bought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Assume that </a:t>
            </a:r>
            <a:r>
              <a:rPr lang="en-US" sz="1600" b="1" dirty="0">
                <a:latin typeface="Arial" panose="020B0604020202020204" pitchFamily="34" charset="0"/>
                <a:cs typeface="Arial" panose="020B0604020202020204" pitchFamily="34" charset="0"/>
              </a:rPr>
              <a:t>minimum support = 40% </a:t>
            </a:r>
            <a:r>
              <a:rPr lang="en-US" sz="1600" dirty="0">
                <a:latin typeface="Arial" panose="020B0604020202020204" pitchFamily="34" charset="0"/>
                <a:cs typeface="Arial" panose="020B0604020202020204" pitchFamily="34" charset="0"/>
              </a:rPr>
              <a:t>and </a:t>
            </a:r>
            <a:r>
              <a:rPr lang="en-US" sz="1600" b="1" dirty="0">
                <a:latin typeface="Arial" panose="020B0604020202020204" pitchFamily="34" charset="0"/>
                <a:cs typeface="Arial" panose="020B0604020202020204" pitchFamily="34" charset="0"/>
              </a:rPr>
              <a:t>minimum confidence = 70%</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Generate association rules  from the frequent </a:t>
            </a:r>
            <a:r>
              <a:rPr lang="en-US" sz="1600" dirty="0" err="1">
                <a:latin typeface="Arial" panose="020B0604020202020204" pitchFamily="34" charset="0"/>
                <a:cs typeface="Arial" panose="020B0604020202020204" pitchFamily="34" charset="0"/>
              </a:rPr>
              <a:t>itemsets</a:t>
            </a:r>
            <a:r>
              <a:rPr lang="en-US" sz="1600" dirty="0">
                <a:latin typeface="Arial" panose="020B0604020202020204" pitchFamily="34" charset="0"/>
                <a:cs typeface="Arial" panose="020B0604020202020204" pitchFamily="34" charset="0"/>
              </a:rPr>
              <a:t>. Calculate the confidence of each rule and identify all the strong association rules.</a:t>
            </a:r>
            <a:endParaRPr lang="en-KE" sz="1600" dirty="0">
              <a:latin typeface="Arial" panose="020B0604020202020204" pitchFamily="34" charset="0"/>
              <a:cs typeface="Arial" panose="020B0604020202020204" pitchFamily="34" charset="0"/>
            </a:endParaRPr>
          </a:p>
        </p:txBody>
      </p:sp>
      <p:graphicFrame>
        <p:nvGraphicFramePr>
          <p:cNvPr id="6" name="Content Placeholder 1">
            <a:extLst>
              <a:ext uri="{FF2B5EF4-FFF2-40B4-BE49-F238E27FC236}">
                <a16:creationId xmlns:a16="http://schemas.microsoft.com/office/drawing/2014/main" id="{5A05483F-FE78-61E0-E0A7-F51D8836FD80}"/>
              </a:ext>
            </a:extLst>
          </p:cNvPr>
          <p:cNvGraphicFramePr>
            <a:graphicFrameLocks/>
          </p:cNvGraphicFramePr>
          <p:nvPr/>
        </p:nvGraphicFramePr>
        <p:xfrm>
          <a:off x="337455" y="4142143"/>
          <a:ext cx="2892626" cy="2133600"/>
        </p:xfrm>
        <a:graphic>
          <a:graphicData uri="http://schemas.openxmlformats.org/drawingml/2006/table">
            <a:tbl>
              <a:tblPr firstRow="1" bandRow="1">
                <a:tableStyleId>{5C22544A-7EE6-4342-B048-85BDC9FD1C3A}</a:tableStyleId>
              </a:tblPr>
              <a:tblGrid>
                <a:gridCol w="1452626">
                  <a:extLst>
                    <a:ext uri="{9D8B030D-6E8A-4147-A177-3AD203B41FA5}">
                      <a16:colId xmlns:a16="http://schemas.microsoft.com/office/drawing/2014/main" val="2417901996"/>
                    </a:ext>
                  </a:extLst>
                </a:gridCol>
                <a:gridCol w="1440000">
                  <a:extLst>
                    <a:ext uri="{9D8B030D-6E8A-4147-A177-3AD203B41FA5}">
                      <a16:colId xmlns:a16="http://schemas.microsoft.com/office/drawing/2014/main" val="1315115646"/>
                    </a:ext>
                  </a:extLst>
                </a:gridCol>
              </a:tblGrid>
              <a:tr h="125047">
                <a:tc>
                  <a:txBody>
                    <a:bodyPr/>
                    <a:lstStyle/>
                    <a:p>
                      <a:r>
                        <a:rPr lang="en-US" sz="1400" dirty="0">
                          <a:latin typeface="Arial" panose="020B0604020202020204" pitchFamily="34" charset="0"/>
                          <a:cs typeface="Arial" panose="020B0604020202020204" pitchFamily="34" charset="0"/>
                        </a:rPr>
                        <a:t>1 –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88635383"/>
                  </a:ext>
                </a:extLst>
              </a:tr>
              <a:tr h="125047">
                <a:tc>
                  <a:txBody>
                    <a:bodyPr/>
                    <a:lstStyle/>
                    <a:p>
                      <a:r>
                        <a:rPr lang="en-US" sz="1400" dirty="0">
                          <a:latin typeface="Arial" panose="020B0604020202020204" pitchFamily="34" charset="0"/>
                          <a:cs typeface="Arial" panose="020B0604020202020204" pitchFamily="34" charset="0"/>
                        </a:rPr>
                        <a:t>Bread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9416215"/>
                  </a:ext>
                </a:extLst>
              </a:tr>
              <a:tr h="125047">
                <a:tc>
                  <a:txBody>
                    <a:bodyPr/>
                    <a:lstStyle/>
                    <a:p>
                      <a:r>
                        <a:rPr lang="en-US" sz="1400" dirty="0">
                          <a:latin typeface="Arial" panose="020B0604020202020204" pitchFamily="34" charset="0"/>
                          <a:cs typeface="Arial" panose="020B0604020202020204" pitchFamily="34" charset="0"/>
                        </a:rPr>
                        <a:t>Butter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830915"/>
                  </a:ext>
                </a:extLst>
              </a:tr>
              <a:tr h="125047">
                <a:tc>
                  <a:txBody>
                    <a:bodyPr/>
                    <a:lstStyle/>
                    <a:p>
                      <a:r>
                        <a:rPr lang="en-US" sz="1400" dirty="0">
                          <a:latin typeface="Arial" panose="020B0604020202020204" pitchFamily="34" charset="0"/>
                          <a:cs typeface="Arial" panose="020B0604020202020204" pitchFamily="34" charset="0"/>
                        </a:rPr>
                        <a:t>Diapers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82404410"/>
                  </a:ext>
                </a:extLst>
              </a:tr>
              <a:tr h="125047">
                <a:tc>
                  <a:txBody>
                    <a:bodyPr/>
                    <a:lstStyle/>
                    <a:p>
                      <a:r>
                        <a:rPr lang="en-US" sz="1400" dirty="0">
                          <a:latin typeface="Arial" panose="020B0604020202020204" pitchFamily="34" charset="0"/>
                          <a:cs typeface="Arial" panose="020B0604020202020204" pitchFamily="34" charset="0"/>
                        </a:rPr>
                        <a:t>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40189894"/>
                  </a:ext>
                </a:extLst>
              </a:tr>
              <a:tr h="125047">
                <a:tc>
                  <a:txBody>
                    <a:bodyPr/>
                    <a:lstStyle/>
                    <a:p>
                      <a:r>
                        <a:rPr lang="en-US" sz="1400" dirty="0">
                          <a:latin typeface="Arial" panose="020B0604020202020204" pitchFamily="34" charset="0"/>
                          <a:cs typeface="Arial" panose="020B0604020202020204" pitchFamily="34" charset="0"/>
                        </a:rPr>
                        <a:t>Beer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37195528"/>
                  </a:ext>
                </a:extLst>
              </a:tr>
              <a:tr h="125047">
                <a:tc>
                  <a:txBody>
                    <a:bodyPr/>
                    <a:lstStyle/>
                    <a:p>
                      <a:r>
                        <a:rPr lang="en-US" sz="1400" dirty="0">
                          <a:solidFill>
                            <a:schemeClr val="bg1"/>
                          </a:solidFill>
                          <a:latin typeface="Arial" panose="020B0604020202020204" pitchFamily="34" charset="0"/>
                          <a:cs typeface="Arial" panose="020B0604020202020204" pitchFamily="34" charset="0"/>
                        </a:rPr>
                        <a:t>Cookies</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tc>
                  <a:txBody>
                    <a:bodyPr/>
                    <a:lstStyle/>
                    <a:p>
                      <a:r>
                        <a:rPr lang="en-US" sz="1400" dirty="0">
                          <a:solidFill>
                            <a:schemeClr val="bg1"/>
                          </a:solidFill>
                          <a:latin typeface="Arial" panose="020B0604020202020204" pitchFamily="34" charset="0"/>
                          <a:cs typeface="Arial" panose="020B0604020202020204" pitchFamily="34" charset="0"/>
                        </a:rPr>
                        <a:t>1</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370622228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95D6873-FC97-94A8-DC1D-A5E3C3BEE018}"/>
                  </a:ext>
                </a:extLst>
              </p:cNvPr>
              <p:cNvSpPr txBox="1"/>
              <p:nvPr/>
            </p:nvSpPr>
            <p:spPr>
              <a:xfrm>
                <a:off x="348341" y="3442915"/>
                <a:ext cx="11508695"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Generate candidate </a:t>
                </a:r>
                <a:r>
                  <a:rPr lang="en-US" sz="1600" dirty="0" err="1">
                    <a:latin typeface="Arial" panose="020B0604020202020204" pitchFamily="34" charset="0"/>
                    <a:cs typeface="Arial" panose="020B0604020202020204" pitchFamily="34" charset="0"/>
                  </a:rPr>
                  <a:t>itemsets</a:t>
                </a:r>
                <a:r>
                  <a:rPr lang="en-US" sz="1600" dirty="0">
                    <a:latin typeface="Arial" panose="020B0604020202020204" pitchFamily="34" charset="0"/>
                    <a:cs typeface="Arial" panose="020B0604020202020204" pitchFamily="34" charset="0"/>
                  </a:rPr>
                  <a:t> and qualified frequent </a:t>
                </a:r>
                <a:r>
                  <a:rPr lang="en-US" sz="1600" dirty="0" err="1">
                    <a:latin typeface="Arial" panose="020B0604020202020204" pitchFamily="34" charset="0"/>
                    <a:cs typeface="Arial" panose="020B0604020202020204" pitchFamily="34" charset="0"/>
                  </a:rPr>
                  <a:t>itemsets</a:t>
                </a:r>
                <a:r>
                  <a:rPr lang="en-US" sz="1600" dirty="0">
                    <a:latin typeface="Arial" panose="020B0604020202020204" pitchFamily="34" charset="0"/>
                    <a:cs typeface="Arial" panose="020B0604020202020204" pitchFamily="34" charset="0"/>
                  </a:rPr>
                  <a:t> step by step until largest frequent itemset is generated.</a:t>
                </a:r>
              </a:p>
              <a:p>
                <a:pPr marL="285750" indent="-285750">
                  <a:buFont typeface="Arial" panose="020B0604020202020204" pitchFamily="34" charset="0"/>
                  <a:buChar char="•"/>
                </a:pPr>
                <a14:m>
                  <m:oMath xmlns:m="http://schemas.openxmlformats.org/officeDocument/2006/math">
                    <m:r>
                      <a:rPr lang="en-US" sz="1600" b="0" i="1" dirty="0" smtClean="0">
                        <a:latin typeface="Cambria Math" panose="02040503050406030204" pitchFamily="18" charset="0"/>
                        <a:cs typeface="Arial" panose="020B0604020202020204" pitchFamily="34" charset="0"/>
                      </a:rPr>
                      <m:t>𝑀𝑖𝑛𝑖𝑢𝑚</m:t>
                    </m:r>
                    <m:r>
                      <a:rPr lang="en-US" sz="1600" b="0" i="1" dirty="0" smtClean="0">
                        <a:latin typeface="Cambria Math" panose="02040503050406030204" pitchFamily="18" charset="0"/>
                        <a:cs typeface="Arial" panose="020B0604020202020204" pitchFamily="34" charset="0"/>
                      </a:rPr>
                      <m:t> </m:t>
                    </m:r>
                    <m:r>
                      <a:rPr lang="en-US" sz="1600" b="0" i="1" dirty="0" smtClean="0">
                        <a:latin typeface="Cambria Math" panose="02040503050406030204" pitchFamily="18" charset="0"/>
                        <a:cs typeface="Arial" panose="020B0604020202020204" pitchFamily="34" charset="0"/>
                      </a:rPr>
                      <m:t>𝑠𝑢𝑝𝑝𝑝𝑜𝑟𝑡</m:t>
                    </m:r>
                    <m:r>
                      <a:rPr lang="en-US" sz="1600" b="0" i="1" dirty="0" smtClean="0">
                        <a:latin typeface="Cambria Math" panose="02040503050406030204" pitchFamily="18" charset="0"/>
                        <a:cs typeface="Arial" panose="020B0604020202020204" pitchFamily="34" charset="0"/>
                      </a:rPr>
                      <m:t> </m:t>
                    </m:r>
                    <m:r>
                      <a:rPr lang="en-US" sz="1600" b="0" i="1" dirty="0" smtClean="0">
                        <a:latin typeface="Cambria Math" panose="02040503050406030204" pitchFamily="18" charset="0"/>
                        <a:cs typeface="Arial" panose="020B0604020202020204" pitchFamily="34" charset="0"/>
                      </a:rPr>
                      <m:t>𝑐𝑜𝑢𝑛𝑡</m:t>
                    </m:r>
                    <m:r>
                      <a:rPr lang="en-US" sz="1600" b="0" i="1" dirty="0" smtClean="0">
                        <a:latin typeface="Cambria Math" panose="02040503050406030204" pitchFamily="18" charset="0"/>
                        <a:cs typeface="Arial" panose="020B0604020202020204" pitchFamily="34" charset="0"/>
                      </a:rPr>
                      <m:t>=</m:t>
                    </m:r>
                    <m:r>
                      <a:rPr lang="en-US" sz="1600" b="0" i="1" dirty="0" smtClean="0">
                        <a:latin typeface="Cambria Math" panose="02040503050406030204" pitchFamily="18" charset="0"/>
                        <a:cs typeface="Arial" panose="020B0604020202020204" pitchFamily="34" charset="0"/>
                      </a:rPr>
                      <m:t>𝑚𝑖𝑛𝑖𝑚𝑢𝑚</m:t>
                    </m:r>
                    <m:r>
                      <a:rPr lang="en-US" sz="1600" b="0" i="1" dirty="0" smtClean="0">
                        <a:latin typeface="Cambria Math" panose="02040503050406030204" pitchFamily="18" charset="0"/>
                        <a:cs typeface="Arial" panose="020B0604020202020204" pitchFamily="34" charset="0"/>
                      </a:rPr>
                      <m:t> </m:t>
                    </m:r>
                    <m:r>
                      <a:rPr lang="en-US" sz="1600" b="0" i="1" dirty="0" smtClean="0">
                        <a:latin typeface="Cambria Math" panose="02040503050406030204" pitchFamily="18" charset="0"/>
                        <a:cs typeface="Arial" panose="020B0604020202020204" pitchFamily="34" charset="0"/>
                      </a:rPr>
                      <m:t>𝑠𝑢𝑝𝑝𝑜𝑟𝑡</m:t>
                    </m:r>
                    <m:r>
                      <a:rPr lang="en-US" sz="1600" b="0" i="1" dirty="0" smtClean="0">
                        <a:latin typeface="Cambria Math" panose="02040503050406030204" pitchFamily="18" charset="0"/>
                        <a:cs typeface="Arial" panose="020B0604020202020204" pitchFamily="34" charset="0"/>
                      </a:rPr>
                      <m:t> ×</m:t>
                    </m:r>
                    <m:r>
                      <a:rPr lang="en-US" sz="1600" b="0" i="1" dirty="0" smtClean="0">
                        <a:latin typeface="Cambria Math" panose="02040503050406030204" pitchFamily="18" charset="0"/>
                        <a:ea typeface="Cambria Math" panose="02040503050406030204" pitchFamily="18" charset="0"/>
                        <a:cs typeface="Arial" panose="020B0604020202020204" pitchFamily="34" charset="0"/>
                      </a:rPr>
                      <m:t>𝑖𝑡𝑒𝑚𝑠𝑒𝑡𝑠</m:t>
                    </m:r>
                    <m:r>
                      <a:rPr lang="en-US" sz="1600" b="0" i="1" dirty="0" smtClean="0">
                        <a:latin typeface="Cambria Math" panose="02040503050406030204" pitchFamily="18" charset="0"/>
                        <a:ea typeface="Cambria Math" panose="02040503050406030204" pitchFamily="18" charset="0"/>
                        <a:cs typeface="Arial" panose="020B0604020202020204" pitchFamily="34" charset="0"/>
                      </a:rPr>
                      <m:t> </m:t>
                    </m:r>
                    <m:r>
                      <a:rPr lang="en-US" sz="1600" b="0" i="1" dirty="0" smtClean="0">
                        <a:latin typeface="Cambria Math" panose="02040503050406030204" pitchFamily="18" charset="0"/>
                        <a:ea typeface="Cambria Math" panose="02040503050406030204" pitchFamily="18" charset="0"/>
                        <a:cs typeface="Arial" panose="020B0604020202020204" pitchFamily="34" charset="0"/>
                      </a:rPr>
                      <m:t>𝑐𝑜𝑢𝑛𝑡</m:t>
                    </m:r>
                    <m:r>
                      <a:rPr lang="en-US" sz="1600" b="0" i="1" dirty="0" smtClean="0">
                        <a:latin typeface="Cambria Math" panose="02040503050406030204" pitchFamily="18" charset="0"/>
                        <a:ea typeface="Cambria Math" panose="02040503050406030204" pitchFamily="18" charset="0"/>
                        <a:cs typeface="Arial" panose="020B0604020202020204" pitchFamily="34" charset="0"/>
                      </a:rPr>
                      <m:t>=40% ×5=2</m:t>
                    </m:r>
                  </m:oMath>
                </a14:m>
                <a:endParaRPr lang="en-US" sz="1600"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995D6873-FC97-94A8-DC1D-A5E3C3BEE018}"/>
                  </a:ext>
                </a:extLst>
              </p:cNvPr>
              <p:cNvSpPr txBox="1">
                <a:spLocks noRot="1" noChangeAspect="1" noMove="1" noResize="1" noEditPoints="1" noAdjustHandles="1" noChangeArrowheads="1" noChangeShapeType="1" noTextEdit="1"/>
              </p:cNvSpPr>
              <p:nvPr/>
            </p:nvSpPr>
            <p:spPr>
              <a:xfrm>
                <a:off x="348341" y="3442915"/>
                <a:ext cx="11508695" cy="584775"/>
              </a:xfrm>
              <a:prstGeom prst="rect">
                <a:avLst/>
              </a:prstGeom>
              <a:blipFill>
                <a:blip r:embed="rId2"/>
                <a:stretch>
                  <a:fillRect l="-212" t="-3125" b="-11458"/>
                </a:stretch>
              </a:blipFill>
            </p:spPr>
            <p:txBody>
              <a:bodyPr/>
              <a:lstStyle/>
              <a:p>
                <a:r>
                  <a:rPr lang="en-KE">
                    <a:noFill/>
                  </a:rPr>
                  <a:t> </a:t>
                </a:r>
              </a:p>
            </p:txBody>
          </p:sp>
        </mc:Fallback>
      </mc:AlternateContent>
      <p:graphicFrame>
        <p:nvGraphicFramePr>
          <p:cNvPr id="8" name="Content Placeholder 1">
            <a:extLst>
              <a:ext uri="{FF2B5EF4-FFF2-40B4-BE49-F238E27FC236}">
                <a16:creationId xmlns:a16="http://schemas.microsoft.com/office/drawing/2014/main" id="{FDA0E6D5-5E3E-891B-3F20-81B7C08A6BBC}"/>
              </a:ext>
            </a:extLst>
          </p:cNvPr>
          <p:cNvGraphicFramePr>
            <a:graphicFrameLocks/>
          </p:cNvGraphicFramePr>
          <p:nvPr/>
        </p:nvGraphicFramePr>
        <p:xfrm>
          <a:off x="4071257" y="4142143"/>
          <a:ext cx="3777435" cy="1828800"/>
        </p:xfrm>
        <a:graphic>
          <a:graphicData uri="http://schemas.openxmlformats.org/drawingml/2006/table">
            <a:tbl>
              <a:tblPr firstRow="1" bandRow="1">
                <a:tableStyleId>{5C22544A-7EE6-4342-B048-85BDC9FD1C3A}</a:tableStyleId>
              </a:tblPr>
              <a:tblGrid>
                <a:gridCol w="2337435">
                  <a:extLst>
                    <a:ext uri="{9D8B030D-6E8A-4147-A177-3AD203B41FA5}">
                      <a16:colId xmlns:a16="http://schemas.microsoft.com/office/drawing/2014/main" val="2417901996"/>
                    </a:ext>
                  </a:extLst>
                </a:gridCol>
                <a:gridCol w="1440000">
                  <a:extLst>
                    <a:ext uri="{9D8B030D-6E8A-4147-A177-3AD203B41FA5}">
                      <a16:colId xmlns:a16="http://schemas.microsoft.com/office/drawing/2014/main" val="1315115646"/>
                    </a:ext>
                  </a:extLst>
                </a:gridCol>
              </a:tblGrid>
              <a:tr h="125047">
                <a:tc>
                  <a:txBody>
                    <a:bodyPr/>
                    <a:lstStyle/>
                    <a:p>
                      <a:r>
                        <a:rPr lang="en-US" sz="1400" dirty="0">
                          <a:latin typeface="Arial" panose="020B0604020202020204" pitchFamily="34" charset="0"/>
                          <a:cs typeface="Arial" panose="020B0604020202020204" pitchFamily="34" charset="0"/>
                        </a:rPr>
                        <a:t>1 – Frequent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88635383"/>
                  </a:ext>
                </a:extLst>
              </a:tr>
              <a:tr h="125047">
                <a:tc>
                  <a:txBody>
                    <a:bodyPr/>
                    <a:lstStyle/>
                    <a:p>
                      <a:r>
                        <a:rPr lang="en-US" sz="1400" dirty="0">
                          <a:latin typeface="Arial" panose="020B0604020202020204" pitchFamily="34" charset="0"/>
                          <a:cs typeface="Arial" panose="020B0604020202020204" pitchFamily="34" charset="0"/>
                        </a:rPr>
                        <a:t>Bread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9416215"/>
                  </a:ext>
                </a:extLst>
              </a:tr>
              <a:tr h="125047">
                <a:tc>
                  <a:txBody>
                    <a:bodyPr/>
                    <a:lstStyle/>
                    <a:p>
                      <a:r>
                        <a:rPr lang="en-US" sz="1400" dirty="0">
                          <a:latin typeface="Arial" panose="020B0604020202020204" pitchFamily="34" charset="0"/>
                          <a:cs typeface="Arial" panose="020B0604020202020204" pitchFamily="34" charset="0"/>
                        </a:rPr>
                        <a:t>Butter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830915"/>
                  </a:ext>
                </a:extLst>
              </a:tr>
              <a:tr h="125047">
                <a:tc>
                  <a:txBody>
                    <a:bodyPr/>
                    <a:lstStyle/>
                    <a:p>
                      <a:r>
                        <a:rPr lang="en-US" sz="1400" dirty="0">
                          <a:latin typeface="Arial" panose="020B0604020202020204" pitchFamily="34" charset="0"/>
                          <a:cs typeface="Arial" panose="020B0604020202020204" pitchFamily="34" charset="0"/>
                        </a:rPr>
                        <a:t>Diapers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48573576"/>
                  </a:ext>
                </a:extLst>
              </a:tr>
              <a:tr h="125047">
                <a:tc>
                  <a:txBody>
                    <a:bodyPr/>
                    <a:lstStyle/>
                    <a:p>
                      <a:r>
                        <a:rPr lang="en-US" sz="1400" dirty="0">
                          <a:latin typeface="Arial" panose="020B0604020202020204" pitchFamily="34" charset="0"/>
                          <a:cs typeface="Arial" panose="020B0604020202020204" pitchFamily="34" charset="0"/>
                        </a:rPr>
                        <a:t>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40189894"/>
                  </a:ext>
                </a:extLst>
              </a:tr>
              <a:tr h="125047">
                <a:tc>
                  <a:txBody>
                    <a:bodyPr/>
                    <a:lstStyle/>
                    <a:p>
                      <a:r>
                        <a:rPr lang="en-US" sz="1400" dirty="0">
                          <a:latin typeface="Arial" panose="020B0604020202020204" pitchFamily="34" charset="0"/>
                          <a:cs typeface="Arial" panose="020B0604020202020204" pitchFamily="34" charset="0"/>
                        </a:rPr>
                        <a:t>Beer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37195528"/>
                  </a:ext>
                </a:extLst>
              </a:tr>
            </a:tbl>
          </a:graphicData>
        </a:graphic>
      </p:graphicFrame>
      <p:sp>
        <p:nvSpPr>
          <p:cNvPr id="9" name="TextBox 8">
            <a:extLst>
              <a:ext uri="{FF2B5EF4-FFF2-40B4-BE49-F238E27FC236}">
                <a16:creationId xmlns:a16="http://schemas.microsoft.com/office/drawing/2014/main" id="{2C0F6464-4FDA-6C51-9E35-0BB0D7BD9D3E}"/>
              </a:ext>
            </a:extLst>
          </p:cNvPr>
          <p:cNvSpPr txBox="1"/>
          <p:nvPr/>
        </p:nvSpPr>
        <p:spPr>
          <a:xfrm>
            <a:off x="3230081" y="4702600"/>
            <a:ext cx="544286" cy="707886"/>
          </a:xfrm>
          <a:prstGeom prst="rect">
            <a:avLst/>
          </a:prstGeom>
          <a:noFill/>
        </p:spPr>
        <p:txBody>
          <a:bodyPr wrap="square" rtlCol="0">
            <a:spAutoFit/>
          </a:bodyPr>
          <a:lstStyle/>
          <a:p>
            <a:r>
              <a:rPr lang="en-KE" sz="4000" b="1" dirty="0">
                <a:latin typeface="Abadi" panose="020F0502020204030204" pitchFamily="34" charset="0"/>
              </a:rPr>
              <a:t>→</a:t>
            </a:r>
            <a:endParaRPr lang="en-KE" sz="4000" b="1" dirty="0"/>
          </a:p>
        </p:txBody>
      </p:sp>
    </p:spTree>
    <p:extLst>
      <p:ext uri="{BB962C8B-B14F-4D97-AF65-F5344CB8AC3E}">
        <p14:creationId xmlns:p14="http://schemas.microsoft.com/office/powerpoint/2010/main" val="3373687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7C62E-0048-5D8F-F129-6EBB2F180F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095BAF-B12A-4378-F2BC-38EABA0C7BAC}"/>
              </a:ext>
            </a:extLst>
          </p:cNvPr>
          <p:cNvSpPr>
            <a:spLocks noGrp="1"/>
          </p:cNvSpPr>
          <p:nvPr>
            <p:ph type="title"/>
          </p:nvPr>
        </p:nvSpPr>
        <p:spPr>
          <a:xfrm>
            <a:off x="380999" y="391886"/>
            <a:ext cx="11476037" cy="718457"/>
          </a:xfrm>
        </p:spPr>
        <p:txBody>
          <a:bodyPr>
            <a:normAutofit/>
          </a:bodyPr>
          <a:lstStyle/>
          <a:p>
            <a:r>
              <a:rPr lang="en-US" b="1" dirty="0" err="1">
                <a:latin typeface="Arial" panose="020B0604020202020204" pitchFamily="34" charset="0"/>
                <a:cs typeface="Arial" panose="020B0604020202020204" pitchFamily="34" charset="0"/>
              </a:rPr>
              <a:t>Apriori</a:t>
            </a:r>
            <a:r>
              <a:rPr lang="en-US" b="1" dirty="0">
                <a:latin typeface="Arial" panose="020B0604020202020204" pitchFamily="34" charset="0"/>
                <a:cs typeface="Arial" panose="020B0604020202020204" pitchFamily="34" charset="0"/>
              </a:rPr>
              <a:t> Algorithm - Example</a:t>
            </a:r>
            <a:endParaRPr lang="en-KE" b="1" dirty="0">
              <a:latin typeface="Arial" panose="020B0604020202020204" pitchFamily="34" charset="0"/>
              <a:cs typeface="Arial" panose="020B0604020202020204" pitchFamily="34" charset="0"/>
            </a:endParaRPr>
          </a:p>
        </p:txBody>
      </p:sp>
      <p:graphicFrame>
        <p:nvGraphicFramePr>
          <p:cNvPr id="10" name="Content Placeholder 9">
            <a:extLst>
              <a:ext uri="{FF2B5EF4-FFF2-40B4-BE49-F238E27FC236}">
                <a16:creationId xmlns:a16="http://schemas.microsoft.com/office/drawing/2014/main" id="{E4A9E646-3236-6297-D254-98867D525F08}"/>
              </a:ext>
            </a:extLst>
          </p:cNvPr>
          <p:cNvGraphicFramePr>
            <a:graphicFrameLocks noGrp="1"/>
          </p:cNvGraphicFramePr>
          <p:nvPr>
            <p:ph idx="1"/>
          </p:nvPr>
        </p:nvGraphicFramePr>
        <p:xfrm>
          <a:off x="334963" y="1752600"/>
          <a:ext cx="2916000" cy="33528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892855040"/>
                    </a:ext>
                  </a:extLst>
                </a:gridCol>
                <a:gridCol w="1476000">
                  <a:extLst>
                    <a:ext uri="{9D8B030D-6E8A-4147-A177-3AD203B41FA5}">
                      <a16:colId xmlns:a16="http://schemas.microsoft.com/office/drawing/2014/main" val="3629336983"/>
                    </a:ext>
                  </a:extLst>
                </a:gridCol>
              </a:tblGrid>
              <a:tr h="0">
                <a:tc>
                  <a:txBody>
                    <a:bodyPr/>
                    <a:lstStyle/>
                    <a:p>
                      <a:r>
                        <a:rPr lang="en-US" sz="1400" dirty="0">
                          <a:latin typeface="Arial" panose="020B0604020202020204" pitchFamily="34" charset="0"/>
                          <a:cs typeface="Arial" panose="020B0604020202020204" pitchFamily="34" charset="0"/>
                        </a:rPr>
                        <a:t>2 –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7660023"/>
                  </a:ext>
                </a:extLst>
              </a:tr>
              <a:tr h="0">
                <a:tc>
                  <a:txBody>
                    <a:bodyPr/>
                    <a:lstStyle/>
                    <a:p>
                      <a:r>
                        <a:rPr lang="en-US" sz="1400" dirty="0">
                          <a:latin typeface="Arial" panose="020B0604020202020204" pitchFamily="34" charset="0"/>
                          <a:cs typeface="Arial" panose="020B0604020202020204" pitchFamily="34" charset="0"/>
                        </a:rPr>
                        <a:t>Bread, Butter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21566105"/>
                  </a:ext>
                </a:extLst>
              </a:tr>
              <a:tr h="0">
                <a:tc>
                  <a:txBody>
                    <a:bodyPr/>
                    <a:lstStyle/>
                    <a:p>
                      <a:r>
                        <a:rPr lang="en-US" sz="1400" dirty="0">
                          <a:solidFill>
                            <a:schemeClr val="bg1"/>
                          </a:solidFill>
                          <a:latin typeface="Arial" panose="020B0604020202020204" pitchFamily="34" charset="0"/>
                          <a:cs typeface="Arial" panose="020B0604020202020204" pitchFamily="34" charset="0"/>
                        </a:rPr>
                        <a:t>Bread, Diapers</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tc>
                  <a:txBody>
                    <a:bodyPr/>
                    <a:lstStyle/>
                    <a:p>
                      <a:r>
                        <a:rPr lang="en-US" sz="1400" dirty="0">
                          <a:solidFill>
                            <a:schemeClr val="bg1"/>
                          </a:solidFill>
                          <a:latin typeface="Arial" panose="020B0604020202020204" pitchFamily="34" charset="0"/>
                          <a:cs typeface="Arial" panose="020B0604020202020204" pitchFamily="34" charset="0"/>
                        </a:rPr>
                        <a:t>1</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1659451821"/>
                  </a:ext>
                </a:extLst>
              </a:tr>
              <a:tr h="0">
                <a:tc>
                  <a:txBody>
                    <a:bodyPr/>
                    <a:lstStyle/>
                    <a:p>
                      <a:r>
                        <a:rPr lang="en-US" sz="1400" dirty="0">
                          <a:latin typeface="Arial" panose="020B0604020202020204" pitchFamily="34" charset="0"/>
                          <a:cs typeface="Arial" panose="020B0604020202020204" pitchFamily="34" charset="0"/>
                        </a:rPr>
                        <a:t>Bread,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270328"/>
                  </a:ext>
                </a:extLst>
              </a:tr>
              <a:tr h="0">
                <a:tc>
                  <a:txBody>
                    <a:bodyPr/>
                    <a:lstStyle/>
                    <a:p>
                      <a:r>
                        <a:rPr lang="en-US" sz="1400" dirty="0">
                          <a:solidFill>
                            <a:schemeClr val="bg1"/>
                          </a:solidFill>
                          <a:latin typeface="Arial" panose="020B0604020202020204" pitchFamily="34" charset="0"/>
                          <a:cs typeface="Arial" panose="020B0604020202020204" pitchFamily="34" charset="0"/>
                        </a:rPr>
                        <a:t>Bread, Beer</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tc>
                  <a:txBody>
                    <a:bodyPr/>
                    <a:lstStyle/>
                    <a:p>
                      <a:r>
                        <a:rPr lang="en-US" sz="1400" dirty="0">
                          <a:solidFill>
                            <a:schemeClr val="bg1"/>
                          </a:solidFill>
                          <a:latin typeface="Arial" panose="020B0604020202020204" pitchFamily="34" charset="0"/>
                          <a:cs typeface="Arial" panose="020B0604020202020204" pitchFamily="34" charset="0"/>
                        </a:rPr>
                        <a:t>0</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415385320"/>
                  </a:ext>
                </a:extLst>
              </a:tr>
              <a:tr h="0">
                <a:tc>
                  <a:txBody>
                    <a:bodyPr/>
                    <a:lstStyle/>
                    <a:p>
                      <a:r>
                        <a:rPr lang="en-US" sz="1400" dirty="0">
                          <a:solidFill>
                            <a:schemeClr val="bg1"/>
                          </a:solidFill>
                          <a:latin typeface="Arial" panose="020B0604020202020204" pitchFamily="34" charset="0"/>
                          <a:cs typeface="Arial" panose="020B0604020202020204" pitchFamily="34" charset="0"/>
                        </a:rPr>
                        <a:t>Butter, Diapers</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tc>
                  <a:txBody>
                    <a:bodyPr/>
                    <a:lstStyle/>
                    <a:p>
                      <a:r>
                        <a:rPr lang="en-US" sz="1400" dirty="0">
                          <a:solidFill>
                            <a:schemeClr val="bg1"/>
                          </a:solidFill>
                          <a:latin typeface="Arial" panose="020B0604020202020204" pitchFamily="34" charset="0"/>
                          <a:cs typeface="Arial" panose="020B0604020202020204" pitchFamily="34" charset="0"/>
                        </a:rPr>
                        <a:t>1</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907001840"/>
                  </a:ext>
                </a:extLst>
              </a:tr>
              <a:tr h="0">
                <a:tc>
                  <a:txBody>
                    <a:bodyPr/>
                    <a:lstStyle/>
                    <a:p>
                      <a:r>
                        <a:rPr lang="en-US" sz="1400" dirty="0">
                          <a:latin typeface="Arial" panose="020B0604020202020204" pitchFamily="34" charset="0"/>
                          <a:cs typeface="Arial" panose="020B0604020202020204" pitchFamily="34" charset="0"/>
                        </a:rPr>
                        <a:t>Butter,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55334916"/>
                  </a:ext>
                </a:extLst>
              </a:tr>
              <a:tr h="0">
                <a:tc>
                  <a:txBody>
                    <a:bodyPr/>
                    <a:lstStyle/>
                    <a:p>
                      <a:r>
                        <a:rPr lang="en-US" sz="1400" dirty="0">
                          <a:solidFill>
                            <a:schemeClr val="bg1"/>
                          </a:solidFill>
                          <a:latin typeface="Arial" panose="020B0604020202020204" pitchFamily="34" charset="0"/>
                          <a:cs typeface="Arial" panose="020B0604020202020204" pitchFamily="34" charset="0"/>
                        </a:rPr>
                        <a:t>Butter, Beer</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tc>
                  <a:txBody>
                    <a:bodyPr/>
                    <a:lstStyle/>
                    <a:p>
                      <a:r>
                        <a:rPr lang="en-US" sz="1400" dirty="0">
                          <a:solidFill>
                            <a:schemeClr val="bg1"/>
                          </a:solidFill>
                          <a:latin typeface="Arial" panose="020B0604020202020204" pitchFamily="34" charset="0"/>
                          <a:cs typeface="Arial" panose="020B0604020202020204" pitchFamily="34" charset="0"/>
                        </a:rPr>
                        <a:t>0</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351009060"/>
                  </a:ext>
                </a:extLst>
              </a:tr>
              <a:tr h="0">
                <a:tc>
                  <a:txBody>
                    <a:bodyPr/>
                    <a:lstStyle/>
                    <a:p>
                      <a:r>
                        <a:rPr lang="en-US" sz="1400" dirty="0">
                          <a:solidFill>
                            <a:schemeClr val="bg1"/>
                          </a:solidFill>
                          <a:latin typeface="Arial" panose="020B0604020202020204" pitchFamily="34" charset="0"/>
                          <a:cs typeface="Arial" panose="020B0604020202020204" pitchFamily="34" charset="0"/>
                        </a:rPr>
                        <a:t>Diapers, Milk</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tc>
                  <a:txBody>
                    <a:bodyPr/>
                    <a:lstStyle/>
                    <a:p>
                      <a:r>
                        <a:rPr lang="en-US" sz="1400" dirty="0">
                          <a:solidFill>
                            <a:schemeClr val="bg1"/>
                          </a:solidFill>
                          <a:latin typeface="Arial" panose="020B0604020202020204" pitchFamily="34" charset="0"/>
                          <a:cs typeface="Arial" panose="020B0604020202020204" pitchFamily="34" charset="0"/>
                        </a:rPr>
                        <a:t>1</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571121633"/>
                  </a:ext>
                </a:extLst>
              </a:tr>
              <a:tr h="0">
                <a:tc>
                  <a:txBody>
                    <a:bodyPr/>
                    <a:lstStyle/>
                    <a:p>
                      <a:r>
                        <a:rPr lang="en-US" sz="1400" dirty="0">
                          <a:latin typeface="Arial" panose="020B0604020202020204" pitchFamily="34" charset="0"/>
                          <a:cs typeface="Arial" panose="020B0604020202020204" pitchFamily="34" charset="0"/>
                        </a:rPr>
                        <a:t>Diapers, Beer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95818164"/>
                  </a:ext>
                </a:extLst>
              </a:tr>
              <a:tr h="0">
                <a:tc>
                  <a:txBody>
                    <a:bodyPr/>
                    <a:lstStyle/>
                    <a:p>
                      <a:r>
                        <a:rPr lang="en-US" sz="1400" dirty="0">
                          <a:solidFill>
                            <a:schemeClr val="bg1"/>
                          </a:solidFill>
                          <a:latin typeface="Arial" panose="020B0604020202020204" pitchFamily="34" charset="0"/>
                          <a:cs typeface="Arial" panose="020B0604020202020204" pitchFamily="34" charset="0"/>
                        </a:rPr>
                        <a:t>Milk, Beer</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tc>
                  <a:txBody>
                    <a:bodyPr/>
                    <a:lstStyle/>
                    <a:p>
                      <a:r>
                        <a:rPr lang="en-US" sz="1400" dirty="0">
                          <a:solidFill>
                            <a:schemeClr val="bg1"/>
                          </a:solidFill>
                          <a:latin typeface="Arial" panose="020B0604020202020204" pitchFamily="34" charset="0"/>
                          <a:cs typeface="Arial" panose="020B0604020202020204" pitchFamily="34" charset="0"/>
                        </a:rPr>
                        <a:t>0</a:t>
                      </a:r>
                      <a:endParaRPr lang="en-KE" sz="1400" dirty="0">
                        <a:solidFill>
                          <a:schemeClr val="bg1"/>
                        </a:solidFill>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879111743"/>
                  </a:ext>
                </a:extLst>
              </a:tr>
            </a:tbl>
          </a:graphicData>
        </a:graphic>
      </p:graphicFrame>
      <p:graphicFrame>
        <p:nvGraphicFramePr>
          <p:cNvPr id="11" name="Content Placeholder 1">
            <a:extLst>
              <a:ext uri="{FF2B5EF4-FFF2-40B4-BE49-F238E27FC236}">
                <a16:creationId xmlns:a16="http://schemas.microsoft.com/office/drawing/2014/main" id="{8DAE14B0-1CAA-C758-02D7-50E8F7070DCF}"/>
              </a:ext>
            </a:extLst>
          </p:cNvPr>
          <p:cNvGraphicFramePr>
            <a:graphicFrameLocks/>
          </p:cNvGraphicFramePr>
          <p:nvPr/>
        </p:nvGraphicFramePr>
        <p:xfrm>
          <a:off x="4094275" y="1752600"/>
          <a:ext cx="3456000" cy="1524000"/>
        </p:xfrm>
        <a:graphic>
          <a:graphicData uri="http://schemas.openxmlformats.org/drawingml/2006/table">
            <a:tbl>
              <a:tblPr firstRow="1" bandRow="1">
                <a:tableStyleId>{5C22544A-7EE6-4342-B048-85BDC9FD1C3A}</a:tableStyleId>
              </a:tblPr>
              <a:tblGrid>
                <a:gridCol w="2016000">
                  <a:extLst>
                    <a:ext uri="{9D8B030D-6E8A-4147-A177-3AD203B41FA5}">
                      <a16:colId xmlns:a16="http://schemas.microsoft.com/office/drawing/2014/main" val="2417901996"/>
                    </a:ext>
                  </a:extLst>
                </a:gridCol>
                <a:gridCol w="1440000">
                  <a:extLst>
                    <a:ext uri="{9D8B030D-6E8A-4147-A177-3AD203B41FA5}">
                      <a16:colId xmlns:a16="http://schemas.microsoft.com/office/drawing/2014/main" val="1315115646"/>
                    </a:ext>
                  </a:extLst>
                </a:gridCol>
              </a:tblGrid>
              <a:tr h="125047">
                <a:tc>
                  <a:txBody>
                    <a:bodyPr/>
                    <a:lstStyle/>
                    <a:p>
                      <a:r>
                        <a:rPr lang="en-US" sz="1400" dirty="0">
                          <a:latin typeface="Arial" panose="020B0604020202020204" pitchFamily="34" charset="0"/>
                          <a:cs typeface="Arial" panose="020B0604020202020204" pitchFamily="34" charset="0"/>
                        </a:rPr>
                        <a:t>2 – Frequent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88635383"/>
                  </a:ext>
                </a:extLst>
              </a:tr>
              <a:tr h="125047">
                <a:tc>
                  <a:txBody>
                    <a:bodyPr/>
                    <a:lstStyle/>
                    <a:p>
                      <a:r>
                        <a:rPr lang="en-US" sz="1400" dirty="0">
                          <a:latin typeface="Arial" panose="020B0604020202020204" pitchFamily="34" charset="0"/>
                          <a:cs typeface="Arial" panose="020B0604020202020204" pitchFamily="34" charset="0"/>
                        </a:rPr>
                        <a:t>Bread, Butter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9416215"/>
                  </a:ext>
                </a:extLst>
              </a:tr>
              <a:tr h="125047">
                <a:tc>
                  <a:txBody>
                    <a:bodyPr/>
                    <a:lstStyle/>
                    <a:p>
                      <a:r>
                        <a:rPr lang="en-US" sz="1400" dirty="0">
                          <a:latin typeface="Arial" panose="020B0604020202020204" pitchFamily="34" charset="0"/>
                          <a:cs typeface="Arial" panose="020B0604020202020204" pitchFamily="34" charset="0"/>
                        </a:rPr>
                        <a:t>Bread,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830915"/>
                  </a:ext>
                </a:extLst>
              </a:tr>
              <a:tr h="125047">
                <a:tc>
                  <a:txBody>
                    <a:bodyPr/>
                    <a:lstStyle/>
                    <a:p>
                      <a:r>
                        <a:rPr lang="en-US" sz="1400" dirty="0">
                          <a:latin typeface="Arial" panose="020B0604020202020204" pitchFamily="34" charset="0"/>
                          <a:cs typeface="Arial" panose="020B0604020202020204" pitchFamily="34" charset="0"/>
                        </a:rPr>
                        <a:t>Butter,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48573576"/>
                  </a:ext>
                </a:extLst>
              </a:tr>
              <a:tr h="125047">
                <a:tc>
                  <a:txBody>
                    <a:bodyPr/>
                    <a:lstStyle/>
                    <a:p>
                      <a:r>
                        <a:rPr lang="en-US" sz="1400" dirty="0">
                          <a:latin typeface="Arial" panose="020B0604020202020204" pitchFamily="34" charset="0"/>
                          <a:cs typeface="Arial" panose="020B0604020202020204" pitchFamily="34" charset="0"/>
                        </a:rPr>
                        <a:t>Diapers, Beer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40189894"/>
                  </a:ext>
                </a:extLst>
              </a:tr>
            </a:tbl>
          </a:graphicData>
        </a:graphic>
      </p:graphicFrame>
      <p:sp>
        <p:nvSpPr>
          <p:cNvPr id="12" name="TextBox 11">
            <a:extLst>
              <a:ext uri="{FF2B5EF4-FFF2-40B4-BE49-F238E27FC236}">
                <a16:creationId xmlns:a16="http://schemas.microsoft.com/office/drawing/2014/main" id="{29E21AC0-E753-AE42-4603-9D1B78B24137}"/>
              </a:ext>
            </a:extLst>
          </p:cNvPr>
          <p:cNvSpPr txBox="1"/>
          <p:nvPr/>
        </p:nvSpPr>
        <p:spPr>
          <a:xfrm>
            <a:off x="334963" y="1449388"/>
            <a:ext cx="28800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Bread, Butter, Diapers, Milk, Beer</a:t>
            </a:r>
            <a:endParaRPr lang="en-KE" sz="14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2A734A9-8145-1453-85DA-78D4EEBC9BBC}"/>
              </a:ext>
            </a:extLst>
          </p:cNvPr>
          <p:cNvSpPr txBox="1"/>
          <p:nvPr/>
        </p:nvSpPr>
        <p:spPr>
          <a:xfrm>
            <a:off x="8969831" y="1457100"/>
            <a:ext cx="2880000" cy="307777"/>
          </a:xfrm>
          <a:prstGeom prst="rect">
            <a:avLst/>
          </a:prstGeom>
          <a:noFill/>
        </p:spPr>
        <p:txBody>
          <a:bodyPr wrap="square" rtlCol="0">
            <a:spAutoFit/>
          </a:bodyPr>
          <a:lstStyle/>
          <a:p>
            <a:pPr algn="r"/>
            <a:r>
              <a:rPr lang="en-US" sz="1400" dirty="0">
                <a:latin typeface="Arial" panose="020B0604020202020204" pitchFamily="34" charset="0"/>
                <a:cs typeface="Arial" panose="020B0604020202020204" pitchFamily="34" charset="0"/>
              </a:rPr>
              <a:t>Bread, Butter, Milk</a:t>
            </a:r>
            <a:endParaRPr lang="en-KE" sz="1400" dirty="0">
              <a:latin typeface="Arial" panose="020B0604020202020204" pitchFamily="34" charset="0"/>
              <a:cs typeface="Arial" panose="020B0604020202020204" pitchFamily="34" charset="0"/>
            </a:endParaRPr>
          </a:p>
        </p:txBody>
      </p:sp>
      <p:graphicFrame>
        <p:nvGraphicFramePr>
          <p:cNvPr id="15" name="Content Placeholder 9">
            <a:extLst>
              <a:ext uri="{FF2B5EF4-FFF2-40B4-BE49-F238E27FC236}">
                <a16:creationId xmlns:a16="http://schemas.microsoft.com/office/drawing/2014/main" id="{B5819881-F1D2-B78D-7056-7A370099A598}"/>
              </a:ext>
            </a:extLst>
          </p:cNvPr>
          <p:cNvGraphicFramePr>
            <a:graphicFrameLocks/>
          </p:cNvGraphicFramePr>
          <p:nvPr>
            <p:extLst>
              <p:ext uri="{D42A27DB-BD31-4B8C-83A1-F6EECF244321}">
                <p14:modId xmlns:p14="http://schemas.microsoft.com/office/powerpoint/2010/main" val="3810764254"/>
              </p:ext>
            </p:extLst>
          </p:nvPr>
        </p:nvGraphicFramePr>
        <p:xfrm>
          <a:off x="8553798" y="2106228"/>
          <a:ext cx="3444314" cy="930499"/>
        </p:xfrm>
        <a:graphic>
          <a:graphicData uri="http://schemas.openxmlformats.org/drawingml/2006/table">
            <a:tbl>
              <a:tblPr firstRow="1" bandRow="1">
                <a:tableStyleId>{5C22544A-7EE6-4342-B048-85BDC9FD1C3A}</a:tableStyleId>
              </a:tblPr>
              <a:tblGrid>
                <a:gridCol w="2004314">
                  <a:extLst>
                    <a:ext uri="{9D8B030D-6E8A-4147-A177-3AD203B41FA5}">
                      <a16:colId xmlns:a16="http://schemas.microsoft.com/office/drawing/2014/main" val="2892855040"/>
                    </a:ext>
                  </a:extLst>
                </a:gridCol>
                <a:gridCol w="1440000">
                  <a:extLst>
                    <a:ext uri="{9D8B030D-6E8A-4147-A177-3AD203B41FA5}">
                      <a16:colId xmlns:a16="http://schemas.microsoft.com/office/drawing/2014/main" val="3629336983"/>
                    </a:ext>
                  </a:extLst>
                </a:gridCol>
              </a:tblGrid>
              <a:tr h="625699">
                <a:tc>
                  <a:txBody>
                    <a:bodyPr/>
                    <a:lstStyle/>
                    <a:p>
                      <a:r>
                        <a:rPr lang="en-US" sz="1400" dirty="0">
                          <a:latin typeface="Arial" panose="020B0604020202020204" pitchFamily="34" charset="0"/>
                          <a:cs typeface="Arial" panose="020B0604020202020204" pitchFamily="34" charset="0"/>
                        </a:rPr>
                        <a:t>3 – Frequent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7660023"/>
                  </a:ext>
                </a:extLst>
              </a:tr>
              <a:tr h="0">
                <a:tc>
                  <a:txBody>
                    <a:bodyPr/>
                    <a:lstStyle/>
                    <a:p>
                      <a:r>
                        <a:rPr lang="en-US" sz="1400" dirty="0">
                          <a:latin typeface="Arial" panose="020B0604020202020204" pitchFamily="34" charset="0"/>
                          <a:cs typeface="Arial" panose="020B0604020202020204" pitchFamily="34" charset="0"/>
                        </a:rPr>
                        <a:t>Bread, Butter,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p>
                  </a:txBody>
                  <a:tcPr/>
                </a:tc>
                <a:extLst>
                  <a:ext uri="{0D108BD9-81ED-4DB2-BD59-A6C34878D82A}">
                    <a16:rowId xmlns:a16="http://schemas.microsoft.com/office/drawing/2014/main" val="2921566105"/>
                  </a:ext>
                </a:extLst>
              </a:tr>
            </a:tbl>
          </a:graphicData>
        </a:graphic>
      </p:graphicFrame>
      <p:sp>
        <p:nvSpPr>
          <p:cNvPr id="16" name="TextBox 15">
            <a:extLst>
              <a:ext uri="{FF2B5EF4-FFF2-40B4-BE49-F238E27FC236}">
                <a16:creationId xmlns:a16="http://schemas.microsoft.com/office/drawing/2014/main" id="{25E7947F-70C1-5322-8A56-776070DE33DC}"/>
              </a:ext>
            </a:extLst>
          </p:cNvPr>
          <p:cNvSpPr txBox="1"/>
          <p:nvPr/>
        </p:nvSpPr>
        <p:spPr>
          <a:xfrm>
            <a:off x="3340227" y="2106228"/>
            <a:ext cx="544286" cy="707886"/>
          </a:xfrm>
          <a:prstGeom prst="rect">
            <a:avLst/>
          </a:prstGeom>
          <a:noFill/>
        </p:spPr>
        <p:txBody>
          <a:bodyPr wrap="square" rtlCol="0">
            <a:spAutoFit/>
          </a:bodyPr>
          <a:lstStyle/>
          <a:p>
            <a:r>
              <a:rPr lang="en-KE" sz="4000" b="1" dirty="0">
                <a:latin typeface="Abadi" panose="020F0502020204030204" pitchFamily="34" charset="0"/>
              </a:rPr>
              <a:t>→</a:t>
            </a:r>
            <a:endParaRPr lang="en-KE" sz="4000" b="1" dirty="0"/>
          </a:p>
        </p:txBody>
      </p:sp>
      <p:sp>
        <p:nvSpPr>
          <p:cNvPr id="17" name="TextBox 16">
            <a:extLst>
              <a:ext uri="{FF2B5EF4-FFF2-40B4-BE49-F238E27FC236}">
                <a16:creationId xmlns:a16="http://schemas.microsoft.com/office/drawing/2014/main" id="{A11F882A-4E22-C853-FB4D-0CC6D67DEFDA}"/>
              </a:ext>
            </a:extLst>
          </p:cNvPr>
          <p:cNvSpPr txBox="1"/>
          <p:nvPr/>
        </p:nvSpPr>
        <p:spPr>
          <a:xfrm>
            <a:off x="7604705" y="2106228"/>
            <a:ext cx="544286" cy="707886"/>
          </a:xfrm>
          <a:prstGeom prst="rect">
            <a:avLst/>
          </a:prstGeom>
          <a:noFill/>
        </p:spPr>
        <p:txBody>
          <a:bodyPr wrap="square" rtlCol="0">
            <a:spAutoFit/>
          </a:bodyPr>
          <a:lstStyle/>
          <a:p>
            <a:r>
              <a:rPr lang="en-KE" sz="4000" b="1" dirty="0">
                <a:latin typeface="Abadi" panose="020F0502020204030204" pitchFamily="34" charset="0"/>
              </a:rPr>
              <a:t>→</a:t>
            </a:r>
            <a:endParaRPr lang="en-KE" sz="4000" b="1" dirty="0"/>
          </a:p>
        </p:txBody>
      </p:sp>
    </p:spTree>
    <p:extLst>
      <p:ext uri="{BB962C8B-B14F-4D97-AF65-F5344CB8AC3E}">
        <p14:creationId xmlns:p14="http://schemas.microsoft.com/office/powerpoint/2010/main" val="2099692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937A-C7AF-10AA-05F9-9B916E200452}"/>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DCFBF19D-59A9-F3FC-5D8E-15BA928224AB}"/>
              </a:ext>
            </a:extLst>
          </p:cNvPr>
          <p:cNvGraphicFramePr>
            <a:graphicFrameLocks/>
          </p:cNvGraphicFramePr>
          <p:nvPr/>
        </p:nvGraphicFramePr>
        <p:xfrm>
          <a:off x="342169" y="1457100"/>
          <a:ext cx="3456000" cy="1828800"/>
        </p:xfrm>
        <a:graphic>
          <a:graphicData uri="http://schemas.openxmlformats.org/drawingml/2006/table">
            <a:tbl>
              <a:tblPr firstRow="1" bandRow="1">
                <a:tableStyleId>{5C22544A-7EE6-4342-B048-85BDC9FD1C3A}</a:tableStyleId>
              </a:tblPr>
              <a:tblGrid>
                <a:gridCol w="2016000">
                  <a:extLst>
                    <a:ext uri="{9D8B030D-6E8A-4147-A177-3AD203B41FA5}">
                      <a16:colId xmlns:a16="http://schemas.microsoft.com/office/drawing/2014/main" val="2417901996"/>
                    </a:ext>
                  </a:extLst>
                </a:gridCol>
                <a:gridCol w="1440000">
                  <a:extLst>
                    <a:ext uri="{9D8B030D-6E8A-4147-A177-3AD203B41FA5}">
                      <a16:colId xmlns:a16="http://schemas.microsoft.com/office/drawing/2014/main" val="1315115646"/>
                    </a:ext>
                  </a:extLst>
                </a:gridCol>
              </a:tblGrid>
              <a:tr h="0">
                <a:tc>
                  <a:txBody>
                    <a:bodyPr/>
                    <a:lstStyle/>
                    <a:p>
                      <a:r>
                        <a:rPr lang="en-US" sz="1400" dirty="0">
                          <a:latin typeface="Arial" panose="020B0604020202020204" pitchFamily="34" charset="0"/>
                          <a:cs typeface="Arial" panose="020B0604020202020204" pitchFamily="34" charset="0"/>
                        </a:rPr>
                        <a:t>1 – Frequent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88635383"/>
                  </a:ext>
                </a:extLst>
              </a:tr>
              <a:tr h="0">
                <a:tc>
                  <a:txBody>
                    <a:bodyPr/>
                    <a:lstStyle/>
                    <a:p>
                      <a:r>
                        <a:rPr lang="en-US" sz="1400" dirty="0">
                          <a:latin typeface="Arial" panose="020B0604020202020204" pitchFamily="34" charset="0"/>
                          <a:cs typeface="Arial" panose="020B0604020202020204" pitchFamily="34" charset="0"/>
                        </a:rPr>
                        <a:t>Bread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9416215"/>
                  </a:ext>
                </a:extLst>
              </a:tr>
              <a:tr h="0">
                <a:tc>
                  <a:txBody>
                    <a:bodyPr/>
                    <a:lstStyle/>
                    <a:p>
                      <a:r>
                        <a:rPr lang="en-US" sz="1400" dirty="0">
                          <a:latin typeface="Arial" panose="020B0604020202020204" pitchFamily="34" charset="0"/>
                          <a:cs typeface="Arial" panose="020B0604020202020204" pitchFamily="34" charset="0"/>
                        </a:rPr>
                        <a:t>Butter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830915"/>
                  </a:ext>
                </a:extLst>
              </a:tr>
              <a:tr h="0">
                <a:tc>
                  <a:txBody>
                    <a:bodyPr/>
                    <a:lstStyle/>
                    <a:p>
                      <a:r>
                        <a:rPr lang="en-US" sz="1400" dirty="0">
                          <a:latin typeface="Arial" panose="020B0604020202020204" pitchFamily="34" charset="0"/>
                          <a:cs typeface="Arial" panose="020B0604020202020204" pitchFamily="34" charset="0"/>
                        </a:rPr>
                        <a:t>Diapers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48573576"/>
                  </a:ext>
                </a:extLst>
              </a:tr>
              <a:tr h="0">
                <a:tc>
                  <a:txBody>
                    <a:bodyPr/>
                    <a:lstStyle/>
                    <a:p>
                      <a:r>
                        <a:rPr lang="en-US" sz="1400" dirty="0">
                          <a:latin typeface="Arial" panose="020B0604020202020204" pitchFamily="34" charset="0"/>
                          <a:cs typeface="Arial" panose="020B0604020202020204" pitchFamily="34" charset="0"/>
                        </a:rPr>
                        <a:t>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40189894"/>
                  </a:ext>
                </a:extLst>
              </a:tr>
              <a:tr h="0">
                <a:tc>
                  <a:txBody>
                    <a:bodyPr/>
                    <a:lstStyle/>
                    <a:p>
                      <a:r>
                        <a:rPr lang="en-US" sz="1400" dirty="0">
                          <a:latin typeface="Arial" panose="020B0604020202020204" pitchFamily="34" charset="0"/>
                          <a:cs typeface="Arial" panose="020B0604020202020204" pitchFamily="34" charset="0"/>
                        </a:rPr>
                        <a:t>Beer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37195528"/>
                  </a:ext>
                </a:extLst>
              </a:tr>
            </a:tbl>
          </a:graphicData>
        </a:graphic>
      </p:graphicFrame>
      <p:sp>
        <p:nvSpPr>
          <p:cNvPr id="4" name="Title 3">
            <a:extLst>
              <a:ext uri="{FF2B5EF4-FFF2-40B4-BE49-F238E27FC236}">
                <a16:creationId xmlns:a16="http://schemas.microsoft.com/office/drawing/2014/main" id="{87F7E8BF-31E9-D9C6-067E-882A22BFCA09}"/>
              </a:ext>
            </a:extLst>
          </p:cNvPr>
          <p:cNvSpPr>
            <a:spLocks noGrp="1"/>
          </p:cNvSpPr>
          <p:nvPr>
            <p:ph type="title"/>
          </p:nvPr>
        </p:nvSpPr>
        <p:spPr>
          <a:xfrm>
            <a:off x="380999" y="391886"/>
            <a:ext cx="11476037" cy="718457"/>
          </a:xfrm>
        </p:spPr>
        <p:txBody>
          <a:bodyPr>
            <a:normAutofit/>
          </a:bodyPr>
          <a:lstStyle/>
          <a:p>
            <a:r>
              <a:rPr lang="en-US" b="1" dirty="0" err="1">
                <a:latin typeface="Arial" panose="020B0604020202020204" pitchFamily="34" charset="0"/>
                <a:cs typeface="Arial" panose="020B0604020202020204" pitchFamily="34" charset="0"/>
              </a:rPr>
              <a:t>Apriori</a:t>
            </a:r>
            <a:r>
              <a:rPr lang="en-US" b="1" dirty="0">
                <a:latin typeface="Arial" panose="020B0604020202020204" pitchFamily="34" charset="0"/>
                <a:cs typeface="Arial" panose="020B0604020202020204" pitchFamily="34" charset="0"/>
              </a:rPr>
              <a:t> Algorithm - Example</a:t>
            </a:r>
            <a:endParaRPr lang="en-KE" b="1" dirty="0">
              <a:latin typeface="Arial" panose="020B0604020202020204" pitchFamily="34" charset="0"/>
              <a:cs typeface="Arial" panose="020B0604020202020204" pitchFamily="34" charset="0"/>
            </a:endParaRPr>
          </a:p>
        </p:txBody>
      </p:sp>
      <p:graphicFrame>
        <p:nvGraphicFramePr>
          <p:cNvPr id="11" name="Content Placeholder 1">
            <a:extLst>
              <a:ext uri="{FF2B5EF4-FFF2-40B4-BE49-F238E27FC236}">
                <a16:creationId xmlns:a16="http://schemas.microsoft.com/office/drawing/2014/main" id="{795185F2-7DB9-BD0D-74BA-1FA6C9A5864C}"/>
              </a:ext>
            </a:extLst>
          </p:cNvPr>
          <p:cNvGraphicFramePr>
            <a:graphicFrameLocks/>
          </p:cNvGraphicFramePr>
          <p:nvPr/>
        </p:nvGraphicFramePr>
        <p:xfrm>
          <a:off x="323277" y="3713050"/>
          <a:ext cx="3456000" cy="1524000"/>
        </p:xfrm>
        <a:graphic>
          <a:graphicData uri="http://schemas.openxmlformats.org/drawingml/2006/table">
            <a:tbl>
              <a:tblPr firstRow="1" bandRow="1">
                <a:tableStyleId>{5C22544A-7EE6-4342-B048-85BDC9FD1C3A}</a:tableStyleId>
              </a:tblPr>
              <a:tblGrid>
                <a:gridCol w="2016000">
                  <a:extLst>
                    <a:ext uri="{9D8B030D-6E8A-4147-A177-3AD203B41FA5}">
                      <a16:colId xmlns:a16="http://schemas.microsoft.com/office/drawing/2014/main" val="2417901996"/>
                    </a:ext>
                  </a:extLst>
                </a:gridCol>
                <a:gridCol w="1440000">
                  <a:extLst>
                    <a:ext uri="{9D8B030D-6E8A-4147-A177-3AD203B41FA5}">
                      <a16:colId xmlns:a16="http://schemas.microsoft.com/office/drawing/2014/main" val="1315115646"/>
                    </a:ext>
                  </a:extLst>
                </a:gridCol>
              </a:tblGrid>
              <a:tr h="125047">
                <a:tc>
                  <a:txBody>
                    <a:bodyPr/>
                    <a:lstStyle/>
                    <a:p>
                      <a:r>
                        <a:rPr lang="en-US" sz="1400" dirty="0">
                          <a:latin typeface="Arial" panose="020B0604020202020204" pitchFamily="34" charset="0"/>
                          <a:cs typeface="Arial" panose="020B0604020202020204" pitchFamily="34" charset="0"/>
                        </a:rPr>
                        <a:t>2 – Frequent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88635383"/>
                  </a:ext>
                </a:extLst>
              </a:tr>
              <a:tr h="125047">
                <a:tc>
                  <a:txBody>
                    <a:bodyPr/>
                    <a:lstStyle/>
                    <a:p>
                      <a:r>
                        <a:rPr lang="en-US" sz="1400" dirty="0">
                          <a:latin typeface="Arial" panose="020B0604020202020204" pitchFamily="34" charset="0"/>
                          <a:cs typeface="Arial" panose="020B0604020202020204" pitchFamily="34" charset="0"/>
                        </a:rPr>
                        <a:t>Bread, Butter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9416215"/>
                  </a:ext>
                </a:extLst>
              </a:tr>
              <a:tr h="125047">
                <a:tc>
                  <a:txBody>
                    <a:bodyPr/>
                    <a:lstStyle/>
                    <a:p>
                      <a:r>
                        <a:rPr lang="en-US" sz="1400" dirty="0">
                          <a:latin typeface="Arial" panose="020B0604020202020204" pitchFamily="34" charset="0"/>
                          <a:cs typeface="Arial" panose="020B0604020202020204" pitchFamily="34" charset="0"/>
                        </a:rPr>
                        <a:t>Bread,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830915"/>
                  </a:ext>
                </a:extLst>
              </a:tr>
              <a:tr h="125047">
                <a:tc>
                  <a:txBody>
                    <a:bodyPr/>
                    <a:lstStyle/>
                    <a:p>
                      <a:r>
                        <a:rPr lang="en-US" sz="1400" dirty="0">
                          <a:latin typeface="Arial" panose="020B0604020202020204" pitchFamily="34" charset="0"/>
                          <a:cs typeface="Arial" panose="020B0604020202020204" pitchFamily="34" charset="0"/>
                        </a:rPr>
                        <a:t>Butter,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48573576"/>
                  </a:ext>
                </a:extLst>
              </a:tr>
              <a:tr h="125047">
                <a:tc>
                  <a:txBody>
                    <a:bodyPr/>
                    <a:lstStyle/>
                    <a:p>
                      <a:r>
                        <a:rPr lang="en-US" sz="1400" dirty="0">
                          <a:latin typeface="Arial" panose="020B0604020202020204" pitchFamily="34" charset="0"/>
                          <a:cs typeface="Arial" panose="020B0604020202020204" pitchFamily="34" charset="0"/>
                        </a:rPr>
                        <a:t>Diapers, Beer</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40189894"/>
                  </a:ext>
                </a:extLst>
              </a:tr>
            </a:tbl>
          </a:graphicData>
        </a:graphic>
      </p:graphicFrame>
      <p:graphicFrame>
        <p:nvGraphicFramePr>
          <p:cNvPr id="15" name="Content Placeholder 9">
            <a:extLst>
              <a:ext uri="{FF2B5EF4-FFF2-40B4-BE49-F238E27FC236}">
                <a16:creationId xmlns:a16="http://schemas.microsoft.com/office/drawing/2014/main" id="{86CFDBC6-8167-5487-BDC4-7A6B7DB03A3E}"/>
              </a:ext>
            </a:extLst>
          </p:cNvPr>
          <p:cNvGraphicFramePr>
            <a:graphicFrameLocks/>
          </p:cNvGraphicFramePr>
          <p:nvPr/>
        </p:nvGraphicFramePr>
        <p:xfrm>
          <a:off x="334963" y="5664200"/>
          <a:ext cx="3444314" cy="609600"/>
        </p:xfrm>
        <a:graphic>
          <a:graphicData uri="http://schemas.openxmlformats.org/drawingml/2006/table">
            <a:tbl>
              <a:tblPr firstRow="1" bandRow="1">
                <a:tableStyleId>{5C22544A-7EE6-4342-B048-85BDC9FD1C3A}</a:tableStyleId>
              </a:tblPr>
              <a:tblGrid>
                <a:gridCol w="2004314">
                  <a:extLst>
                    <a:ext uri="{9D8B030D-6E8A-4147-A177-3AD203B41FA5}">
                      <a16:colId xmlns:a16="http://schemas.microsoft.com/office/drawing/2014/main" val="2892855040"/>
                    </a:ext>
                  </a:extLst>
                </a:gridCol>
                <a:gridCol w="1440000">
                  <a:extLst>
                    <a:ext uri="{9D8B030D-6E8A-4147-A177-3AD203B41FA5}">
                      <a16:colId xmlns:a16="http://schemas.microsoft.com/office/drawing/2014/main" val="3629336983"/>
                    </a:ext>
                  </a:extLst>
                </a:gridCol>
              </a:tblGrid>
              <a:tr h="0">
                <a:tc>
                  <a:txBody>
                    <a:bodyPr/>
                    <a:lstStyle/>
                    <a:p>
                      <a:r>
                        <a:rPr lang="en-US" sz="1400" dirty="0">
                          <a:latin typeface="Arial" panose="020B0604020202020204" pitchFamily="34" charset="0"/>
                          <a:cs typeface="Arial" panose="020B0604020202020204" pitchFamily="34" charset="0"/>
                        </a:rPr>
                        <a:t>3 – Frequent Item 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Support Count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7660023"/>
                  </a:ext>
                </a:extLst>
              </a:tr>
              <a:tr h="0">
                <a:tc>
                  <a:txBody>
                    <a:bodyPr/>
                    <a:lstStyle/>
                    <a:p>
                      <a:r>
                        <a:rPr lang="en-US" sz="1400" dirty="0">
                          <a:latin typeface="Arial" panose="020B0604020202020204" pitchFamily="34" charset="0"/>
                          <a:cs typeface="Arial" panose="020B0604020202020204" pitchFamily="34" charset="0"/>
                        </a:rPr>
                        <a:t>Bread, Butter, Milk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p>
                  </a:txBody>
                  <a:tcPr/>
                </a:tc>
                <a:extLst>
                  <a:ext uri="{0D108BD9-81ED-4DB2-BD59-A6C34878D82A}">
                    <a16:rowId xmlns:a16="http://schemas.microsoft.com/office/drawing/2014/main" val="2921566105"/>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C74B8A2-FF70-6FBA-674D-4F28E825BC5B}"/>
                  </a:ext>
                </a:extLst>
              </p:cNvPr>
              <p:cNvSpPr txBox="1"/>
              <p:nvPr/>
            </p:nvSpPr>
            <p:spPr>
              <a:xfrm>
                <a:off x="4299857" y="1457100"/>
                <a:ext cx="7549974" cy="963790"/>
              </a:xfrm>
              <a:prstGeom prst="rect">
                <a:avLst/>
              </a:prstGeom>
              <a:noFill/>
            </p:spPr>
            <p:txBody>
              <a:bodyPr wrap="square" rtlCol="0">
                <a:spAutoFit/>
              </a:bodyPr>
              <a:lstStyle/>
              <a:p>
                <a:pPr marL="285750" indent="-285750">
                  <a:spcBef>
                    <a:spcPts val="200"/>
                  </a:spcBef>
                  <a:spcAft>
                    <a:spcPts val="200"/>
                  </a:spcAft>
                  <a:buFont typeface="Arial" panose="020B0604020202020204" pitchFamily="34" charset="0"/>
                  <a:buChar char="•"/>
                </a:pPr>
                <a:r>
                  <a:rPr lang="en-US" sz="1400" dirty="0">
                    <a:latin typeface="Arial" panose="020B0604020202020204" pitchFamily="34" charset="0"/>
                    <a:cs typeface="Arial" panose="020B0604020202020204" pitchFamily="34" charset="0"/>
                  </a:rPr>
                  <a:t>Minimum confidence = 70%</a:t>
                </a:r>
              </a:p>
              <a:p>
                <a:pPr marL="285750" indent="-285750">
                  <a:spcBef>
                    <a:spcPts val="200"/>
                  </a:spcBef>
                  <a:spcAft>
                    <a:spcPts val="200"/>
                  </a:spcAft>
                  <a:buFont typeface="Arial" panose="020B0604020202020204" pitchFamily="34" charset="0"/>
                  <a:buChar char="•"/>
                </a:pPr>
                <a14:m>
                  <m:oMath xmlns:m="http://schemas.openxmlformats.org/officeDocument/2006/math">
                    <m:r>
                      <a:rPr lang="en-US" sz="1400" i="1">
                        <a:latin typeface="Cambria Math" panose="02040503050406030204" pitchFamily="18" charset="0"/>
                        <a:cs typeface="Arial" panose="020B0604020202020204" pitchFamily="34" charset="0"/>
                      </a:rPr>
                      <m:t>𝐶𝑜𝑛𝑓𝑖𝑑𝑒𝑛𝑐𝑒</m:t>
                    </m:r>
                    <m:d>
                      <m:dPr>
                        <m:ctrlPr>
                          <a:rPr lang="en-US" sz="1400" i="1">
                            <a:latin typeface="Cambria Math" panose="02040503050406030204" pitchFamily="18" charset="0"/>
                            <a:cs typeface="Arial" panose="020B0604020202020204" pitchFamily="34" charset="0"/>
                          </a:rPr>
                        </m:ctrlPr>
                      </m:dPr>
                      <m:e>
                        <m:r>
                          <a:rPr lang="en-US" sz="1400" i="1">
                            <a:latin typeface="Cambria Math" panose="02040503050406030204" pitchFamily="18" charset="0"/>
                            <a:cs typeface="Arial" panose="020B0604020202020204" pitchFamily="34" charset="0"/>
                          </a:rPr>
                          <m:t>𝐴</m:t>
                        </m:r>
                        <m:r>
                          <a:rPr lang="en-US" sz="1400" i="1">
                            <a:latin typeface="Cambria Math" panose="02040503050406030204" pitchFamily="18" charset="0"/>
                            <a:ea typeface="Cambria Math" panose="02040503050406030204" pitchFamily="18" charset="0"/>
                            <a:cs typeface="Arial" panose="020B0604020202020204" pitchFamily="34" charset="0"/>
                          </a:rPr>
                          <m:t>→</m:t>
                        </m:r>
                        <m:r>
                          <a:rPr lang="en-US" sz="1400" i="1">
                            <a:latin typeface="Cambria Math" panose="02040503050406030204" pitchFamily="18" charset="0"/>
                            <a:ea typeface="Cambria Math" panose="02040503050406030204" pitchFamily="18" charset="0"/>
                            <a:cs typeface="Arial" panose="020B0604020202020204" pitchFamily="34" charset="0"/>
                          </a:rPr>
                          <m:t>𝐵</m:t>
                        </m:r>
                      </m:e>
                    </m:d>
                    <m:r>
                      <a:rPr lang="en-US" sz="1400">
                        <a:latin typeface="Cambria Math" panose="02040503050406030204" pitchFamily="18" charset="0"/>
                        <a:cs typeface="Arial" panose="020B0604020202020204" pitchFamily="34" charset="0"/>
                      </a:rPr>
                      <m:t>=</m:t>
                    </m:r>
                    <m:f>
                      <m:fPr>
                        <m:ctrlPr>
                          <a:rPr lang="en-US" sz="1400" i="1">
                            <a:latin typeface="Cambria Math" panose="02040503050406030204" pitchFamily="18" charset="0"/>
                            <a:cs typeface="Arial" panose="020B0604020202020204" pitchFamily="34" charset="0"/>
                          </a:rPr>
                        </m:ctrlPr>
                      </m:fPr>
                      <m:num>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𝑜𝑓</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𝑡𝑟𝑎𝑛𝑠𝑎𝑐𝑡𝑖𝑜𝑛𝑠</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𝑐𝑜𝑛𝑡𝑎𝑖𝑛𝑖𝑛𝑔</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𝐴</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𝑎𝑛𝑑</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𝐵</m:t>
                        </m:r>
                      </m:num>
                      <m:den>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𝑜𝑓</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𝑡𝑟𝑎𝑛𝑠𝑎𝑐𝑡𝑖𝑜𝑛𝑠</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𝑐𝑜𝑛𝑡𝑎𝑖𝑛𝑖𝑛𝑔</m:t>
                        </m:r>
                        <m:r>
                          <a:rPr lang="en-US" sz="1400" i="1">
                            <a:latin typeface="Cambria Math" panose="02040503050406030204" pitchFamily="18" charset="0"/>
                            <a:cs typeface="Arial" panose="020B0604020202020204" pitchFamily="34" charset="0"/>
                          </a:rPr>
                          <m:t> </m:t>
                        </m:r>
                        <m:r>
                          <a:rPr lang="en-US" sz="1400" i="1">
                            <a:latin typeface="Cambria Math" panose="02040503050406030204" pitchFamily="18" charset="0"/>
                            <a:cs typeface="Arial" panose="020B0604020202020204" pitchFamily="34" charset="0"/>
                          </a:rPr>
                          <m:t>𝐴</m:t>
                        </m:r>
                      </m:den>
                    </m:f>
                    <m:r>
                      <m:rPr>
                        <m:nor/>
                      </m:rPr>
                      <a:rPr lang="en-US" sz="1400" dirty="0">
                        <a:latin typeface="Arial" panose="020B0604020202020204" pitchFamily="34" charset="0"/>
                        <a:cs typeface="Arial" panose="020B0604020202020204" pitchFamily="34" charset="0"/>
                      </a:rPr>
                      <m:t> </m:t>
                    </m:r>
                  </m:oMath>
                </a14:m>
                <a:endParaRPr lang="en-US" sz="1400" dirty="0">
                  <a:latin typeface="Arial" panose="020B0604020202020204" pitchFamily="34" charset="0"/>
                  <a:cs typeface="Arial" panose="020B0604020202020204" pitchFamily="34" charset="0"/>
                </a:endParaRPr>
              </a:p>
              <a:p>
                <a:pPr marL="285750" indent="-285750">
                  <a:spcBef>
                    <a:spcPts val="200"/>
                  </a:spcBef>
                  <a:spcAft>
                    <a:spcPts val="200"/>
                  </a:spcAft>
                  <a:buFont typeface="Arial" panose="020B0604020202020204" pitchFamily="34" charset="0"/>
                  <a:buChar char="•"/>
                </a:pPr>
                <a:r>
                  <a:rPr lang="en-US" sz="1400" dirty="0">
                    <a:latin typeface="Arial" panose="020B0604020202020204" pitchFamily="34" charset="0"/>
                    <a:cs typeface="Arial" panose="020B0604020202020204" pitchFamily="34" charset="0"/>
                  </a:rPr>
                  <a:t>There are 5 frequent </a:t>
                </a:r>
                <a:r>
                  <a:rPr lang="en-US" sz="1400" dirty="0" err="1">
                    <a:latin typeface="Arial" panose="020B0604020202020204" pitchFamily="34" charset="0"/>
                    <a:cs typeface="Arial" panose="020B0604020202020204" pitchFamily="34" charset="0"/>
                  </a:rPr>
                  <a:t>itemsets</a:t>
                </a:r>
                <a:r>
                  <a:rPr lang="en-US" sz="1400" dirty="0">
                    <a:latin typeface="Arial" panose="020B0604020202020204" pitchFamily="34" charset="0"/>
                    <a:cs typeface="Arial" panose="020B0604020202020204" pitchFamily="34" charset="0"/>
                  </a:rPr>
                  <a:t>:</a:t>
                </a:r>
              </a:p>
            </p:txBody>
          </p:sp>
        </mc:Choice>
        <mc:Fallback xmlns="">
          <p:sp>
            <p:nvSpPr>
              <p:cNvPr id="6" name="TextBox 5">
                <a:extLst>
                  <a:ext uri="{FF2B5EF4-FFF2-40B4-BE49-F238E27FC236}">
                    <a16:creationId xmlns:a16="http://schemas.microsoft.com/office/drawing/2014/main" id="{DC74B8A2-FF70-6FBA-674D-4F28E825BC5B}"/>
                  </a:ext>
                </a:extLst>
              </p:cNvPr>
              <p:cNvSpPr txBox="1">
                <a:spLocks noRot="1" noChangeAspect="1" noMove="1" noResize="1" noEditPoints="1" noAdjustHandles="1" noChangeArrowheads="1" noChangeShapeType="1" noTextEdit="1"/>
              </p:cNvSpPr>
              <p:nvPr/>
            </p:nvSpPr>
            <p:spPr>
              <a:xfrm>
                <a:off x="4299857" y="1457100"/>
                <a:ext cx="7549974" cy="963790"/>
              </a:xfrm>
              <a:prstGeom prst="rect">
                <a:avLst/>
              </a:prstGeom>
              <a:blipFill>
                <a:blip r:embed="rId2"/>
                <a:stretch>
                  <a:fillRect l="-81" t="-1266" b="-6329"/>
                </a:stretch>
              </a:blipFill>
            </p:spPr>
            <p:txBody>
              <a:bodyPr/>
              <a:lstStyle/>
              <a:p>
                <a:r>
                  <a:rPr lang="en-KE">
                    <a:noFill/>
                  </a:rPr>
                  <a:t> </a:t>
                </a:r>
              </a:p>
            </p:txBody>
          </p:sp>
        </mc:Fallback>
      </mc:AlternateContent>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4CF2B14B-F783-0855-9BA1-11B2A3E5EB54}"/>
                  </a:ext>
                </a:extLst>
              </p:cNvPr>
              <p:cNvGraphicFramePr>
                <a:graphicFrameLocks noGrp="1"/>
              </p:cNvGraphicFramePr>
              <p:nvPr>
                <p:extLst>
                  <p:ext uri="{D42A27DB-BD31-4B8C-83A1-F6EECF244321}">
                    <p14:modId xmlns:p14="http://schemas.microsoft.com/office/powerpoint/2010/main" val="1172364406"/>
                  </p:ext>
                </p:extLst>
              </p:nvPr>
            </p:nvGraphicFramePr>
            <p:xfrm>
              <a:off x="4318749" y="2698274"/>
              <a:ext cx="7549974" cy="2940178"/>
            </p:xfrm>
            <a:graphic>
              <a:graphicData uri="http://schemas.openxmlformats.org/drawingml/2006/table">
                <a:tbl>
                  <a:tblPr firstRow="1" bandRow="1">
                    <a:tableStyleId>{93296810-A885-4BE3-A3E7-6D5BEEA58F35}</a:tableStyleId>
                  </a:tblPr>
                  <a:tblGrid>
                    <a:gridCol w="1744963">
                      <a:extLst>
                        <a:ext uri="{9D8B030D-6E8A-4147-A177-3AD203B41FA5}">
                          <a16:colId xmlns:a16="http://schemas.microsoft.com/office/drawing/2014/main" val="3952355383"/>
                        </a:ext>
                      </a:extLst>
                    </a:gridCol>
                    <a:gridCol w="5805011">
                      <a:extLst>
                        <a:ext uri="{9D8B030D-6E8A-4147-A177-3AD203B41FA5}">
                          <a16:colId xmlns:a16="http://schemas.microsoft.com/office/drawing/2014/main" val="265855328"/>
                        </a:ext>
                      </a:extLst>
                    </a:gridCol>
                  </a:tblGrid>
                  <a:tr h="130320">
                    <a:tc>
                      <a:txBody>
                        <a:bodyPr/>
                        <a:lstStyle/>
                        <a:p>
                          <a:r>
                            <a:rPr lang="en-US" sz="1400" dirty="0">
                              <a:latin typeface="Arial" panose="020B0604020202020204" pitchFamily="34" charset="0"/>
                              <a:cs typeface="Arial" panose="020B0604020202020204" pitchFamily="34" charset="0"/>
                            </a:rPr>
                            <a:t>Frequent Itemset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Rules</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59113489"/>
                      </a:ext>
                    </a:extLst>
                  </a:tr>
                  <a:tr h="324333">
                    <a:tc>
                      <a:txBody>
                        <a:bodyPr/>
                        <a:lstStyle/>
                        <a:p>
                          <a:r>
                            <a:rPr lang="en-US" sz="1400" dirty="0"/>
                            <a:t>{Bread, Butter}</a:t>
                          </a:r>
                          <a:endParaRPr lang="en-KE" sz="1400" dirty="0">
                            <a:latin typeface="Arial" panose="020B0604020202020204" pitchFamily="34" charset="0"/>
                            <a:cs typeface="Arial" panose="020B0604020202020204" pitchFamily="34" charset="0"/>
                          </a:endParaRPr>
                        </a:p>
                      </a:txBody>
                      <a:tcPr/>
                    </a:tc>
                    <a:tc>
                      <a:txBody>
                        <a:bodyPr/>
                        <a:lstStyle/>
                        <a:p>
                          <a:pPr marL="342900" lvl="0" indent="-342900">
                            <a:spcBef>
                              <a:spcPts val="200"/>
                            </a:spcBef>
                            <a:spcAft>
                              <a:spcPts val="200"/>
                            </a:spcAft>
                            <a:buFont typeface="+mj-lt"/>
                            <a:buAutoNum type="arabicPeriod"/>
                          </a:pPr>
                          <a14:m>
                            <m:oMath xmlns:m="http://schemas.openxmlformats.org/officeDocument/2006/math">
                              <m:r>
                                <a:rPr lang="en-US" sz="1400" smtClean="0">
                                  <a:solidFill>
                                    <a:srgbClr val="00B050"/>
                                  </a:solidFill>
                                  <a:latin typeface="Cambria Math" panose="02040503050406030204" pitchFamily="18" charset="0"/>
                                </a:rPr>
                                <m:t>𝐶𝑜𝑛𝑓𝑖𝑑𝑒𝑛𝑐𝑒</m:t>
                              </m:r>
                              <m:d>
                                <m:dPr>
                                  <m:ctrlPr>
                                    <a:rPr lang="en-US" sz="1400" i="1">
                                      <a:solidFill>
                                        <a:srgbClr val="00B050"/>
                                      </a:solidFill>
                                      <a:latin typeface="Cambria Math" panose="02040503050406030204" pitchFamily="18" charset="0"/>
                                    </a:rPr>
                                  </m:ctrlPr>
                                </m:dPr>
                                <m:e>
                                  <m:r>
                                    <a:rPr lang="en-US" sz="1400" b="0" smtClean="0">
                                      <a:solidFill>
                                        <a:srgbClr val="00B050"/>
                                      </a:solidFill>
                                      <a:latin typeface="Cambria Math" panose="02040503050406030204" pitchFamily="18" charset="0"/>
                                    </a:rPr>
                                    <m:t>𝐵𝑟𝑒𝑎𝑑</m:t>
                                  </m:r>
                                  <m:r>
                                    <a:rPr lang="en-US" sz="1400">
                                      <a:solidFill>
                                        <a:srgbClr val="00B050"/>
                                      </a:solidFill>
                                      <a:latin typeface="Cambria Math" panose="02040503050406030204" pitchFamily="18" charset="0"/>
                                    </a:rPr>
                                    <m:t>→</m:t>
                                  </m:r>
                                  <m:r>
                                    <a:rPr lang="en-US" sz="1400" b="0" smtClean="0">
                                      <a:solidFill>
                                        <a:srgbClr val="00B050"/>
                                      </a:solidFill>
                                      <a:latin typeface="Cambria Math" panose="02040503050406030204" pitchFamily="18" charset="0"/>
                                    </a:rPr>
                                    <m:t>𝐵𝑢𝑡𝑡𝑒𝑟</m:t>
                                  </m:r>
                                </m:e>
                              </m:d>
                              <m:r>
                                <a:rPr lang="en-US" sz="1400">
                                  <a:solidFill>
                                    <a:srgbClr val="00B050"/>
                                  </a:solidFill>
                                  <a:latin typeface="Cambria Math" panose="02040503050406030204" pitchFamily="18" charset="0"/>
                                </a:rPr>
                                <m:t>=</m:t>
                              </m:r>
                              <m:f>
                                <m:fPr>
                                  <m:ctrlPr>
                                    <a:rPr lang="en-US" sz="1400" i="1">
                                      <a:solidFill>
                                        <a:srgbClr val="00B050"/>
                                      </a:solidFill>
                                      <a:latin typeface="Cambria Math" panose="02040503050406030204" pitchFamily="18" charset="0"/>
                                    </a:rPr>
                                  </m:ctrlPr>
                                </m:fPr>
                                <m:num>
                                  <m:r>
                                    <a:rPr lang="en-US" sz="1400" b="0" smtClean="0">
                                      <a:solidFill>
                                        <a:srgbClr val="00B050"/>
                                      </a:solidFill>
                                      <a:latin typeface="Cambria Math" panose="02040503050406030204" pitchFamily="18" charset="0"/>
                                    </a:rPr>
                                    <m:t>3</m:t>
                                  </m:r>
                                </m:num>
                                <m:den>
                                  <m:r>
                                    <a:rPr lang="en-US" sz="1400" b="0" smtClean="0">
                                      <a:solidFill>
                                        <a:srgbClr val="00B050"/>
                                      </a:solidFill>
                                      <a:latin typeface="Cambria Math" panose="02040503050406030204" pitchFamily="18" charset="0"/>
                                    </a:rPr>
                                    <m:t>3</m:t>
                                  </m:r>
                                </m:den>
                              </m:f>
                              <m:r>
                                <a:rPr lang="en-US" sz="1400" b="0" smtClean="0">
                                  <a:solidFill>
                                    <a:srgbClr val="00B050"/>
                                  </a:solidFill>
                                  <a:latin typeface="Cambria Math" panose="02040503050406030204" pitchFamily="18" charset="0"/>
                                </a:rPr>
                                <m:t>=100% (</m:t>
                              </m:r>
                              <m:r>
                                <a:rPr lang="en-US" sz="1400" b="0" smtClean="0">
                                  <a:solidFill>
                                    <a:srgbClr val="00B050"/>
                                  </a:solidFill>
                                  <a:latin typeface="Cambria Math" panose="02040503050406030204" pitchFamily="18" charset="0"/>
                                </a:rPr>
                                <m:t>𝑆𝑡𝑟𝑜𝑛𝑔</m:t>
                              </m:r>
                              <m:r>
                                <a:rPr lang="en-US" sz="1400" b="0" smtClean="0">
                                  <a:solidFill>
                                    <a:srgbClr val="00B050"/>
                                  </a:solidFill>
                                  <a:latin typeface="Cambria Math" panose="02040503050406030204" pitchFamily="18" charset="0"/>
                                </a:rPr>
                                <m:t>)</m:t>
                              </m:r>
                              <m:r>
                                <m:rPr>
                                  <m:nor/>
                                </m:rPr>
                                <a:rPr lang="en-US" sz="1400" dirty="0">
                                  <a:solidFill>
                                    <a:srgbClr val="00B050"/>
                                  </a:solidFill>
                                </a:rPr>
                                <m:t> </m:t>
                              </m:r>
                            </m:oMath>
                          </a14:m>
                          <a:endParaRPr lang="en-US" sz="1400" dirty="0">
                            <a:solidFill>
                              <a:srgbClr val="00B050"/>
                            </a:solidFill>
                          </a:endParaRPr>
                        </a:p>
                        <a:p>
                          <a:pPr marL="342900" lvl="0" indent="-342900">
                            <a:spcBef>
                              <a:spcPts val="200"/>
                            </a:spcBef>
                            <a:spcAft>
                              <a:spcPts val="200"/>
                            </a:spcAft>
                            <a:buFont typeface="+mj-lt"/>
                            <a:buAutoNum type="arabicPeriod"/>
                          </a:pPr>
                          <a14:m>
                            <m:oMath xmlns:m="http://schemas.openxmlformats.org/officeDocument/2006/math">
                              <m:r>
                                <a:rPr lang="en-US" sz="1400">
                                  <a:solidFill>
                                    <a:srgbClr val="00B050"/>
                                  </a:solidFill>
                                  <a:latin typeface="Cambria Math" panose="02040503050406030204" pitchFamily="18" charset="0"/>
                                </a:rPr>
                                <m:t>𝐶𝑜𝑛𝑓𝑖𝑑𝑒𝑛𝑐𝑒</m:t>
                              </m:r>
                              <m:d>
                                <m:dPr>
                                  <m:ctrlPr>
                                    <a:rPr lang="en-US" sz="1400" i="1">
                                      <a:solidFill>
                                        <a:srgbClr val="00B050"/>
                                      </a:solidFill>
                                      <a:latin typeface="Cambria Math" panose="02040503050406030204" pitchFamily="18" charset="0"/>
                                    </a:rPr>
                                  </m:ctrlPr>
                                </m:dPr>
                                <m:e>
                                  <m:r>
                                    <a:rPr lang="en-US" sz="1400" b="0" smtClean="0">
                                      <a:solidFill>
                                        <a:srgbClr val="00B050"/>
                                      </a:solidFill>
                                      <a:latin typeface="Cambria Math" panose="02040503050406030204" pitchFamily="18" charset="0"/>
                                    </a:rPr>
                                    <m:t>𝐵𝑢𝑡𝑡𝑒𝑟</m:t>
                                  </m:r>
                                  <m:r>
                                    <a:rPr lang="en-US" sz="1400">
                                      <a:solidFill>
                                        <a:srgbClr val="00B050"/>
                                      </a:solidFill>
                                      <a:latin typeface="Cambria Math" panose="02040503050406030204" pitchFamily="18" charset="0"/>
                                    </a:rPr>
                                    <m:t>→</m:t>
                                  </m:r>
                                  <m:r>
                                    <a:rPr lang="en-US" sz="1400" b="0" smtClean="0">
                                      <a:solidFill>
                                        <a:srgbClr val="00B050"/>
                                      </a:solidFill>
                                      <a:latin typeface="Cambria Math" panose="02040503050406030204" pitchFamily="18" charset="0"/>
                                    </a:rPr>
                                    <m:t>𝐵𝑟𝑒𝑎𝑑</m:t>
                                  </m:r>
                                </m:e>
                              </m:d>
                              <m:r>
                                <a:rPr lang="en-US" sz="1400">
                                  <a:solidFill>
                                    <a:srgbClr val="00B050"/>
                                  </a:solidFill>
                                  <a:latin typeface="Cambria Math" panose="02040503050406030204" pitchFamily="18" charset="0"/>
                                </a:rPr>
                                <m:t>=</m:t>
                              </m:r>
                              <m:f>
                                <m:fPr>
                                  <m:ctrlPr>
                                    <a:rPr lang="en-US" sz="1400" i="1">
                                      <a:solidFill>
                                        <a:srgbClr val="00B050"/>
                                      </a:solidFill>
                                      <a:latin typeface="Cambria Math" panose="02040503050406030204" pitchFamily="18" charset="0"/>
                                    </a:rPr>
                                  </m:ctrlPr>
                                </m:fPr>
                                <m:num>
                                  <m:r>
                                    <a:rPr lang="en-US" sz="1400">
                                      <a:solidFill>
                                        <a:srgbClr val="00B050"/>
                                      </a:solidFill>
                                      <a:latin typeface="Cambria Math" panose="02040503050406030204" pitchFamily="18" charset="0"/>
                                    </a:rPr>
                                    <m:t>3</m:t>
                                  </m:r>
                                </m:num>
                                <m:den>
                                  <m:r>
                                    <a:rPr lang="en-US" sz="1400">
                                      <a:solidFill>
                                        <a:srgbClr val="00B050"/>
                                      </a:solidFill>
                                      <a:latin typeface="Cambria Math" panose="02040503050406030204" pitchFamily="18" charset="0"/>
                                    </a:rPr>
                                    <m:t>3</m:t>
                                  </m:r>
                                </m:den>
                              </m:f>
                              <m:r>
                                <a:rPr lang="en-US" sz="1400">
                                  <a:solidFill>
                                    <a:srgbClr val="00B050"/>
                                  </a:solidFill>
                                  <a:latin typeface="Cambria Math" panose="02040503050406030204" pitchFamily="18" charset="0"/>
                                </a:rPr>
                                <m:t>=100% (</m:t>
                              </m:r>
                              <m:r>
                                <a:rPr lang="en-US" sz="1400">
                                  <a:solidFill>
                                    <a:srgbClr val="00B050"/>
                                  </a:solidFill>
                                  <a:latin typeface="Cambria Math" panose="02040503050406030204" pitchFamily="18" charset="0"/>
                                </a:rPr>
                                <m:t>𝑆𝑡𝑟𝑜𝑛𝑔</m:t>
                              </m:r>
                              <m:r>
                                <a:rPr lang="en-US" sz="1400">
                                  <a:solidFill>
                                    <a:srgbClr val="00B050"/>
                                  </a:solidFill>
                                  <a:latin typeface="Cambria Math" panose="02040503050406030204" pitchFamily="18" charset="0"/>
                                </a:rPr>
                                <m:t>)</m:t>
                              </m:r>
                              <m:r>
                                <m:rPr>
                                  <m:nor/>
                                </m:rPr>
                                <a:rPr lang="en-US" sz="1400" dirty="0">
                                  <a:solidFill>
                                    <a:srgbClr val="00B050"/>
                                  </a:solidFill>
                                </a:rPr>
                                <m:t> </m:t>
                              </m:r>
                            </m:oMath>
                          </a14:m>
                          <a:endParaRPr lang="en-US" sz="1400" dirty="0">
                            <a:solidFill>
                              <a:srgbClr val="00B05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44676238"/>
                      </a:ext>
                    </a:extLst>
                  </a:tr>
                  <a:tr h="319256">
                    <a:tc>
                      <a:txBody>
                        <a:bodyPr/>
                        <a:lstStyle/>
                        <a:p>
                          <a:r>
                            <a:rPr lang="en-US" sz="1400" dirty="0"/>
                            <a:t>{Bread, Milk}</a:t>
                          </a:r>
                          <a:endParaRPr lang="en-KE" sz="1400" dirty="0">
                            <a:latin typeface="Arial" panose="020B0604020202020204" pitchFamily="34" charset="0"/>
                            <a:cs typeface="Arial" panose="020B0604020202020204" pitchFamily="34" charset="0"/>
                          </a:endParaRPr>
                        </a:p>
                      </a:txBody>
                      <a:tcPr/>
                    </a:tc>
                    <a:tc>
                      <a:txBody>
                        <a:bodyPr/>
                        <a:lstStyle/>
                        <a:p>
                          <a:pPr marL="342900" lvl="0" indent="-342900">
                            <a:spcBef>
                              <a:spcPts val="200"/>
                            </a:spcBef>
                            <a:spcAft>
                              <a:spcPts val="200"/>
                            </a:spcAft>
                            <a:buFont typeface="+mj-lt"/>
                            <a:buAutoNum type="arabicPeriod"/>
                          </a:pPr>
                          <a14:m>
                            <m:oMath xmlns:m="http://schemas.openxmlformats.org/officeDocument/2006/math">
                              <m:r>
                                <a:rPr lang="en-US" sz="1400" i="1" smtClean="0">
                                  <a:solidFill>
                                    <a:srgbClr val="FF0000"/>
                                  </a:solidFill>
                                  <a:latin typeface="Cambria Math" panose="02040503050406030204" pitchFamily="18" charset="0"/>
                                  <a:cs typeface="Arial" panose="020B0604020202020204" pitchFamily="34" charset="0"/>
                                </a:rPr>
                                <m:t>𝐶𝑜𝑛𝑓𝑖𝑑𝑒𝑛𝑐𝑒</m:t>
                              </m:r>
                              <m:d>
                                <m:dPr>
                                  <m:ctrlPr>
                                    <a:rPr lang="en-US" sz="1400" i="1">
                                      <a:solidFill>
                                        <a:srgbClr val="FF0000"/>
                                      </a:solidFill>
                                      <a:latin typeface="Cambria Math" panose="02040503050406030204" pitchFamily="18" charset="0"/>
                                      <a:cs typeface="Arial" panose="020B0604020202020204" pitchFamily="34" charset="0"/>
                                    </a:rPr>
                                  </m:ctrlPr>
                                </m:dPr>
                                <m:e>
                                  <m:r>
                                    <a:rPr lang="en-US" sz="1400" i="1">
                                      <a:solidFill>
                                        <a:srgbClr val="FF0000"/>
                                      </a:solidFill>
                                      <a:latin typeface="Cambria Math" panose="02040503050406030204" pitchFamily="18" charset="0"/>
                                      <a:cs typeface="Arial" panose="020B0604020202020204" pitchFamily="34" charset="0"/>
                                    </a:rPr>
                                    <m:t>𝐵𝑟𝑒𝑎𝑑</m:t>
                                  </m:r>
                                  <m:r>
                                    <a:rPr lang="en-US" sz="14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US" sz="14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𝑀𝑖𝑙𝑘</m:t>
                                  </m:r>
                                </m:e>
                              </m:d>
                              <m:r>
                                <a:rPr lang="en-US" sz="1400">
                                  <a:solidFill>
                                    <a:srgbClr val="FF0000"/>
                                  </a:solidFill>
                                  <a:latin typeface="Cambria Math" panose="02040503050406030204" pitchFamily="18" charset="0"/>
                                  <a:cs typeface="Arial" panose="020B0604020202020204" pitchFamily="34" charset="0"/>
                                </a:rPr>
                                <m:t>=</m:t>
                              </m:r>
                              <m:f>
                                <m:fPr>
                                  <m:ctrlPr>
                                    <a:rPr lang="en-US" sz="1400" i="1">
                                      <a:solidFill>
                                        <a:srgbClr val="FF0000"/>
                                      </a:solidFill>
                                      <a:latin typeface="Cambria Math" panose="02040503050406030204" pitchFamily="18" charset="0"/>
                                      <a:cs typeface="Arial" panose="020B0604020202020204" pitchFamily="34" charset="0"/>
                                    </a:rPr>
                                  </m:ctrlPr>
                                </m:fPr>
                                <m:num>
                                  <m:r>
                                    <a:rPr lang="en-US" sz="1400" b="0" i="1" smtClean="0">
                                      <a:solidFill>
                                        <a:srgbClr val="FF0000"/>
                                      </a:solidFill>
                                      <a:latin typeface="Cambria Math" panose="02040503050406030204" pitchFamily="18" charset="0"/>
                                      <a:cs typeface="Arial" panose="020B0604020202020204" pitchFamily="34" charset="0"/>
                                    </a:rPr>
                                    <m:t>2</m:t>
                                  </m:r>
                                </m:num>
                                <m:den>
                                  <m:r>
                                    <a:rPr lang="en-US" sz="1400" i="1">
                                      <a:solidFill>
                                        <a:srgbClr val="FF0000"/>
                                      </a:solidFill>
                                      <a:latin typeface="Cambria Math" panose="02040503050406030204" pitchFamily="18" charset="0"/>
                                      <a:cs typeface="Arial" panose="020B0604020202020204" pitchFamily="34" charset="0"/>
                                    </a:rPr>
                                    <m:t>3</m:t>
                                  </m:r>
                                </m:den>
                              </m:f>
                              <m:r>
                                <a:rPr lang="en-US" sz="1400" i="1">
                                  <a:solidFill>
                                    <a:srgbClr val="FF0000"/>
                                  </a:solidFill>
                                  <a:latin typeface="Cambria Math" panose="02040503050406030204" pitchFamily="18" charset="0"/>
                                  <a:cs typeface="Arial" panose="020B0604020202020204" pitchFamily="34" charset="0"/>
                                </a:rPr>
                                <m:t>=</m:t>
                              </m:r>
                              <m:r>
                                <a:rPr lang="en-US" sz="1400" b="0" i="1" smtClean="0">
                                  <a:solidFill>
                                    <a:srgbClr val="FF0000"/>
                                  </a:solidFill>
                                  <a:latin typeface="Cambria Math" panose="02040503050406030204" pitchFamily="18" charset="0"/>
                                  <a:cs typeface="Arial" panose="020B0604020202020204" pitchFamily="34" charset="0"/>
                                </a:rPr>
                                <m:t>67</m:t>
                              </m:r>
                              <m:r>
                                <a:rPr lang="en-US" sz="1400" i="1">
                                  <a:solidFill>
                                    <a:srgbClr val="FF0000"/>
                                  </a:solidFill>
                                  <a:latin typeface="Cambria Math" panose="02040503050406030204" pitchFamily="18" charset="0"/>
                                  <a:cs typeface="Arial" panose="020B0604020202020204" pitchFamily="34" charset="0"/>
                                </a:rPr>
                                <m:t>% (</m:t>
                              </m:r>
                              <m:r>
                                <a:rPr lang="en-US" sz="1400" b="0" i="1" smtClean="0">
                                  <a:solidFill>
                                    <a:srgbClr val="FF0000"/>
                                  </a:solidFill>
                                  <a:latin typeface="Cambria Math" panose="02040503050406030204" pitchFamily="18" charset="0"/>
                                  <a:cs typeface="Arial" panose="020B0604020202020204" pitchFamily="34" charset="0"/>
                                </a:rPr>
                                <m:t>𝑁𝑜𝑡</m:t>
                              </m:r>
                              <m:r>
                                <a:rPr lang="en-US" sz="1400" b="0" i="1" smtClean="0">
                                  <a:solidFill>
                                    <a:srgbClr val="FF0000"/>
                                  </a:solidFill>
                                  <a:latin typeface="Cambria Math" panose="02040503050406030204" pitchFamily="18" charset="0"/>
                                  <a:cs typeface="Arial" panose="020B0604020202020204" pitchFamily="34" charset="0"/>
                                </a:rPr>
                                <m:t> </m:t>
                              </m:r>
                              <m:r>
                                <a:rPr lang="en-US" sz="1400" i="1">
                                  <a:solidFill>
                                    <a:srgbClr val="FF0000"/>
                                  </a:solidFill>
                                  <a:latin typeface="Cambria Math" panose="02040503050406030204" pitchFamily="18" charset="0"/>
                                  <a:cs typeface="Arial" panose="020B0604020202020204" pitchFamily="34" charset="0"/>
                                </a:rPr>
                                <m:t>𝑆𝑡𝑟𝑜𝑛𝑔</m:t>
                              </m:r>
                              <m:r>
                                <a:rPr lang="en-US" sz="1400" i="1">
                                  <a:solidFill>
                                    <a:srgbClr val="FF0000"/>
                                  </a:solidFill>
                                  <a:latin typeface="Cambria Math" panose="02040503050406030204" pitchFamily="18" charset="0"/>
                                  <a:cs typeface="Arial" panose="020B0604020202020204" pitchFamily="34" charset="0"/>
                                </a:rPr>
                                <m:t>)</m:t>
                              </m:r>
                              <m:r>
                                <m:rPr>
                                  <m:nor/>
                                </m:rPr>
                                <a:rPr lang="en-US" sz="1400" dirty="0">
                                  <a:solidFill>
                                    <a:srgbClr val="FF0000"/>
                                  </a:solidFill>
                                  <a:latin typeface="Arial" panose="020B0604020202020204" pitchFamily="34" charset="0"/>
                                  <a:cs typeface="Arial" panose="020B0604020202020204" pitchFamily="34" charset="0"/>
                                </a:rPr>
                                <m:t> </m:t>
                              </m:r>
                            </m:oMath>
                          </a14:m>
                          <a:endParaRPr lang="en-US" sz="1400" dirty="0">
                            <a:solidFill>
                              <a:srgbClr val="FF0000"/>
                            </a:solidFill>
                            <a:latin typeface="Arial" panose="020B0604020202020204" pitchFamily="34" charset="0"/>
                            <a:cs typeface="Arial" panose="020B0604020202020204" pitchFamily="34" charset="0"/>
                          </a:endParaRPr>
                        </a:p>
                        <a:p>
                          <a:pPr marL="342900" lvl="0" indent="-342900">
                            <a:spcBef>
                              <a:spcPts val="200"/>
                            </a:spcBef>
                            <a:spcAft>
                              <a:spcPts val="200"/>
                            </a:spcAft>
                            <a:buFont typeface="+mj-lt"/>
                            <a:buAutoNum type="arabicPeriod"/>
                          </a:pPr>
                          <a14:m>
                            <m:oMath xmlns:m="http://schemas.openxmlformats.org/officeDocument/2006/math">
                              <m:r>
                                <a:rPr lang="en-US" sz="1400" i="1" smtClean="0">
                                  <a:solidFill>
                                    <a:srgbClr val="00B050"/>
                                  </a:solidFill>
                                  <a:latin typeface="Cambria Math" panose="02040503050406030204" pitchFamily="18" charset="0"/>
                                  <a:cs typeface="Arial" panose="020B0604020202020204" pitchFamily="34" charset="0"/>
                                </a:rPr>
                                <m:t>𝐶𝑜𝑛𝑓𝑖𝑑𝑒𝑛𝑐𝑒</m:t>
                              </m:r>
                              <m:d>
                                <m:dPr>
                                  <m:ctrlPr>
                                    <a:rPr lang="en-US" sz="1400" i="1">
                                      <a:solidFill>
                                        <a:srgbClr val="00B050"/>
                                      </a:solidFill>
                                      <a:latin typeface="Cambria Math" panose="02040503050406030204" pitchFamily="18" charset="0"/>
                                      <a:cs typeface="Arial" panose="020B0604020202020204" pitchFamily="34" charset="0"/>
                                    </a:rPr>
                                  </m:ctrlPr>
                                </m:dPr>
                                <m:e>
                                  <m:r>
                                    <a:rPr lang="en-US" sz="1400" b="0" i="1" smtClean="0">
                                      <a:solidFill>
                                        <a:srgbClr val="00B050"/>
                                      </a:solidFill>
                                      <a:latin typeface="Cambria Math" panose="02040503050406030204" pitchFamily="18" charset="0"/>
                                      <a:cs typeface="Arial" panose="020B0604020202020204" pitchFamily="34" charset="0"/>
                                    </a:rPr>
                                    <m:t>𝑀𝑖𝑙𝑘</m:t>
                                  </m:r>
                                  <m:r>
                                    <a:rPr lang="en-US" sz="14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14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𝐵𝑟𝑒𝑎𝑑</m:t>
                                  </m:r>
                                </m:e>
                              </m:d>
                              <m:r>
                                <a:rPr lang="en-US" sz="1400">
                                  <a:solidFill>
                                    <a:srgbClr val="00B050"/>
                                  </a:solidFill>
                                  <a:latin typeface="Cambria Math" panose="02040503050406030204" pitchFamily="18" charset="0"/>
                                  <a:cs typeface="Arial" panose="020B0604020202020204" pitchFamily="34" charset="0"/>
                                </a:rPr>
                                <m:t>=</m:t>
                              </m:r>
                              <m:f>
                                <m:fPr>
                                  <m:ctrlPr>
                                    <a:rPr lang="en-US" sz="1400" i="1">
                                      <a:solidFill>
                                        <a:srgbClr val="00B050"/>
                                      </a:solidFill>
                                      <a:latin typeface="Cambria Math" panose="02040503050406030204" pitchFamily="18" charset="0"/>
                                      <a:cs typeface="Arial" panose="020B0604020202020204" pitchFamily="34" charset="0"/>
                                    </a:rPr>
                                  </m:ctrlPr>
                                </m:fPr>
                                <m:num>
                                  <m:r>
                                    <a:rPr lang="en-US" sz="1400" i="1">
                                      <a:solidFill>
                                        <a:srgbClr val="00B050"/>
                                      </a:solidFill>
                                      <a:latin typeface="Cambria Math" panose="02040503050406030204" pitchFamily="18" charset="0"/>
                                      <a:cs typeface="Arial" panose="020B0604020202020204" pitchFamily="34" charset="0"/>
                                    </a:rPr>
                                    <m:t>2</m:t>
                                  </m:r>
                                </m:num>
                                <m:den>
                                  <m:r>
                                    <a:rPr lang="en-US" sz="1400" b="0" i="1" smtClean="0">
                                      <a:solidFill>
                                        <a:srgbClr val="00B050"/>
                                      </a:solidFill>
                                      <a:latin typeface="Cambria Math" panose="02040503050406030204" pitchFamily="18" charset="0"/>
                                      <a:cs typeface="Arial" panose="020B0604020202020204" pitchFamily="34" charset="0"/>
                                    </a:rPr>
                                    <m:t>2</m:t>
                                  </m:r>
                                </m:den>
                              </m:f>
                              <m:r>
                                <a:rPr lang="en-US" sz="1400" i="1">
                                  <a:solidFill>
                                    <a:srgbClr val="00B050"/>
                                  </a:solidFill>
                                  <a:latin typeface="Cambria Math" panose="02040503050406030204" pitchFamily="18" charset="0"/>
                                  <a:cs typeface="Arial" panose="020B0604020202020204" pitchFamily="34" charset="0"/>
                                </a:rPr>
                                <m:t>=</m:t>
                              </m:r>
                              <m:r>
                                <a:rPr lang="en-US" sz="1400" b="0" i="1" smtClean="0">
                                  <a:solidFill>
                                    <a:srgbClr val="00B050"/>
                                  </a:solidFill>
                                  <a:latin typeface="Cambria Math" panose="02040503050406030204" pitchFamily="18" charset="0"/>
                                  <a:cs typeface="Arial" panose="020B0604020202020204" pitchFamily="34" charset="0"/>
                                </a:rPr>
                                <m:t>100</m:t>
                              </m:r>
                              <m:r>
                                <a:rPr lang="en-US" sz="1400" i="1">
                                  <a:solidFill>
                                    <a:srgbClr val="00B050"/>
                                  </a:solidFill>
                                  <a:latin typeface="Cambria Math" panose="02040503050406030204" pitchFamily="18" charset="0"/>
                                  <a:cs typeface="Arial" panose="020B0604020202020204" pitchFamily="34" charset="0"/>
                                </a:rPr>
                                <m:t>% (</m:t>
                              </m:r>
                              <m:r>
                                <a:rPr lang="en-US" sz="1400" i="1">
                                  <a:solidFill>
                                    <a:srgbClr val="00B050"/>
                                  </a:solidFill>
                                  <a:latin typeface="Cambria Math" panose="02040503050406030204" pitchFamily="18" charset="0"/>
                                  <a:cs typeface="Arial" panose="020B0604020202020204" pitchFamily="34" charset="0"/>
                                </a:rPr>
                                <m:t>𝑆𝑡𝑟𝑜𝑛𝑔</m:t>
                              </m:r>
                              <m:r>
                                <a:rPr lang="en-US" sz="1400" i="1">
                                  <a:solidFill>
                                    <a:srgbClr val="00B050"/>
                                  </a:solidFill>
                                  <a:latin typeface="Cambria Math" panose="02040503050406030204" pitchFamily="18" charset="0"/>
                                  <a:cs typeface="Arial" panose="020B0604020202020204" pitchFamily="34" charset="0"/>
                                </a:rPr>
                                <m:t>)</m:t>
                              </m:r>
                            </m:oMath>
                          </a14:m>
                          <a:endParaRPr lang="en-US" sz="1400" dirty="0">
                            <a:solidFill>
                              <a:srgbClr val="00B05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68072729"/>
                      </a:ext>
                    </a:extLst>
                  </a:tr>
                  <a:tr h="319256">
                    <a:tc>
                      <a:txBody>
                        <a:bodyPr/>
                        <a:lstStyle/>
                        <a:p>
                          <a:r>
                            <a:rPr lang="en-US" sz="1400" dirty="0"/>
                            <a:t>{Butter, Milk}</a:t>
                          </a:r>
                          <a:endParaRPr lang="en-KE" sz="1400" dirty="0">
                            <a:latin typeface="Arial" panose="020B0604020202020204" pitchFamily="34" charset="0"/>
                            <a:cs typeface="Arial" panose="020B0604020202020204" pitchFamily="34" charset="0"/>
                          </a:endParaRPr>
                        </a:p>
                      </a:txBody>
                      <a:tcPr/>
                    </a:tc>
                    <a:tc>
                      <a:txBody>
                        <a:bodyPr/>
                        <a:lstStyle/>
                        <a:p>
                          <a:pPr marL="342900" lvl="0" indent="-342900">
                            <a:spcBef>
                              <a:spcPts val="200"/>
                            </a:spcBef>
                            <a:spcAft>
                              <a:spcPts val="200"/>
                            </a:spcAft>
                            <a:buFont typeface="+mj-lt"/>
                            <a:buAutoNum type="arabicPeriod"/>
                          </a:pPr>
                          <a14:m>
                            <m:oMath xmlns:m="http://schemas.openxmlformats.org/officeDocument/2006/math">
                              <m:r>
                                <a:rPr lang="en-US" sz="1400" i="1" smtClean="0">
                                  <a:solidFill>
                                    <a:srgbClr val="FF0000"/>
                                  </a:solidFill>
                                  <a:latin typeface="Cambria Math" panose="02040503050406030204" pitchFamily="18" charset="0"/>
                                  <a:cs typeface="Arial" panose="020B0604020202020204" pitchFamily="34" charset="0"/>
                                </a:rPr>
                                <m:t>𝐶𝑜𝑛𝑓𝑖𝑑𝑒𝑛𝑐𝑒</m:t>
                              </m:r>
                              <m:d>
                                <m:dPr>
                                  <m:ctrlPr>
                                    <a:rPr lang="en-US" sz="1400" i="1">
                                      <a:solidFill>
                                        <a:srgbClr val="FF0000"/>
                                      </a:solidFill>
                                      <a:latin typeface="Cambria Math" panose="02040503050406030204" pitchFamily="18" charset="0"/>
                                      <a:cs typeface="Arial" panose="020B0604020202020204" pitchFamily="34" charset="0"/>
                                    </a:rPr>
                                  </m:ctrlPr>
                                </m:dPr>
                                <m:e>
                                  <m:r>
                                    <a:rPr lang="en-US" sz="1400" b="0" i="1" smtClean="0">
                                      <a:solidFill>
                                        <a:srgbClr val="FF0000"/>
                                      </a:solidFill>
                                      <a:latin typeface="Cambria Math" panose="02040503050406030204" pitchFamily="18" charset="0"/>
                                      <a:cs typeface="Arial" panose="020B0604020202020204" pitchFamily="34" charset="0"/>
                                    </a:rPr>
                                    <m:t>𝐵𝑢𝑡𝑡𝑒𝑟</m:t>
                                  </m:r>
                                  <m:r>
                                    <a:rPr lang="en-US" sz="14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US" sz="14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𝑀𝑖𝑙𝑘</m:t>
                                  </m:r>
                                </m:e>
                              </m:d>
                              <m:r>
                                <a:rPr lang="en-US" sz="1400">
                                  <a:solidFill>
                                    <a:srgbClr val="FF0000"/>
                                  </a:solidFill>
                                  <a:latin typeface="Cambria Math" panose="02040503050406030204" pitchFamily="18" charset="0"/>
                                  <a:cs typeface="Arial" panose="020B0604020202020204" pitchFamily="34" charset="0"/>
                                </a:rPr>
                                <m:t>=</m:t>
                              </m:r>
                              <m:f>
                                <m:fPr>
                                  <m:ctrlPr>
                                    <a:rPr lang="en-US" sz="1400" i="1">
                                      <a:solidFill>
                                        <a:srgbClr val="FF0000"/>
                                      </a:solidFill>
                                      <a:latin typeface="Cambria Math" panose="02040503050406030204" pitchFamily="18" charset="0"/>
                                      <a:cs typeface="Arial" panose="020B0604020202020204" pitchFamily="34" charset="0"/>
                                    </a:rPr>
                                  </m:ctrlPr>
                                </m:fPr>
                                <m:num>
                                  <m:r>
                                    <a:rPr lang="en-US" sz="1400" b="0" i="1" smtClean="0">
                                      <a:solidFill>
                                        <a:srgbClr val="FF0000"/>
                                      </a:solidFill>
                                      <a:latin typeface="Cambria Math" panose="02040503050406030204" pitchFamily="18" charset="0"/>
                                      <a:cs typeface="Arial" panose="020B0604020202020204" pitchFamily="34" charset="0"/>
                                    </a:rPr>
                                    <m:t>2</m:t>
                                  </m:r>
                                </m:num>
                                <m:den>
                                  <m:r>
                                    <a:rPr lang="en-US" sz="1400" i="1">
                                      <a:solidFill>
                                        <a:srgbClr val="FF0000"/>
                                      </a:solidFill>
                                      <a:latin typeface="Cambria Math" panose="02040503050406030204" pitchFamily="18" charset="0"/>
                                      <a:cs typeface="Arial" panose="020B0604020202020204" pitchFamily="34" charset="0"/>
                                    </a:rPr>
                                    <m:t>3</m:t>
                                  </m:r>
                                </m:den>
                              </m:f>
                              <m:r>
                                <a:rPr lang="en-US" sz="1400" i="1">
                                  <a:solidFill>
                                    <a:srgbClr val="FF0000"/>
                                  </a:solidFill>
                                  <a:latin typeface="Cambria Math" panose="02040503050406030204" pitchFamily="18" charset="0"/>
                                  <a:cs typeface="Arial" panose="020B0604020202020204" pitchFamily="34" charset="0"/>
                                </a:rPr>
                                <m:t>=</m:t>
                              </m:r>
                              <m:r>
                                <a:rPr lang="en-US" sz="1400" b="0" i="1" smtClean="0">
                                  <a:solidFill>
                                    <a:srgbClr val="FF0000"/>
                                  </a:solidFill>
                                  <a:latin typeface="Cambria Math" panose="02040503050406030204" pitchFamily="18" charset="0"/>
                                  <a:cs typeface="Arial" panose="020B0604020202020204" pitchFamily="34" charset="0"/>
                                </a:rPr>
                                <m:t>67</m:t>
                              </m:r>
                              <m:r>
                                <a:rPr lang="en-US" sz="1400" i="1">
                                  <a:solidFill>
                                    <a:srgbClr val="FF0000"/>
                                  </a:solidFill>
                                  <a:latin typeface="Cambria Math" panose="02040503050406030204" pitchFamily="18" charset="0"/>
                                  <a:cs typeface="Arial" panose="020B0604020202020204" pitchFamily="34" charset="0"/>
                                </a:rPr>
                                <m:t>% (</m:t>
                              </m:r>
                              <m:r>
                                <a:rPr lang="en-US" sz="1400" b="0" i="1" smtClean="0">
                                  <a:solidFill>
                                    <a:srgbClr val="FF0000"/>
                                  </a:solidFill>
                                  <a:latin typeface="Cambria Math" panose="02040503050406030204" pitchFamily="18" charset="0"/>
                                  <a:cs typeface="Arial" panose="020B0604020202020204" pitchFamily="34" charset="0"/>
                                </a:rPr>
                                <m:t>𝑁𝑜𝑡</m:t>
                              </m:r>
                              <m:r>
                                <a:rPr lang="en-US" sz="1400" b="0" i="1" smtClean="0">
                                  <a:solidFill>
                                    <a:srgbClr val="FF0000"/>
                                  </a:solidFill>
                                  <a:latin typeface="Cambria Math" panose="02040503050406030204" pitchFamily="18" charset="0"/>
                                  <a:cs typeface="Arial" panose="020B0604020202020204" pitchFamily="34" charset="0"/>
                                </a:rPr>
                                <m:t> </m:t>
                              </m:r>
                              <m:r>
                                <a:rPr lang="en-US" sz="1400" i="1">
                                  <a:solidFill>
                                    <a:srgbClr val="FF0000"/>
                                  </a:solidFill>
                                  <a:latin typeface="Cambria Math" panose="02040503050406030204" pitchFamily="18" charset="0"/>
                                  <a:cs typeface="Arial" panose="020B0604020202020204" pitchFamily="34" charset="0"/>
                                </a:rPr>
                                <m:t>𝑆𝑡𝑟𝑜𝑛𝑔</m:t>
                              </m:r>
                              <m:r>
                                <a:rPr lang="en-US" sz="1400" i="1">
                                  <a:solidFill>
                                    <a:srgbClr val="FF0000"/>
                                  </a:solidFill>
                                  <a:latin typeface="Cambria Math" panose="02040503050406030204" pitchFamily="18" charset="0"/>
                                  <a:cs typeface="Arial" panose="020B0604020202020204" pitchFamily="34" charset="0"/>
                                </a:rPr>
                                <m:t>)</m:t>
                              </m:r>
                            </m:oMath>
                          </a14:m>
                          <a:endParaRPr lang="en-US" sz="1400" dirty="0">
                            <a:solidFill>
                              <a:srgbClr val="FF0000"/>
                            </a:solidFill>
                            <a:latin typeface="Arial" panose="020B0604020202020204" pitchFamily="34" charset="0"/>
                            <a:cs typeface="Arial" panose="020B0604020202020204" pitchFamily="34" charset="0"/>
                          </a:endParaRPr>
                        </a:p>
                        <a:p>
                          <a:pPr marL="342900" lvl="0" indent="-342900">
                            <a:spcBef>
                              <a:spcPts val="200"/>
                            </a:spcBef>
                            <a:spcAft>
                              <a:spcPts val="200"/>
                            </a:spcAft>
                            <a:buFont typeface="+mj-lt"/>
                            <a:buAutoNum type="arabicPeriod"/>
                          </a:pPr>
                          <a14:m>
                            <m:oMath xmlns:m="http://schemas.openxmlformats.org/officeDocument/2006/math">
                              <m:r>
                                <a:rPr lang="en-US" sz="1400" i="1" smtClean="0">
                                  <a:solidFill>
                                    <a:srgbClr val="00B050"/>
                                  </a:solidFill>
                                  <a:latin typeface="Cambria Math" panose="02040503050406030204" pitchFamily="18" charset="0"/>
                                  <a:cs typeface="Arial" panose="020B0604020202020204" pitchFamily="34" charset="0"/>
                                </a:rPr>
                                <m:t>𝐶𝑜𝑛𝑓𝑖𝑑𝑒𝑛𝑐𝑒</m:t>
                              </m:r>
                              <m:d>
                                <m:dPr>
                                  <m:ctrlPr>
                                    <a:rPr lang="en-US" sz="1400" i="1">
                                      <a:solidFill>
                                        <a:srgbClr val="00B050"/>
                                      </a:solidFill>
                                      <a:latin typeface="Cambria Math" panose="02040503050406030204" pitchFamily="18" charset="0"/>
                                      <a:cs typeface="Arial" panose="020B0604020202020204" pitchFamily="34" charset="0"/>
                                    </a:rPr>
                                  </m:ctrlPr>
                                </m:dPr>
                                <m:e>
                                  <m:r>
                                    <a:rPr lang="en-US" sz="1400" b="0" i="1" smtClean="0">
                                      <a:solidFill>
                                        <a:srgbClr val="00B050"/>
                                      </a:solidFill>
                                      <a:latin typeface="Cambria Math" panose="02040503050406030204" pitchFamily="18" charset="0"/>
                                      <a:cs typeface="Arial" panose="020B0604020202020204" pitchFamily="34" charset="0"/>
                                    </a:rPr>
                                    <m:t>𝑀𝑖𝑙𝑘</m:t>
                                  </m:r>
                                  <m:r>
                                    <a:rPr lang="en-US" sz="14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14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𝐵𝑢𝑡𝑡𝑒𝑟</m:t>
                                  </m:r>
                                </m:e>
                              </m:d>
                              <m:r>
                                <a:rPr lang="en-US" sz="1400">
                                  <a:solidFill>
                                    <a:srgbClr val="00B050"/>
                                  </a:solidFill>
                                  <a:latin typeface="Cambria Math" panose="02040503050406030204" pitchFamily="18" charset="0"/>
                                  <a:cs typeface="Arial" panose="020B0604020202020204" pitchFamily="34" charset="0"/>
                                </a:rPr>
                                <m:t>=</m:t>
                              </m:r>
                              <m:f>
                                <m:fPr>
                                  <m:ctrlPr>
                                    <a:rPr lang="en-US" sz="1400" i="1">
                                      <a:solidFill>
                                        <a:srgbClr val="00B050"/>
                                      </a:solidFill>
                                      <a:latin typeface="Cambria Math" panose="02040503050406030204" pitchFamily="18" charset="0"/>
                                      <a:cs typeface="Arial" panose="020B0604020202020204" pitchFamily="34" charset="0"/>
                                    </a:rPr>
                                  </m:ctrlPr>
                                </m:fPr>
                                <m:num>
                                  <m:r>
                                    <a:rPr lang="en-US" sz="1400" i="1">
                                      <a:solidFill>
                                        <a:srgbClr val="00B050"/>
                                      </a:solidFill>
                                      <a:latin typeface="Cambria Math" panose="02040503050406030204" pitchFamily="18" charset="0"/>
                                      <a:cs typeface="Arial" panose="020B0604020202020204" pitchFamily="34" charset="0"/>
                                    </a:rPr>
                                    <m:t>2</m:t>
                                  </m:r>
                                </m:num>
                                <m:den>
                                  <m:r>
                                    <a:rPr lang="en-US" sz="1400" b="0" i="1" smtClean="0">
                                      <a:solidFill>
                                        <a:srgbClr val="00B050"/>
                                      </a:solidFill>
                                      <a:latin typeface="Cambria Math" panose="02040503050406030204" pitchFamily="18" charset="0"/>
                                      <a:cs typeface="Arial" panose="020B0604020202020204" pitchFamily="34" charset="0"/>
                                    </a:rPr>
                                    <m:t>2</m:t>
                                  </m:r>
                                </m:den>
                              </m:f>
                              <m:r>
                                <a:rPr lang="en-US" sz="1400" i="1">
                                  <a:solidFill>
                                    <a:srgbClr val="00B050"/>
                                  </a:solidFill>
                                  <a:latin typeface="Cambria Math" panose="02040503050406030204" pitchFamily="18" charset="0"/>
                                  <a:cs typeface="Arial" panose="020B0604020202020204" pitchFamily="34" charset="0"/>
                                </a:rPr>
                                <m:t>=</m:t>
                              </m:r>
                              <m:r>
                                <a:rPr lang="en-US" sz="1400" b="0" i="1" smtClean="0">
                                  <a:solidFill>
                                    <a:srgbClr val="00B050"/>
                                  </a:solidFill>
                                  <a:latin typeface="Cambria Math" panose="02040503050406030204" pitchFamily="18" charset="0"/>
                                  <a:cs typeface="Arial" panose="020B0604020202020204" pitchFamily="34" charset="0"/>
                                </a:rPr>
                                <m:t>100</m:t>
                              </m:r>
                              <m:r>
                                <a:rPr lang="en-US" sz="1400" i="1">
                                  <a:solidFill>
                                    <a:srgbClr val="00B050"/>
                                  </a:solidFill>
                                  <a:latin typeface="Cambria Math" panose="02040503050406030204" pitchFamily="18" charset="0"/>
                                  <a:cs typeface="Arial" panose="020B0604020202020204" pitchFamily="34" charset="0"/>
                                </a:rPr>
                                <m:t>% (</m:t>
                              </m:r>
                              <m:r>
                                <a:rPr lang="en-US" sz="1400" i="1">
                                  <a:solidFill>
                                    <a:srgbClr val="00B050"/>
                                  </a:solidFill>
                                  <a:latin typeface="Cambria Math" panose="02040503050406030204" pitchFamily="18" charset="0"/>
                                  <a:cs typeface="Arial" panose="020B0604020202020204" pitchFamily="34" charset="0"/>
                                </a:rPr>
                                <m:t>𝑆𝑡𝑟𝑜𝑛𝑔</m:t>
                              </m:r>
                              <m:r>
                                <a:rPr lang="en-US" sz="1400" i="1">
                                  <a:solidFill>
                                    <a:srgbClr val="00B050"/>
                                  </a:solidFill>
                                  <a:latin typeface="Cambria Math" panose="02040503050406030204" pitchFamily="18" charset="0"/>
                                  <a:cs typeface="Arial" panose="020B0604020202020204" pitchFamily="34" charset="0"/>
                                </a:rPr>
                                <m:t>)</m:t>
                              </m:r>
                            </m:oMath>
                          </a14:m>
                          <a:endParaRPr lang="en-US" sz="1400" dirty="0">
                            <a:solidFill>
                              <a:srgbClr val="00B05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66240274"/>
                      </a:ext>
                    </a:extLst>
                  </a:tr>
                  <a:tr h="281490">
                    <a:tc>
                      <a:txBody>
                        <a:bodyPr/>
                        <a:lstStyle/>
                        <a:p>
                          <a:r>
                            <a:rPr lang="en-US" sz="1400" dirty="0"/>
                            <a:t>{Bread, Butter, Milk}</a:t>
                          </a:r>
                          <a:endParaRPr lang="en-KE" sz="1400" dirty="0">
                            <a:latin typeface="Arial" panose="020B0604020202020204" pitchFamily="34" charset="0"/>
                            <a:cs typeface="Arial" panose="020B0604020202020204" pitchFamily="34" charset="0"/>
                          </a:endParaRPr>
                        </a:p>
                      </a:txBody>
                      <a:tcPr/>
                    </a:tc>
                    <a:tc>
                      <a:txBody>
                        <a:bodyPr/>
                        <a:lstStyle/>
                        <a:p>
                          <a:pPr marL="342900" lvl="0" indent="-342900">
                            <a:spcBef>
                              <a:spcPts val="200"/>
                            </a:spcBef>
                            <a:spcAft>
                              <a:spcPts val="200"/>
                            </a:spcAft>
                            <a:buFont typeface="+mj-lt"/>
                            <a:buAutoNum type="arabicPeriod"/>
                          </a:pPr>
                          <a14:m>
                            <m:oMath xmlns:m="http://schemas.openxmlformats.org/officeDocument/2006/math">
                              <m:r>
                                <a:rPr lang="en-US" sz="1400" i="1" smtClean="0">
                                  <a:solidFill>
                                    <a:srgbClr val="FF0000"/>
                                  </a:solidFill>
                                  <a:latin typeface="Cambria Math" panose="02040503050406030204" pitchFamily="18" charset="0"/>
                                  <a:cs typeface="Arial" panose="020B0604020202020204" pitchFamily="34" charset="0"/>
                                </a:rPr>
                                <m:t>𝐶𝑜𝑛𝑓𝑖𝑑𝑒𝑛𝑐𝑒</m:t>
                              </m:r>
                              <m:d>
                                <m:dPr>
                                  <m:ctrlPr>
                                    <a:rPr lang="en-US" sz="1400" i="1">
                                      <a:solidFill>
                                        <a:srgbClr val="FF0000"/>
                                      </a:solidFill>
                                      <a:latin typeface="Cambria Math" panose="02040503050406030204" pitchFamily="18" charset="0"/>
                                      <a:cs typeface="Arial" panose="020B0604020202020204" pitchFamily="34" charset="0"/>
                                    </a:rPr>
                                  </m:ctrlPr>
                                </m:dPr>
                                <m:e>
                                  <m:r>
                                    <a:rPr lang="en-US" sz="1400" b="0" i="1" smtClean="0">
                                      <a:solidFill>
                                        <a:srgbClr val="FF0000"/>
                                      </a:solidFill>
                                      <a:latin typeface="Cambria Math" panose="02040503050406030204" pitchFamily="18" charset="0"/>
                                      <a:cs typeface="Arial" panose="020B0604020202020204" pitchFamily="34" charset="0"/>
                                    </a:rPr>
                                    <m:t>𝐵𝑟𝑒𝑎𝑑</m:t>
                                  </m:r>
                                  <m:r>
                                    <a:rPr lang="en-US" sz="1400" b="0" i="1" smtClean="0">
                                      <a:solidFill>
                                        <a:srgbClr val="FF0000"/>
                                      </a:solidFill>
                                      <a:latin typeface="Cambria Math" panose="02040503050406030204" pitchFamily="18" charset="0"/>
                                      <a:cs typeface="Arial" panose="020B0604020202020204" pitchFamily="34" charset="0"/>
                                    </a:rPr>
                                    <m:t>, </m:t>
                                  </m:r>
                                  <m:r>
                                    <a:rPr lang="en-US" sz="1400" b="0" i="1" smtClean="0">
                                      <a:solidFill>
                                        <a:srgbClr val="FF0000"/>
                                      </a:solidFill>
                                      <a:latin typeface="Cambria Math" panose="02040503050406030204" pitchFamily="18" charset="0"/>
                                      <a:cs typeface="Arial" panose="020B0604020202020204" pitchFamily="34" charset="0"/>
                                    </a:rPr>
                                    <m:t>𝐵𝑢𝑡𝑡𝑒𝑟</m:t>
                                  </m:r>
                                  <m:r>
                                    <a:rPr lang="en-US" sz="14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US" sz="14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𝑀𝑖𝑙𝑘</m:t>
                                  </m:r>
                                </m:e>
                              </m:d>
                              <m:r>
                                <a:rPr lang="en-US" sz="1400">
                                  <a:solidFill>
                                    <a:srgbClr val="FF0000"/>
                                  </a:solidFill>
                                  <a:latin typeface="Cambria Math" panose="02040503050406030204" pitchFamily="18" charset="0"/>
                                  <a:cs typeface="Arial" panose="020B0604020202020204" pitchFamily="34" charset="0"/>
                                </a:rPr>
                                <m:t>=</m:t>
                              </m:r>
                              <m:f>
                                <m:fPr>
                                  <m:ctrlPr>
                                    <a:rPr lang="en-US" sz="1400" i="1">
                                      <a:solidFill>
                                        <a:srgbClr val="FF0000"/>
                                      </a:solidFill>
                                      <a:latin typeface="Cambria Math" panose="02040503050406030204" pitchFamily="18" charset="0"/>
                                      <a:cs typeface="Arial" panose="020B0604020202020204" pitchFamily="34" charset="0"/>
                                    </a:rPr>
                                  </m:ctrlPr>
                                </m:fPr>
                                <m:num>
                                  <m:r>
                                    <a:rPr lang="en-US" sz="1400" b="0" i="1" smtClean="0">
                                      <a:solidFill>
                                        <a:srgbClr val="FF0000"/>
                                      </a:solidFill>
                                      <a:latin typeface="Cambria Math" panose="02040503050406030204" pitchFamily="18" charset="0"/>
                                      <a:cs typeface="Arial" panose="020B0604020202020204" pitchFamily="34" charset="0"/>
                                    </a:rPr>
                                    <m:t>2</m:t>
                                  </m:r>
                                </m:num>
                                <m:den>
                                  <m:r>
                                    <a:rPr lang="en-US" sz="1400" i="1">
                                      <a:solidFill>
                                        <a:srgbClr val="FF0000"/>
                                      </a:solidFill>
                                      <a:latin typeface="Cambria Math" panose="02040503050406030204" pitchFamily="18" charset="0"/>
                                      <a:cs typeface="Arial" panose="020B0604020202020204" pitchFamily="34" charset="0"/>
                                    </a:rPr>
                                    <m:t>3</m:t>
                                  </m:r>
                                </m:den>
                              </m:f>
                              <m:r>
                                <a:rPr lang="en-US" sz="1400" i="1">
                                  <a:solidFill>
                                    <a:srgbClr val="FF0000"/>
                                  </a:solidFill>
                                  <a:latin typeface="Cambria Math" panose="02040503050406030204" pitchFamily="18" charset="0"/>
                                  <a:cs typeface="Arial" panose="020B0604020202020204" pitchFamily="34" charset="0"/>
                                </a:rPr>
                                <m:t>=</m:t>
                              </m:r>
                              <m:r>
                                <a:rPr lang="en-US" sz="1400" b="0" i="1" smtClean="0">
                                  <a:solidFill>
                                    <a:srgbClr val="FF0000"/>
                                  </a:solidFill>
                                  <a:latin typeface="Cambria Math" panose="02040503050406030204" pitchFamily="18" charset="0"/>
                                  <a:cs typeface="Arial" panose="020B0604020202020204" pitchFamily="34" charset="0"/>
                                </a:rPr>
                                <m:t>67</m:t>
                              </m:r>
                              <m:r>
                                <a:rPr lang="en-US" sz="1400" i="1">
                                  <a:solidFill>
                                    <a:srgbClr val="FF0000"/>
                                  </a:solidFill>
                                  <a:latin typeface="Cambria Math" panose="02040503050406030204" pitchFamily="18" charset="0"/>
                                  <a:cs typeface="Arial" panose="020B0604020202020204" pitchFamily="34" charset="0"/>
                                </a:rPr>
                                <m:t>% (</m:t>
                              </m:r>
                              <m:r>
                                <a:rPr lang="en-US" sz="1400" b="0" i="1" smtClean="0">
                                  <a:solidFill>
                                    <a:srgbClr val="FF0000"/>
                                  </a:solidFill>
                                  <a:latin typeface="Cambria Math" panose="02040503050406030204" pitchFamily="18" charset="0"/>
                                  <a:cs typeface="Arial" panose="020B0604020202020204" pitchFamily="34" charset="0"/>
                                </a:rPr>
                                <m:t>𝑁𝑜𝑡</m:t>
                              </m:r>
                              <m:r>
                                <a:rPr lang="en-US" sz="1400" b="0" i="1" smtClean="0">
                                  <a:solidFill>
                                    <a:srgbClr val="FF0000"/>
                                  </a:solidFill>
                                  <a:latin typeface="Cambria Math" panose="02040503050406030204" pitchFamily="18" charset="0"/>
                                  <a:cs typeface="Arial" panose="020B0604020202020204" pitchFamily="34" charset="0"/>
                                </a:rPr>
                                <m:t> </m:t>
                              </m:r>
                              <m:r>
                                <a:rPr lang="en-US" sz="1400" i="1">
                                  <a:solidFill>
                                    <a:srgbClr val="FF0000"/>
                                  </a:solidFill>
                                  <a:latin typeface="Cambria Math" panose="02040503050406030204" pitchFamily="18" charset="0"/>
                                  <a:cs typeface="Arial" panose="020B0604020202020204" pitchFamily="34" charset="0"/>
                                </a:rPr>
                                <m:t>𝑆𝑡𝑟𝑜𝑛𝑔</m:t>
                              </m:r>
                              <m:r>
                                <a:rPr lang="en-US" sz="1400" i="1">
                                  <a:solidFill>
                                    <a:srgbClr val="FF0000"/>
                                  </a:solidFill>
                                  <a:latin typeface="Cambria Math" panose="02040503050406030204" pitchFamily="18" charset="0"/>
                                  <a:cs typeface="Arial" panose="020B0604020202020204" pitchFamily="34" charset="0"/>
                                </a:rPr>
                                <m:t>)</m:t>
                              </m:r>
                              <m:r>
                                <m:rPr>
                                  <m:nor/>
                                </m:rPr>
                                <a:rPr lang="en-US" sz="1400" dirty="0">
                                  <a:solidFill>
                                    <a:srgbClr val="FF0000"/>
                                  </a:solidFill>
                                  <a:latin typeface="Arial" panose="020B0604020202020204" pitchFamily="34" charset="0"/>
                                  <a:cs typeface="Arial" panose="020B0604020202020204" pitchFamily="34" charset="0"/>
                                </a:rPr>
                                <m:t> </m:t>
                              </m:r>
                            </m:oMath>
                          </a14:m>
                          <a:endParaRPr lang="en-US" sz="14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580425"/>
                      </a:ext>
                    </a:extLst>
                  </a:tr>
                </a:tbl>
              </a:graphicData>
            </a:graphic>
          </p:graphicFrame>
        </mc:Choice>
        <mc:Fallback>
          <p:graphicFrame>
            <p:nvGraphicFramePr>
              <p:cNvPr id="7" name="Table 6">
                <a:extLst>
                  <a:ext uri="{FF2B5EF4-FFF2-40B4-BE49-F238E27FC236}">
                    <a16:creationId xmlns:a16="http://schemas.microsoft.com/office/drawing/2014/main" id="{4CF2B14B-F783-0855-9BA1-11B2A3E5EB54}"/>
                  </a:ext>
                </a:extLst>
              </p:cNvPr>
              <p:cNvGraphicFramePr>
                <a:graphicFrameLocks noGrp="1"/>
              </p:cNvGraphicFramePr>
              <p:nvPr>
                <p:extLst>
                  <p:ext uri="{D42A27DB-BD31-4B8C-83A1-F6EECF244321}">
                    <p14:modId xmlns:p14="http://schemas.microsoft.com/office/powerpoint/2010/main" val="1172364406"/>
                  </p:ext>
                </p:extLst>
              </p:nvPr>
            </p:nvGraphicFramePr>
            <p:xfrm>
              <a:off x="4318749" y="2698274"/>
              <a:ext cx="7549974" cy="2940178"/>
            </p:xfrm>
            <a:graphic>
              <a:graphicData uri="http://schemas.openxmlformats.org/drawingml/2006/table">
                <a:tbl>
                  <a:tblPr firstRow="1" bandRow="1">
                    <a:tableStyleId>{93296810-A885-4BE3-A3E7-6D5BEEA58F35}</a:tableStyleId>
                  </a:tblPr>
                  <a:tblGrid>
                    <a:gridCol w="1744963">
                      <a:extLst>
                        <a:ext uri="{9D8B030D-6E8A-4147-A177-3AD203B41FA5}">
                          <a16:colId xmlns:a16="http://schemas.microsoft.com/office/drawing/2014/main" val="3952355383"/>
                        </a:ext>
                      </a:extLst>
                    </a:gridCol>
                    <a:gridCol w="5805011">
                      <a:extLst>
                        <a:ext uri="{9D8B030D-6E8A-4147-A177-3AD203B41FA5}">
                          <a16:colId xmlns:a16="http://schemas.microsoft.com/office/drawing/2014/main" val="265855328"/>
                        </a:ext>
                      </a:extLst>
                    </a:gridCol>
                  </a:tblGrid>
                  <a:tr h="304800">
                    <a:tc>
                      <a:txBody>
                        <a:bodyPr/>
                        <a:lstStyle/>
                        <a:p>
                          <a:r>
                            <a:rPr lang="en-US" sz="1400" dirty="0">
                              <a:latin typeface="Arial" panose="020B0604020202020204" pitchFamily="34" charset="0"/>
                              <a:cs typeface="Arial" panose="020B0604020202020204" pitchFamily="34" charset="0"/>
                            </a:rPr>
                            <a:t>Frequent Itemset</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Rules</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59113489"/>
                      </a:ext>
                    </a:extLst>
                  </a:tr>
                  <a:tr h="747776">
                    <a:tc>
                      <a:txBody>
                        <a:bodyPr/>
                        <a:lstStyle/>
                        <a:p>
                          <a:r>
                            <a:rPr lang="en-US" sz="1400" dirty="0"/>
                            <a:t>{Bread, Butter}</a:t>
                          </a:r>
                          <a:endParaRPr lang="en-KE" sz="1400" dirty="0">
                            <a:latin typeface="Arial" panose="020B0604020202020204" pitchFamily="34" charset="0"/>
                            <a:cs typeface="Arial" panose="020B0604020202020204" pitchFamily="34" charset="0"/>
                          </a:endParaRPr>
                        </a:p>
                      </a:txBody>
                      <a:tcPr/>
                    </a:tc>
                    <a:tc>
                      <a:txBody>
                        <a:bodyPr/>
                        <a:lstStyle/>
                        <a:p>
                          <a:endParaRPr lang="en-KE"/>
                        </a:p>
                      </a:txBody>
                      <a:tcPr>
                        <a:blipFill>
                          <a:blip r:embed="rId3"/>
                          <a:stretch>
                            <a:fillRect l="-30115" t="-41463" r="-525" b="-254472"/>
                          </a:stretch>
                        </a:blipFill>
                      </a:tcPr>
                    </a:tc>
                    <a:extLst>
                      <a:ext uri="{0D108BD9-81ED-4DB2-BD59-A6C34878D82A}">
                        <a16:rowId xmlns:a16="http://schemas.microsoft.com/office/drawing/2014/main" val="3144676238"/>
                      </a:ext>
                    </a:extLst>
                  </a:tr>
                  <a:tr h="746697">
                    <a:tc>
                      <a:txBody>
                        <a:bodyPr/>
                        <a:lstStyle/>
                        <a:p>
                          <a:r>
                            <a:rPr lang="en-US" sz="1400" dirty="0"/>
                            <a:t>{Bread, Milk}</a:t>
                          </a:r>
                          <a:endParaRPr lang="en-KE" sz="1400" dirty="0">
                            <a:latin typeface="Arial" panose="020B0604020202020204" pitchFamily="34" charset="0"/>
                            <a:cs typeface="Arial" panose="020B0604020202020204" pitchFamily="34" charset="0"/>
                          </a:endParaRPr>
                        </a:p>
                      </a:txBody>
                      <a:tcPr/>
                    </a:tc>
                    <a:tc>
                      <a:txBody>
                        <a:bodyPr/>
                        <a:lstStyle/>
                        <a:p>
                          <a:endParaRPr lang="en-KE"/>
                        </a:p>
                      </a:txBody>
                      <a:tcPr>
                        <a:blipFill>
                          <a:blip r:embed="rId3"/>
                          <a:stretch>
                            <a:fillRect l="-30115" t="-141463" r="-525" b="-154472"/>
                          </a:stretch>
                        </a:blipFill>
                      </a:tcPr>
                    </a:tc>
                    <a:extLst>
                      <a:ext uri="{0D108BD9-81ED-4DB2-BD59-A6C34878D82A}">
                        <a16:rowId xmlns:a16="http://schemas.microsoft.com/office/drawing/2014/main" val="468072729"/>
                      </a:ext>
                    </a:extLst>
                  </a:tr>
                  <a:tr h="746697">
                    <a:tc>
                      <a:txBody>
                        <a:bodyPr/>
                        <a:lstStyle/>
                        <a:p>
                          <a:r>
                            <a:rPr lang="en-US" sz="1400" dirty="0"/>
                            <a:t>{Butter, Milk}</a:t>
                          </a:r>
                          <a:endParaRPr lang="en-KE" sz="1400" dirty="0">
                            <a:latin typeface="Arial" panose="020B0604020202020204" pitchFamily="34" charset="0"/>
                            <a:cs typeface="Arial" panose="020B0604020202020204" pitchFamily="34" charset="0"/>
                          </a:endParaRPr>
                        </a:p>
                      </a:txBody>
                      <a:tcPr/>
                    </a:tc>
                    <a:tc>
                      <a:txBody>
                        <a:bodyPr/>
                        <a:lstStyle/>
                        <a:p>
                          <a:endParaRPr lang="en-KE"/>
                        </a:p>
                      </a:txBody>
                      <a:tcPr>
                        <a:blipFill>
                          <a:blip r:embed="rId3"/>
                          <a:stretch>
                            <a:fillRect l="-30115" t="-243443" r="-525" b="-55738"/>
                          </a:stretch>
                        </a:blipFill>
                      </a:tcPr>
                    </a:tc>
                    <a:extLst>
                      <a:ext uri="{0D108BD9-81ED-4DB2-BD59-A6C34878D82A}">
                        <a16:rowId xmlns:a16="http://schemas.microsoft.com/office/drawing/2014/main" val="1866240274"/>
                      </a:ext>
                    </a:extLst>
                  </a:tr>
                  <a:tr h="394208">
                    <a:tc>
                      <a:txBody>
                        <a:bodyPr/>
                        <a:lstStyle/>
                        <a:p>
                          <a:r>
                            <a:rPr lang="en-US" sz="1400" dirty="0"/>
                            <a:t>{Bread, Butter, Milk}</a:t>
                          </a:r>
                          <a:endParaRPr lang="en-KE" sz="1400" dirty="0">
                            <a:latin typeface="Arial" panose="020B0604020202020204" pitchFamily="34" charset="0"/>
                            <a:cs typeface="Arial" panose="020B0604020202020204" pitchFamily="34" charset="0"/>
                          </a:endParaRPr>
                        </a:p>
                      </a:txBody>
                      <a:tcPr/>
                    </a:tc>
                    <a:tc>
                      <a:txBody>
                        <a:bodyPr/>
                        <a:lstStyle/>
                        <a:p>
                          <a:endParaRPr lang="en-KE"/>
                        </a:p>
                      </a:txBody>
                      <a:tcPr>
                        <a:blipFill>
                          <a:blip r:embed="rId3"/>
                          <a:stretch>
                            <a:fillRect l="-30115" t="-644615" r="-525" b="-4615"/>
                          </a:stretch>
                        </a:blipFill>
                      </a:tcPr>
                    </a:tc>
                    <a:extLst>
                      <a:ext uri="{0D108BD9-81ED-4DB2-BD59-A6C34878D82A}">
                        <a16:rowId xmlns:a16="http://schemas.microsoft.com/office/drawing/2014/main" val="37580425"/>
                      </a:ext>
                    </a:extLst>
                  </a:tr>
                </a:tbl>
              </a:graphicData>
            </a:graphic>
          </p:graphicFrame>
        </mc:Fallback>
      </mc:AlternateContent>
    </p:spTree>
    <p:extLst>
      <p:ext uri="{BB962C8B-B14F-4D97-AF65-F5344CB8AC3E}">
        <p14:creationId xmlns:p14="http://schemas.microsoft.com/office/powerpoint/2010/main" val="4024603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4730C7-7C4B-38EE-12AB-BB8372FD276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93F424F6-62B7-5A8C-AF5D-806911C8507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a:solidFill>
                  <a:srgbClr val="FFFFFF"/>
                </a:solidFill>
                <a:latin typeface="+mj-lt"/>
                <a:ea typeface="+mj-ea"/>
                <a:cs typeface="+mj-cs"/>
              </a:rPr>
              <a:t>Apriori Algorithm - Example</a:t>
            </a:r>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3FF8578F-9AD1-B1C9-3DA9-EAD21F902E80}"/>
                  </a:ext>
                </a:extLst>
              </p:cNvPr>
              <p:cNvGraphicFramePr>
                <a:graphicFrameLocks noGrp="1"/>
              </p:cNvGraphicFramePr>
              <p:nvPr>
                <p:extLst>
                  <p:ext uri="{D42A27DB-BD31-4B8C-83A1-F6EECF244321}">
                    <p14:modId xmlns:p14="http://schemas.microsoft.com/office/powerpoint/2010/main" val="259512659"/>
                  </p:ext>
                </p:extLst>
              </p:nvPr>
            </p:nvGraphicFramePr>
            <p:xfrm>
              <a:off x="4502428" y="2137346"/>
              <a:ext cx="7225749" cy="2583310"/>
            </p:xfrm>
            <a:graphic>
              <a:graphicData uri="http://schemas.openxmlformats.org/drawingml/2006/table">
                <a:tbl>
                  <a:tblPr firstRow="1" bandRow="1">
                    <a:tableStyleId>{93296810-A885-4BE3-A3E7-6D5BEEA58F35}</a:tableStyleId>
                  </a:tblPr>
                  <a:tblGrid>
                    <a:gridCol w="1343984">
                      <a:extLst>
                        <a:ext uri="{9D8B030D-6E8A-4147-A177-3AD203B41FA5}">
                          <a16:colId xmlns:a16="http://schemas.microsoft.com/office/drawing/2014/main" val="3952355383"/>
                        </a:ext>
                      </a:extLst>
                    </a:gridCol>
                    <a:gridCol w="5881765">
                      <a:extLst>
                        <a:ext uri="{9D8B030D-6E8A-4147-A177-3AD203B41FA5}">
                          <a16:colId xmlns:a16="http://schemas.microsoft.com/office/drawing/2014/main" val="265855328"/>
                        </a:ext>
                      </a:extLst>
                    </a:gridCol>
                  </a:tblGrid>
                  <a:tr h="597965">
                    <a:tc>
                      <a:txBody>
                        <a:bodyPr/>
                        <a:lstStyle/>
                        <a:p>
                          <a:r>
                            <a:rPr lang="en-US" sz="1500">
                              <a:latin typeface="Arial" panose="020B0604020202020204" pitchFamily="34" charset="0"/>
                              <a:cs typeface="Arial" panose="020B0604020202020204" pitchFamily="34" charset="0"/>
                            </a:rPr>
                            <a:t>Frequent Itemset</a:t>
                          </a:r>
                          <a:endParaRPr lang="en-KE" sz="1500">
                            <a:latin typeface="Arial" panose="020B0604020202020204" pitchFamily="34" charset="0"/>
                            <a:cs typeface="Arial" panose="020B0604020202020204" pitchFamily="34" charset="0"/>
                          </a:endParaRPr>
                        </a:p>
                      </a:txBody>
                      <a:tcPr marL="98566" marR="98566" marT="49283" marB="49283"/>
                    </a:tc>
                    <a:tc>
                      <a:txBody>
                        <a:bodyPr/>
                        <a:lstStyle/>
                        <a:p>
                          <a:r>
                            <a:rPr lang="en-US" sz="1500">
                              <a:latin typeface="Arial" panose="020B0604020202020204" pitchFamily="34" charset="0"/>
                              <a:cs typeface="Arial" panose="020B0604020202020204" pitchFamily="34" charset="0"/>
                            </a:rPr>
                            <a:t>Rules</a:t>
                          </a:r>
                          <a:endParaRPr lang="en-KE" sz="1500">
                            <a:latin typeface="Arial" panose="020B0604020202020204" pitchFamily="34" charset="0"/>
                            <a:cs typeface="Arial" panose="020B0604020202020204" pitchFamily="34" charset="0"/>
                          </a:endParaRPr>
                        </a:p>
                      </a:txBody>
                      <a:tcPr marL="98566" marR="98566" marT="49283" marB="49283"/>
                    </a:tc>
                    <a:extLst>
                      <a:ext uri="{0D108BD9-81ED-4DB2-BD59-A6C34878D82A}">
                        <a16:rowId xmlns:a16="http://schemas.microsoft.com/office/drawing/2014/main" val="1159113489"/>
                      </a:ext>
                    </a:extLst>
                  </a:tr>
                  <a:tr h="1985345">
                    <a:tc>
                      <a:txBody>
                        <a:bodyPr/>
                        <a:lstStyle/>
                        <a:p>
                          <a:r>
                            <a:rPr lang="en-US" sz="1500"/>
                            <a:t>{Bread, Butter, Milk}</a:t>
                          </a:r>
                          <a:endParaRPr lang="en-KE" sz="1500">
                            <a:latin typeface="Arial" panose="020B0604020202020204" pitchFamily="34" charset="0"/>
                            <a:cs typeface="Arial" panose="020B0604020202020204" pitchFamily="34" charset="0"/>
                          </a:endParaRPr>
                        </a:p>
                      </a:txBody>
                      <a:tcPr marL="98566" marR="98566" marT="49283" marB="49283"/>
                    </a:tc>
                    <a:tc>
                      <a:txBody>
                        <a:bodyPr/>
                        <a:lstStyle/>
                        <a:p>
                          <a:pPr marL="342900" lvl="0" indent="-342900">
                            <a:spcBef>
                              <a:spcPts val="200"/>
                            </a:spcBef>
                            <a:spcAft>
                              <a:spcPts val="200"/>
                            </a:spcAft>
                            <a:buFont typeface="+mj-lt"/>
                            <a:buAutoNum type="arabicPeriod" startAt="2"/>
                          </a:pPr>
                          <a14:m>
                            <m:oMath xmlns:m="http://schemas.openxmlformats.org/officeDocument/2006/math">
                              <m:r>
                                <a:rPr lang="en-US" sz="1500" i="1" smtClean="0">
                                  <a:solidFill>
                                    <a:srgbClr val="00B050"/>
                                  </a:solidFill>
                                  <a:latin typeface="Cambria Math" panose="02040503050406030204" pitchFamily="18" charset="0"/>
                                  <a:cs typeface="Arial" panose="020B0604020202020204" pitchFamily="34" charset="0"/>
                                </a:rPr>
                                <m:t>𝐶𝑜𝑛𝑓𝑖𝑑𝑒𝑛𝑐𝑒</m:t>
                              </m:r>
                              <m:d>
                                <m:dPr>
                                  <m:ctrlPr>
                                    <a:rPr lang="en-US" sz="1500" i="1">
                                      <a:solidFill>
                                        <a:srgbClr val="00B050"/>
                                      </a:solidFill>
                                      <a:latin typeface="Cambria Math" panose="02040503050406030204" pitchFamily="18" charset="0"/>
                                      <a:cs typeface="Arial" panose="020B0604020202020204" pitchFamily="34" charset="0"/>
                                    </a:rPr>
                                  </m:ctrlPr>
                                </m:dPr>
                                <m:e>
                                  <m:r>
                                    <a:rPr lang="en-US" sz="1500" b="0" i="1" smtClean="0">
                                      <a:solidFill>
                                        <a:srgbClr val="00B050"/>
                                      </a:solidFill>
                                      <a:latin typeface="Cambria Math" panose="02040503050406030204" pitchFamily="18" charset="0"/>
                                      <a:cs typeface="Arial" panose="020B0604020202020204" pitchFamily="34" charset="0"/>
                                    </a:rPr>
                                    <m:t>𝐵𝑟𝑒𝑎𝑑</m:t>
                                  </m:r>
                                  <m:r>
                                    <a:rPr lang="en-US" sz="1500" b="0" i="1" smtClean="0">
                                      <a:solidFill>
                                        <a:srgbClr val="00B050"/>
                                      </a:solidFill>
                                      <a:latin typeface="Cambria Math" panose="02040503050406030204" pitchFamily="18" charset="0"/>
                                      <a:cs typeface="Arial" panose="020B0604020202020204" pitchFamily="34" charset="0"/>
                                    </a:rPr>
                                    <m:t>, </m:t>
                                  </m:r>
                                  <m:r>
                                    <a:rPr lang="en-US" sz="1500" b="0" i="1" smtClean="0">
                                      <a:solidFill>
                                        <a:srgbClr val="00B050"/>
                                      </a:solidFill>
                                      <a:latin typeface="Cambria Math" panose="02040503050406030204" pitchFamily="18" charset="0"/>
                                      <a:cs typeface="Arial" panose="020B0604020202020204" pitchFamily="34" charset="0"/>
                                    </a:rPr>
                                    <m:t>𝑀𝑖𝑙𝑘</m:t>
                                  </m:r>
                                  <m:r>
                                    <a:rPr lang="en-US" sz="15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15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𝐵𝑢𝑡𝑡𝑒𝑟</m:t>
                                  </m:r>
                                </m:e>
                              </m:d>
                              <m:r>
                                <a:rPr lang="en-US" sz="1500">
                                  <a:solidFill>
                                    <a:srgbClr val="00B050"/>
                                  </a:solidFill>
                                  <a:latin typeface="Cambria Math" panose="02040503050406030204" pitchFamily="18" charset="0"/>
                                  <a:cs typeface="Arial" panose="020B0604020202020204" pitchFamily="34" charset="0"/>
                                </a:rPr>
                                <m:t>=</m:t>
                              </m:r>
                              <m:f>
                                <m:fPr>
                                  <m:ctrlPr>
                                    <a:rPr lang="en-US" sz="1500" i="1">
                                      <a:solidFill>
                                        <a:srgbClr val="00B050"/>
                                      </a:solidFill>
                                      <a:latin typeface="Cambria Math" panose="02040503050406030204" pitchFamily="18" charset="0"/>
                                      <a:cs typeface="Arial" panose="020B0604020202020204" pitchFamily="34" charset="0"/>
                                    </a:rPr>
                                  </m:ctrlPr>
                                </m:fPr>
                                <m:num>
                                  <m:r>
                                    <a:rPr lang="en-US" sz="1500" b="0" i="1" smtClean="0">
                                      <a:solidFill>
                                        <a:srgbClr val="00B050"/>
                                      </a:solidFill>
                                      <a:latin typeface="Cambria Math" panose="02040503050406030204" pitchFamily="18" charset="0"/>
                                      <a:cs typeface="Arial" panose="020B0604020202020204" pitchFamily="34" charset="0"/>
                                    </a:rPr>
                                    <m:t>2</m:t>
                                  </m:r>
                                </m:num>
                                <m:den>
                                  <m:r>
                                    <a:rPr lang="en-US" sz="1500" b="0" i="1" smtClean="0">
                                      <a:solidFill>
                                        <a:srgbClr val="00B050"/>
                                      </a:solidFill>
                                      <a:latin typeface="Cambria Math" panose="02040503050406030204" pitchFamily="18" charset="0"/>
                                      <a:cs typeface="Arial" panose="020B0604020202020204" pitchFamily="34" charset="0"/>
                                    </a:rPr>
                                    <m:t>2</m:t>
                                  </m:r>
                                </m:den>
                              </m:f>
                              <m:r>
                                <a:rPr lang="en-US" sz="1500" i="1">
                                  <a:solidFill>
                                    <a:srgbClr val="00B050"/>
                                  </a:solidFill>
                                  <a:latin typeface="Cambria Math" panose="02040503050406030204" pitchFamily="18" charset="0"/>
                                  <a:cs typeface="Arial" panose="020B0604020202020204" pitchFamily="34" charset="0"/>
                                </a:rPr>
                                <m:t>=100% (</m:t>
                              </m:r>
                              <m:r>
                                <a:rPr lang="en-US" sz="1500" i="1">
                                  <a:solidFill>
                                    <a:srgbClr val="00B050"/>
                                  </a:solidFill>
                                  <a:latin typeface="Cambria Math" panose="02040503050406030204" pitchFamily="18" charset="0"/>
                                  <a:cs typeface="Arial" panose="020B0604020202020204" pitchFamily="34" charset="0"/>
                                </a:rPr>
                                <m:t>𝑆𝑡𝑟𝑜𝑛𝑔</m:t>
                              </m:r>
                              <m:r>
                                <a:rPr lang="en-US" sz="1500" i="1">
                                  <a:solidFill>
                                    <a:srgbClr val="00B050"/>
                                  </a:solidFill>
                                  <a:latin typeface="Cambria Math" panose="02040503050406030204" pitchFamily="18" charset="0"/>
                                  <a:cs typeface="Arial" panose="020B0604020202020204" pitchFamily="34" charset="0"/>
                                </a:rPr>
                                <m:t>)</m:t>
                              </m:r>
                              <m:r>
                                <m:rPr>
                                  <m:nor/>
                                </m:rPr>
                                <a:rPr lang="en-US" sz="1500" dirty="0">
                                  <a:solidFill>
                                    <a:srgbClr val="00B050"/>
                                  </a:solidFill>
                                  <a:latin typeface="Arial" panose="020B0604020202020204" pitchFamily="34" charset="0"/>
                                  <a:cs typeface="Arial" panose="020B0604020202020204" pitchFamily="34" charset="0"/>
                                </a:rPr>
                                <m:t> </m:t>
                              </m:r>
                            </m:oMath>
                          </a14:m>
                          <a:endParaRPr lang="en-US" sz="1500" dirty="0">
                            <a:solidFill>
                              <a:srgbClr val="00B050"/>
                            </a:solidFill>
                            <a:latin typeface="Arial" panose="020B0604020202020204" pitchFamily="34" charset="0"/>
                            <a:cs typeface="Arial" panose="020B0604020202020204" pitchFamily="34" charset="0"/>
                          </a:endParaRPr>
                        </a:p>
                        <a:p>
                          <a:pPr marL="342900" lvl="0" indent="-342900">
                            <a:spcBef>
                              <a:spcPts val="200"/>
                            </a:spcBef>
                            <a:spcAft>
                              <a:spcPts val="200"/>
                            </a:spcAft>
                            <a:buFont typeface="+mj-lt"/>
                            <a:buAutoNum type="arabicPeriod" startAt="2"/>
                          </a:pPr>
                          <a14:m>
                            <m:oMath xmlns:m="http://schemas.openxmlformats.org/officeDocument/2006/math">
                              <m:r>
                                <a:rPr lang="en-US" sz="1500" i="1" smtClean="0">
                                  <a:solidFill>
                                    <a:srgbClr val="00B050"/>
                                  </a:solidFill>
                                  <a:latin typeface="Cambria Math" panose="02040503050406030204" pitchFamily="18" charset="0"/>
                                  <a:cs typeface="Arial" panose="020B0604020202020204" pitchFamily="34" charset="0"/>
                                </a:rPr>
                                <m:t>𝐶𝑜𝑛𝑓𝑖𝑑𝑒𝑛𝑐𝑒</m:t>
                              </m:r>
                              <m:d>
                                <m:dPr>
                                  <m:ctrlPr>
                                    <a:rPr lang="en-US" sz="1500" i="1">
                                      <a:solidFill>
                                        <a:srgbClr val="00B050"/>
                                      </a:solidFill>
                                      <a:latin typeface="Cambria Math" panose="02040503050406030204" pitchFamily="18" charset="0"/>
                                      <a:cs typeface="Arial" panose="020B0604020202020204" pitchFamily="34" charset="0"/>
                                    </a:rPr>
                                  </m:ctrlPr>
                                </m:dPr>
                                <m:e>
                                  <m:r>
                                    <a:rPr lang="en-US" sz="1500" b="0" i="1" smtClean="0">
                                      <a:solidFill>
                                        <a:srgbClr val="00B050"/>
                                      </a:solidFill>
                                      <a:latin typeface="Cambria Math" panose="02040503050406030204" pitchFamily="18" charset="0"/>
                                      <a:cs typeface="Arial" panose="020B0604020202020204" pitchFamily="34" charset="0"/>
                                    </a:rPr>
                                    <m:t>𝐵𝑢𝑡𝑡𝑒𝑟</m:t>
                                  </m:r>
                                  <m:r>
                                    <a:rPr lang="en-US" sz="1500" b="0" i="1" smtClean="0">
                                      <a:solidFill>
                                        <a:srgbClr val="00B050"/>
                                      </a:solidFill>
                                      <a:latin typeface="Cambria Math" panose="02040503050406030204" pitchFamily="18" charset="0"/>
                                      <a:cs typeface="Arial" panose="020B0604020202020204" pitchFamily="34" charset="0"/>
                                    </a:rPr>
                                    <m:t>, </m:t>
                                  </m:r>
                                  <m:r>
                                    <a:rPr lang="en-US" sz="1500" b="0" i="1" smtClean="0">
                                      <a:solidFill>
                                        <a:srgbClr val="00B050"/>
                                      </a:solidFill>
                                      <a:latin typeface="Cambria Math" panose="02040503050406030204" pitchFamily="18" charset="0"/>
                                      <a:cs typeface="Arial" panose="020B0604020202020204" pitchFamily="34" charset="0"/>
                                    </a:rPr>
                                    <m:t>𝑀𝑖𝑙𝑘</m:t>
                                  </m:r>
                                  <m:r>
                                    <a:rPr lang="en-US" sz="15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1500" i="1">
                                      <a:solidFill>
                                        <a:srgbClr val="00B050"/>
                                      </a:solidFill>
                                      <a:latin typeface="Cambria Math" panose="02040503050406030204" pitchFamily="18" charset="0"/>
                                      <a:ea typeface="Cambria Math" panose="02040503050406030204" pitchFamily="18" charset="0"/>
                                      <a:cs typeface="Arial" panose="020B0604020202020204" pitchFamily="34" charset="0"/>
                                    </a:rPr>
                                    <m:t>𝐵𝑟𝑒𝑎𝑑</m:t>
                                  </m:r>
                                </m:e>
                              </m:d>
                              <m:r>
                                <a:rPr lang="en-US" sz="1500">
                                  <a:solidFill>
                                    <a:srgbClr val="00B050"/>
                                  </a:solidFill>
                                  <a:latin typeface="Cambria Math" panose="02040503050406030204" pitchFamily="18" charset="0"/>
                                  <a:cs typeface="Arial" panose="020B0604020202020204" pitchFamily="34" charset="0"/>
                                </a:rPr>
                                <m:t>=</m:t>
                              </m:r>
                              <m:f>
                                <m:fPr>
                                  <m:ctrlPr>
                                    <a:rPr lang="en-US" sz="1500" i="1">
                                      <a:solidFill>
                                        <a:srgbClr val="00B050"/>
                                      </a:solidFill>
                                      <a:latin typeface="Cambria Math" panose="02040503050406030204" pitchFamily="18" charset="0"/>
                                      <a:cs typeface="Arial" panose="020B0604020202020204" pitchFamily="34" charset="0"/>
                                    </a:rPr>
                                  </m:ctrlPr>
                                </m:fPr>
                                <m:num>
                                  <m:r>
                                    <a:rPr lang="en-US" sz="1500" b="0" i="1" smtClean="0">
                                      <a:solidFill>
                                        <a:srgbClr val="00B050"/>
                                      </a:solidFill>
                                      <a:latin typeface="Cambria Math" panose="02040503050406030204" pitchFamily="18" charset="0"/>
                                      <a:cs typeface="Arial" panose="020B0604020202020204" pitchFamily="34" charset="0"/>
                                    </a:rPr>
                                    <m:t>2</m:t>
                                  </m:r>
                                </m:num>
                                <m:den>
                                  <m:r>
                                    <a:rPr lang="en-US" sz="1500" b="0" i="1" smtClean="0">
                                      <a:solidFill>
                                        <a:srgbClr val="00B050"/>
                                      </a:solidFill>
                                      <a:latin typeface="Cambria Math" panose="02040503050406030204" pitchFamily="18" charset="0"/>
                                      <a:cs typeface="Arial" panose="020B0604020202020204" pitchFamily="34" charset="0"/>
                                    </a:rPr>
                                    <m:t>2</m:t>
                                  </m:r>
                                </m:den>
                              </m:f>
                              <m:r>
                                <a:rPr lang="en-US" sz="1500" i="1">
                                  <a:solidFill>
                                    <a:srgbClr val="00B050"/>
                                  </a:solidFill>
                                  <a:latin typeface="Cambria Math" panose="02040503050406030204" pitchFamily="18" charset="0"/>
                                  <a:cs typeface="Arial" panose="020B0604020202020204" pitchFamily="34" charset="0"/>
                                </a:rPr>
                                <m:t>=</m:t>
                              </m:r>
                              <m:r>
                                <a:rPr lang="en-US" sz="1500" b="0" i="1" smtClean="0">
                                  <a:solidFill>
                                    <a:srgbClr val="00B050"/>
                                  </a:solidFill>
                                  <a:latin typeface="Cambria Math" panose="02040503050406030204" pitchFamily="18" charset="0"/>
                                  <a:cs typeface="Arial" panose="020B0604020202020204" pitchFamily="34" charset="0"/>
                                </a:rPr>
                                <m:t>100</m:t>
                              </m:r>
                              <m:r>
                                <a:rPr lang="en-US" sz="1500" i="1">
                                  <a:solidFill>
                                    <a:srgbClr val="00B050"/>
                                  </a:solidFill>
                                  <a:latin typeface="Cambria Math" panose="02040503050406030204" pitchFamily="18" charset="0"/>
                                  <a:cs typeface="Arial" panose="020B0604020202020204" pitchFamily="34" charset="0"/>
                                </a:rPr>
                                <m:t>% (</m:t>
                              </m:r>
                              <m:r>
                                <a:rPr lang="en-US" sz="1500" i="1">
                                  <a:solidFill>
                                    <a:srgbClr val="00B050"/>
                                  </a:solidFill>
                                  <a:latin typeface="Cambria Math" panose="02040503050406030204" pitchFamily="18" charset="0"/>
                                  <a:cs typeface="Arial" panose="020B0604020202020204" pitchFamily="34" charset="0"/>
                                </a:rPr>
                                <m:t>𝑆𝑡𝑟𝑜𝑛𝑔</m:t>
                              </m:r>
                              <m:r>
                                <a:rPr lang="en-US" sz="1500" i="1">
                                  <a:solidFill>
                                    <a:srgbClr val="00B050"/>
                                  </a:solidFill>
                                  <a:latin typeface="Cambria Math" panose="02040503050406030204" pitchFamily="18" charset="0"/>
                                  <a:cs typeface="Arial" panose="020B0604020202020204" pitchFamily="34" charset="0"/>
                                </a:rPr>
                                <m:t>)</m:t>
                              </m:r>
                              <m:r>
                                <m:rPr>
                                  <m:nor/>
                                </m:rPr>
                                <a:rPr lang="en-US" sz="1500" dirty="0">
                                  <a:solidFill>
                                    <a:srgbClr val="00B050"/>
                                  </a:solidFill>
                                  <a:latin typeface="Arial" panose="020B0604020202020204" pitchFamily="34" charset="0"/>
                                  <a:cs typeface="Arial" panose="020B0604020202020204" pitchFamily="34" charset="0"/>
                                </a:rPr>
                                <m:t> </m:t>
                              </m:r>
                            </m:oMath>
                          </a14:m>
                          <a:endParaRPr lang="en-US" sz="1500" dirty="0">
                            <a:solidFill>
                              <a:srgbClr val="00B050"/>
                            </a:solidFill>
                            <a:latin typeface="Arial" panose="020B0604020202020204" pitchFamily="34" charset="0"/>
                            <a:cs typeface="Arial" panose="020B0604020202020204" pitchFamily="34" charset="0"/>
                          </a:endParaRPr>
                        </a:p>
                        <a:p>
                          <a:pPr marL="342900" lvl="0" indent="-342900">
                            <a:spcBef>
                              <a:spcPts val="200"/>
                            </a:spcBef>
                            <a:spcAft>
                              <a:spcPts val="200"/>
                            </a:spcAft>
                            <a:buFont typeface="+mj-lt"/>
                            <a:buAutoNum type="arabicPeriod" startAt="2"/>
                          </a:pPr>
                          <a14:m>
                            <m:oMath xmlns:m="http://schemas.openxmlformats.org/officeDocument/2006/math">
                              <m:r>
                                <a:rPr lang="en-US" sz="1500" i="1" smtClean="0">
                                  <a:solidFill>
                                    <a:srgbClr val="FF0000"/>
                                  </a:solidFill>
                                  <a:latin typeface="Cambria Math" panose="02040503050406030204" pitchFamily="18" charset="0"/>
                                  <a:cs typeface="Arial" panose="020B0604020202020204" pitchFamily="34" charset="0"/>
                                </a:rPr>
                                <m:t>𝐶𝑜𝑛𝑓𝑖𝑑𝑒𝑛𝑐𝑒</m:t>
                              </m:r>
                              <m:d>
                                <m:dPr>
                                  <m:ctrlPr>
                                    <a:rPr lang="en-US" sz="1500" i="1">
                                      <a:solidFill>
                                        <a:srgbClr val="FF0000"/>
                                      </a:solidFill>
                                      <a:latin typeface="Cambria Math" panose="02040503050406030204" pitchFamily="18" charset="0"/>
                                      <a:cs typeface="Arial" panose="020B0604020202020204" pitchFamily="34" charset="0"/>
                                    </a:rPr>
                                  </m:ctrlPr>
                                </m:dPr>
                                <m:e>
                                  <m:r>
                                    <a:rPr lang="en-US" sz="1500" b="0" i="1" smtClean="0">
                                      <a:solidFill>
                                        <a:srgbClr val="FF0000"/>
                                      </a:solidFill>
                                      <a:latin typeface="Cambria Math" panose="02040503050406030204" pitchFamily="18" charset="0"/>
                                      <a:cs typeface="Arial" panose="020B0604020202020204" pitchFamily="34" charset="0"/>
                                    </a:rPr>
                                    <m:t>𝐵𝑟𝑒𝑎𝑑</m:t>
                                  </m:r>
                                  <m:r>
                                    <a:rPr lang="en-US"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US" sz="15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𝐵𝑢𝑡𝑡𝑒𝑟</m:t>
                                  </m:r>
                                  <m:r>
                                    <a:rPr lang="en-US" sz="15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 </m:t>
                                  </m:r>
                                  <m:r>
                                    <a:rPr lang="en-US" sz="15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𝑀𝑖𝑙𝑘</m:t>
                                  </m:r>
                                </m:e>
                              </m:d>
                              <m:r>
                                <a:rPr lang="en-US" sz="1500">
                                  <a:solidFill>
                                    <a:srgbClr val="FF0000"/>
                                  </a:solidFill>
                                  <a:latin typeface="Cambria Math" panose="02040503050406030204" pitchFamily="18" charset="0"/>
                                  <a:cs typeface="Arial" panose="020B0604020202020204" pitchFamily="34" charset="0"/>
                                </a:rPr>
                                <m:t>=</m:t>
                              </m:r>
                              <m:f>
                                <m:fPr>
                                  <m:ctrlPr>
                                    <a:rPr lang="en-US" sz="1500" i="1">
                                      <a:solidFill>
                                        <a:srgbClr val="FF0000"/>
                                      </a:solidFill>
                                      <a:latin typeface="Cambria Math" panose="02040503050406030204" pitchFamily="18" charset="0"/>
                                      <a:cs typeface="Arial" panose="020B0604020202020204" pitchFamily="34" charset="0"/>
                                    </a:rPr>
                                  </m:ctrlPr>
                                </m:fPr>
                                <m:num>
                                  <m:r>
                                    <a:rPr lang="en-US" sz="1500" b="0" i="1" smtClean="0">
                                      <a:solidFill>
                                        <a:srgbClr val="FF0000"/>
                                      </a:solidFill>
                                      <a:latin typeface="Cambria Math" panose="02040503050406030204" pitchFamily="18" charset="0"/>
                                      <a:cs typeface="Arial" panose="020B0604020202020204" pitchFamily="34" charset="0"/>
                                    </a:rPr>
                                    <m:t>2</m:t>
                                  </m:r>
                                </m:num>
                                <m:den>
                                  <m:r>
                                    <a:rPr lang="en-US" sz="1500" b="0" i="1" smtClean="0">
                                      <a:solidFill>
                                        <a:srgbClr val="FF0000"/>
                                      </a:solidFill>
                                      <a:latin typeface="Cambria Math" panose="02040503050406030204" pitchFamily="18" charset="0"/>
                                      <a:cs typeface="Arial" panose="020B0604020202020204" pitchFamily="34" charset="0"/>
                                    </a:rPr>
                                    <m:t>3</m:t>
                                  </m:r>
                                </m:den>
                              </m:f>
                              <m:r>
                                <a:rPr lang="en-US" sz="1500" i="1">
                                  <a:solidFill>
                                    <a:srgbClr val="FF0000"/>
                                  </a:solidFill>
                                  <a:latin typeface="Cambria Math" panose="02040503050406030204" pitchFamily="18" charset="0"/>
                                  <a:cs typeface="Arial" panose="020B0604020202020204" pitchFamily="34" charset="0"/>
                                </a:rPr>
                                <m:t>=</m:t>
                              </m:r>
                              <m:r>
                                <a:rPr lang="en-US" sz="1500" b="0" i="1" smtClean="0">
                                  <a:solidFill>
                                    <a:srgbClr val="FF0000"/>
                                  </a:solidFill>
                                  <a:latin typeface="Cambria Math" panose="02040503050406030204" pitchFamily="18" charset="0"/>
                                  <a:cs typeface="Arial" panose="020B0604020202020204" pitchFamily="34" charset="0"/>
                                </a:rPr>
                                <m:t>67</m:t>
                              </m:r>
                              <m:r>
                                <a:rPr lang="en-US" sz="1500" i="1">
                                  <a:solidFill>
                                    <a:srgbClr val="FF0000"/>
                                  </a:solidFill>
                                  <a:latin typeface="Cambria Math" panose="02040503050406030204" pitchFamily="18" charset="0"/>
                                  <a:cs typeface="Arial" panose="020B0604020202020204" pitchFamily="34" charset="0"/>
                                </a:rPr>
                                <m:t>% (</m:t>
                              </m:r>
                              <m:r>
                                <a:rPr lang="en-US" sz="1500" b="0" i="1" smtClean="0">
                                  <a:solidFill>
                                    <a:srgbClr val="FF0000"/>
                                  </a:solidFill>
                                  <a:latin typeface="Cambria Math" panose="02040503050406030204" pitchFamily="18" charset="0"/>
                                  <a:cs typeface="Arial" panose="020B0604020202020204" pitchFamily="34" charset="0"/>
                                </a:rPr>
                                <m:t>𝑁𝑜𝑡</m:t>
                              </m:r>
                              <m:r>
                                <a:rPr lang="en-US" sz="1500" b="0" i="1" smtClean="0">
                                  <a:solidFill>
                                    <a:srgbClr val="FF0000"/>
                                  </a:solidFill>
                                  <a:latin typeface="Cambria Math" panose="02040503050406030204" pitchFamily="18" charset="0"/>
                                  <a:cs typeface="Arial" panose="020B0604020202020204" pitchFamily="34" charset="0"/>
                                </a:rPr>
                                <m:t> </m:t>
                              </m:r>
                              <m:r>
                                <a:rPr lang="en-US" sz="1500" i="1">
                                  <a:solidFill>
                                    <a:srgbClr val="FF0000"/>
                                  </a:solidFill>
                                  <a:latin typeface="Cambria Math" panose="02040503050406030204" pitchFamily="18" charset="0"/>
                                  <a:cs typeface="Arial" panose="020B0604020202020204" pitchFamily="34" charset="0"/>
                                </a:rPr>
                                <m:t>𝑆𝑡𝑟𝑜𝑛𝑔</m:t>
                              </m:r>
                              <m:r>
                                <a:rPr lang="en-US" sz="1500" i="1">
                                  <a:solidFill>
                                    <a:srgbClr val="FF0000"/>
                                  </a:solidFill>
                                  <a:latin typeface="Cambria Math" panose="02040503050406030204" pitchFamily="18" charset="0"/>
                                  <a:cs typeface="Arial" panose="020B0604020202020204" pitchFamily="34" charset="0"/>
                                </a:rPr>
                                <m:t>)</m:t>
                              </m:r>
                              <m:r>
                                <m:rPr>
                                  <m:nor/>
                                </m:rPr>
                                <a:rPr lang="en-US" sz="1500" dirty="0">
                                  <a:solidFill>
                                    <a:srgbClr val="FF0000"/>
                                  </a:solidFill>
                                  <a:latin typeface="Arial" panose="020B0604020202020204" pitchFamily="34" charset="0"/>
                                  <a:cs typeface="Arial" panose="020B0604020202020204" pitchFamily="34" charset="0"/>
                                </a:rPr>
                                <m:t> </m:t>
                              </m:r>
                            </m:oMath>
                          </a14:m>
                          <a:endParaRPr lang="en-US" sz="1500" dirty="0">
                            <a:solidFill>
                              <a:srgbClr val="FF0000"/>
                            </a:solidFill>
                            <a:latin typeface="Arial" panose="020B0604020202020204" pitchFamily="34" charset="0"/>
                            <a:cs typeface="Arial" panose="020B0604020202020204" pitchFamily="34" charset="0"/>
                          </a:endParaRPr>
                        </a:p>
                        <a:p>
                          <a:pPr marL="342900" marR="0" lvl="0" indent="-342900" algn="l" defTabSz="914400" rtl="0" eaLnBrk="1" fontAlgn="auto" latinLnBrk="0" hangingPunct="1">
                            <a:lnSpc>
                              <a:spcPct val="100000"/>
                            </a:lnSpc>
                            <a:spcBef>
                              <a:spcPts val="200"/>
                            </a:spcBef>
                            <a:spcAft>
                              <a:spcPts val="200"/>
                            </a:spcAft>
                            <a:buClrTx/>
                            <a:buSzTx/>
                            <a:buFont typeface="+mj-lt"/>
                            <a:buAutoNum type="arabicPeriod" startAt="2"/>
                            <a:tabLst/>
                            <a:defRPr/>
                          </a:pPr>
                          <a14:m>
                            <m:oMath xmlns:m="http://schemas.openxmlformats.org/officeDocument/2006/math">
                              <m:r>
                                <a:rPr lang="en-US" sz="1500" i="1" smtClean="0">
                                  <a:solidFill>
                                    <a:srgbClr val="FF0000"/>
                                  </a:solidFill>
                                  <a:latin typeface="Cambria Math" panose="02040503050406030204" pitchFamily="18" charset="0"/>
                                  <a:cs typeface="Arial" panose="020B0604020202020204" pitchFamily="34" charset="0"/>
                                </a:rPr>
                                <m:t>𝐶𝑜𝑛𝑓𝑖𝑑𝑒𝑛𝑐𝑒</m:t>
                              </m:r>
                              <m:d>
                                <m:dPr>
                                  <m:ctrlPr>
                                    <a:rPr lang="en-US" sz="1500" i="1">
                                      <a:solidFill>
                                        <a:srgbClr val="FF0000"/>
                                      </a:solidFill>
                                      <a:latin typeface="Cambria Math" panose="02040503050406030204" pitchFamily="18" charset="0"/>
                                      <a:cs typeface="Arial" panose="020B0604020202020204" pitchFamily="34" charset="0"/>
                                    </a:rPr>
                                  </m:ctrlPr>
                                </m:dPr>
                                <m:e>
                                  <m:r>
                                    <a:rPr lang="en-US" sz="1500" b="0" i="1" smtClean="0">
                                      <a:solidFill>
                                        <a:srgbClr val="FF0000"/>
                                      </a:solidFill>
                                      <a:latin typeface="Cambria Math" panose="02040503050406030204" pitchFamily="18" charset="0"/>
                                      <a:cs typeface="Arial" panose="020B0604020202020204" pitchFamily="34" charset="0"/>
                                    </a:rPr>
                                    <m:t>𝐵𝑢𝑡𝑡𝑒𝑟</m:t>
                                  </m:r>
                                  <m:r>
                                    <a:rPr lang="en-US"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US" sz="15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𝐵𝑟𝑒𝑎𝑑</m:t>
                                  </m:r>
                                  <m:r>
                                    <a:rPr lang="en-US" sz="15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 </m:t>
                                  </m:r>
                                  <m:r>
                                    <a:rPr lang="en-US" sz="15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𝑀𝑖𝑙𝑘</m:t>
                                  </m:r>
                                </m:e>
                              </m:d>
                              <m:r>
                                <a:rPr lang="en-US" sz="1500">
                                  <a:solidFill>
                                    <a:srgbClr val="FF0000"/>
                                  </a:solidFill>
                                  <a:latin typeface="Cambria Math" panose="02040503050406030204" pitchFamily="18" charset="0"/>
                                  <a:cs typeface="Arial" panose="020B0604020202020204" pitchFamily="34" charset="0"/>
                                </a:rPr>
                                <m:t>=</m:t>
                              </m:r>
                              <m:f>
                                <m:fPr>
                                  <m:ctrlPr>
                                    <a:rPr lang="en-US" sz="1500" i="1">
                                      <a:solidFill>
                                        <a:srgbClr val="FF0000"/>
                                      </a:solidFill>
                                      <a:latin typeface="Cambria Math" panose="02040503050406030204" pitchFamily="18" charset="0"/>
                                      <a:cs typeface="Arial" panose="020B0604020202020204" pitchFamily="34" charset="0"/>
                                    </a:rPr>
                                  </m:ctrlPr>
                                </m:fPr>
                                <m:num>
                                  <m:r>
                                    <a:rPr lang="en-US" sz="1500" b="0" i="1" smtClean="0">
                                      <a:solidFill>
                                        <a:srgbClr val="FF0000"/>
                                      </a:solidFill>
                                      <a:latin typeface="Cambria Math" panose="02040503050406030204" pitchFamily="18" charset="0"/>
                                      <a:cs typeface="Arial" panose="020B0604020202020204" pitchFamily="34" charset="0"/>
                                    </a:rPr>
                                    <m:t>2</m:t>
                                  </m:r>
                                </m:num>
                                <m:den>
                                  <m:r>
                                    <a:rPr lang="en-US" sz="1500" b="0" i="1" smtClean="0">
                                      <a:solidFill>
                                        <a:srgbClr val="FF0000"/>
                                      </a:solidFill>
                                      <a:latin typeface="Cambria Math" panose="02040503050406030204" pitchFamily="18" charset="0"/>
                                      <a:cs typeface="Arial" panose="020B0604020202020204" pitchFamily="34" charset="0"/>
                                    </a:rPr>
                                    <m:t>3</m:t>
                                  </m:r>
                                </m:den>
                              </m:f>
                              <m:r>
                                <a:rPr lang="en-US" sz="1500" i="1">
                                  <a:solidFill>
                                    <a:srgbClr val="FF0000"/>
                                  </a:solidFill>
                                  <a:latin typeface="Cambria Math" panose="02040503050406030204" pitchFamily="18" charset="0"/>
                                  <a:cs typeface="Arial" panose="020B0604020202020204" pitchFamily="34" charset="0"/>
                                </a:rPr>
                                <m:t>=</m:t>
                              </m:r>
                              <m:r>
                                <a:rPr lang="en-US" sz="1500" b="0" i="1" smtClean="0">
                                  <a:solidFill>
                                    <a:srgbClr val="FF0000"/>
                                  </a:solidFill>
                                  <a:latin typeface="Cambria Math" panose="02040503050406030204" pitchFamily="18" charset="0"/>
                                  <a:cs typeface="Arial" panose="020B0604020202020204" pitchFamily="34" charset="0"/>
                                </a:rPr>
                                <m:t>67</m:t>
                              </m:r>
                              <m:r>
                                <a:rPr lang="en-US" sz="1500" i="1">
                                  <a:solidFill>
                                    <a:srgbClr val="FF0000"/>
                                  </a:solidFill>
                                  <a:latin typeface="Cambria Math" panose="02040503050406030204" pitchFamily="18" charset="0"/>
                                  <a:cs typeface="Arial" panose="020B0604020202020204" pitchFamily="34" charset="0"/>
                                </a:rPr>
                                <m:t>% (</m:t>
                              </m:r>
                              <m:r>
                                <a:rPr lang="en-US" sz="1500" b="0" i="1" smtClean="0">
                                  <a:solidFill>
                                    <a:srgbClr val="FF0000"/>
                                  </a:solidFill>
                                  <a:latin typeface="Cambria Math" panose="02040503050406030204" pitchFamily="18" charset="0"/>
                                  <a:cs typeface="Arial" panose="020B0604020202020204" pitchFamily="34" charset="0"/>
                                </a:rPr>
                                <m:t>𝑁𝑜𝑡</m:t>
                              </m:r>
                              <m:r>
                                <a:rPr lang="en-US" sz="1500" b="0" i="1" smtClean="0">
                                  <a:solidFill>
                                    <a:srgbClr val="FF0000"/>
                                  </a:solidFill>
                                  <a:latin typeface="Cambria Math" panose="02040503050406030204" pitchFamily="18" charset="0"/>
                                  <a:cs typeface="Arial" panose="020B0604020202020204" pitchFamily="34" charset="0"/>
                                </a:rPr>
                                <m:t> </m:t>
                              </m:r>
                              <m:r>
                                <a:rPr lang="en-US" sz="1500" i="1">
                                  <a:solidFill>
                                    <a:srgbClr val="FF0000"/>
                                  </a:solidFill>
                                  <a:latin typeface="Cambria Math" panose="02040503050406030204" pitchFamily="18" charset="0"/>
                                  <a:cs typeface="Arial" panose="020B0604020202020204" pitchFamily="34" charset="0"/>
                                </a:rPr>
                                <m:t>𝑆𝑡𝑟𝑜𝑛𝑔</m:t>
                              </m:r>
                              <m:r>
                                <a:rPr lang="en-US" sz="1500" i="1">
                                  <a:solidFill>
                                    <a:srgbClr val="FF0000"/>
                                  </a:solidFill>
                                  <a:latin typeface="Cambria Math" panose="02040503050406030204" pitchFamily="18" charset="0"/>
                                  <a:cs typeface="Arial" panose="020B0604020202020204" pitchFamily="34" charset="0"/>
                                </a:rPr>
                                <m:t>)</m:t>
                              </m:r>
                              <m:r>
                                <m:rPr>
                                  <m:nor/>
                                </m:rPr>
                                <a:rPr lang="en-US" sz="1500" dirty="0">
                                  <a:solidFill>
                                    <a:srgbClr val="FF0000"/>
                                  </a:solidFill>
                                  <a:latin typeface="Arial" panose="020B0604020202020204" pitchFamily="34" charset="0"/>
                                  <a:cs typeface="Arial" panose="020B0604020202020204" pitchFamily="34" charset="0"/>
                                </a:rPr>
                                <m:t> </m:t>
                              </m:r>
                            </m:oMath>
                          </a14:m>
                          <a:endParaRPr lang="en-US" sz="1500" dirty="0">
                            <a:solidFill>
                              <a:srgbClr val="FF0000"/>
                            </a:solidFill>
                            <a:latin typeface="Arial" panose="020B0604020202020204" pitchFamily="34" charset="0"/>
                            <a:cs typeface="Arial" panose="020B0604020202020204" pitchFamily="34" charset="0"/>
                          </a:endParaRPr>
                        </a:p>
                        <a:p>
                          <a:pPr marL="342900" marR="0" lvl="0" indent="-342900" algn="l" defTabSz="914400" rtl="0" eaLnBrk="1" fontAlgn="auto" latinLnBrk="0" hangingPunct="1">
                            <a:lnSpc>
                              <a:spcPct val="100000"/>
                            </a:lnSpc>
                            <a:spcBef>
                              <a:spcPts val="200"/>
                            </a:spcBef>
                            <a:spcAft>
                              <a:spcPts val="200"/>
                            </a:spcAft>
                            <a:buClrTx/>
                            <a:buSzTx/>
                            <a:buFont typeface="+mj-lt"/>
                            <a:buAutoNum type="arabicPeriod" startAt="2"/>
                            <a:tabLst/>
                            <a:defRPr/>
                          </a:pPr>
                          <a14:m>
                            <m:oMath xmlns:m="http://schemas.openxmlformats.org/officeDocument/2006/math">
                              <m:r>
                                <a:rPr lang="en-US" sz="1500" i="1" smtClean="0">
                                  <a:solidFill>
                                    <a:srgbClr val="00B050"/>
                                  </a:solidFill>
                                  <a:latin typeface="Cambria Math" panose="02040503050406030204" pitchFamily="18" charset="0"/>
                                  <a:cs typeface="Arial" panose="020B0604020202020204" pitchFamily="34" charset="0"/>
                                </a:rPr>
                                <m:t>𝐶𝑜𝑛𝑓𝑖𝑑𝑒𝑛𝑐𝑒</m:t>
                              </m:r>
                              <m:d>
                                <m:dPr>
                                  <m:ctrlPr>
                                    <a:rPr lang="en-US" sz="1500" i="1">
                                      <a:solidFill>
                                        <a:srgbClr val="00B050"/>
                                      </a:solidFill>
                                      <a:latin typeface="Cambria Math" panose="02040503050406030204" pitchFamily="18" charset="0"/>
                                      <a:cs typeface="Arial" panose="020B0604020202020204" pitchFamily="34" charset="0"/>
                                    </a:rPr>
                                  </m:ctrlPr>
                                </m:dPr>
                                <m:e>
                                  <m:r>
                                    <a:rPr lang="en-US" sz="1500" b="0" i="1" smtClean="0">
                                      <a:solidFill>
                                        <a:srgbClr val="00B050"/>
                                      </a:solidFill>
                                      <a:latin typeface="Cambria Math" panose="02040503050406030204" pitchFamily="18" charset="0"/>
                                      <a:cs typeface="Arial" panose="020B0604020202020204" pitchFamily="34" charset="0"/>
                                    </a:rPr>
                                    <m:t>𝑀𝑖𝑙𝑘</m:t>
                                  </m:r>
                                  <m:r>
                                    <a:rPr lang="en-US" sz="15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15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𝐵𝑟𝑒𝑎𝑑</m:t>
                                  </m:r>
                                  <m:r>
                                    <a:rPr lang="en-US" sz="15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 </m:t>
                                  </m:r>
                                  <m:r>
                                    <a:rPr lang="en-US" sz="15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𝐵𝑢𝑡𝑡𝑒𝑟</m:t>
                                  </m:r>
                                </m:e>
                              </m:d>
                              <m:r>
                                <a:rPr lang="en-US" sz="1500">
                                  <a:solidFill>
                                    <a:srgbClr val="00B050"/>
                                  </a:solidFill>
                                  <a:latin typeface="Cambria Math" panose="02040503050406030204" pitchFamily="18" charset="0"/>
                                  <a:cs typeface="Arial" panose="020B0604020202020204" pitchFamily="34" charset="0"/>
                                </a:rPr>
                                <m:t>=</m:t>
                              </m:r>
                              <m:f>
                                <m:fPr>
                                  <m:ctrlPr>
                                    <a:rPr lang="en-US" sz="1500" i="1">
                                      <a:solidFill>
                                        <a:srgbClr val="00B050"/>
                                      </a:solidFill>
                                      <a:latin typeface="Cambria Math" panose="02040503050406030204" pitchFamily="18" charset="0"/>
                                      <a:cs typeface="Arial" panose="020B0604020202020204" pitchFamily="34" charset="0"/>
                                    </a:rPr>
                                  </m:ctrlPr>
                                </m:fPr>
                                <m:num>
                                  <m:r>
                                    <a:rPr lang="en-US" sz="1500" b="0" i="1" smtClean="0">
                                      <a:solidFill>
                                        <a:srgbClr val="00B050"/>
                                      </a:solidFill>
                                      <a:latin typeface="Cambria Math" panose="02040503050406030204" pitchFamily="18" charset="0"/>
                                      <a:cs typeface="Arial" panose="020B0604020202020204" pitchFamily="34" charset="0"/>
                                    </a:rPr>
                                    <m:t>2</m:t>
                                  </m:r>
                                </m:num>
                                <m:den>
                                  <m:r>
                                    <a:rPr lang="en-US" sz="1500" b="0" i="1" smtClean="0">
                                      <a:solidFill>
                                        <a:srgbClr val="00B050"/>
                                      </a:solidFill>
                                      <a:latin typeface="Cambria Math" panose="02040503050406030204" pitchFamily="18" charset="0"/>
                                      <a:cs typeface="Arial" panose="020B0604020202020204" pitchFamily="34" charset="0"/>
                                    </a:rPr>
                                    <m:t>2</m:t>
                                  </m:r>
                                </m:den>
                              </m:f>
                              <m:r>
                                <a:rPr lang="en-US" sz="1500" i="1">
                                  <a:solidFill>
                                    <a:srgbClr val="00B050"/>
                                  </a:solidFill>
                                  <a:latin typeface="Cambria Math" panose="02040503050406030204" pitchFamily="18" charset="0"/>
                                  <a:cs typeface="Arial" panose="020B0604020202020204" pitchFamily="34" charset="0"/>
                                </a:rPr>
                                <m:t>=</m:t>
                              </m:r>
                              <m:r>
                                <a:rPr lang="en-US" sz="1500" b="0" i="1" smtClean="0">
                                  <a:solidFill>
                                    <a:srgbClr val="00B050"/>
                                  </a:solidFill>
                                  <a:latin typeface="Cambria Math" panose="02040503050406030204" pitchFamily="18" charset="0"/>
                                  <a:cs typeface="Arial" panose="020B0604020202020204" pitchFamily="34" charset="0"/>
                                </a:rPr>
                                <m:t>100</m:t>
                              </m:r>
                              <m:r>
                                <a:rPr lang="en-US" sz="1500" i="1">
                                  <a:solidFill>
                                    <a:srgbClr val="00B050"/>
                                  </a:solidFill>
                                  <a:latin typeface="Cambria Math" panose="02040503050406030204" pitchFamily="18" charset="0"/>
                                  <a:cs typeface="Arial" panose="020B0604020202020204" pitchFamily="34" charset="0"/>
                                </a:rPr>
                                <m:t>% (</m:t>
                              </m:r>
                              <m:r>
                                <a:rPr lang="en-US" sz="1500" b="0" i="1" smtClean="0">
                                  <a:solidFill>
                                    <a:srgbClr val="00B050"/>
                                  </a:solidFill>
                                  <a:latin typeface="Cambria Math" panose="02040503050406030204" pitchFamily="18" charset="0"/>
                                  <a:cs typeface="Arial" panose="020B0604020202020204" pitchFamily="34" charset="0"/>
                                </a:rPr>
                                <m:t> </m:t>
                              </m:r>
                              <m:r>
                                <a:rPr lang="en-US" sz="1500" i="1">
                                  <a:solidFill>
                                    <a:srgbClr val="00B050"/>
                                  </a:solidFill>
                                  <a:latin typeface="Cambria Math" panose="02040503050406030204" pitchFamily="18" charset="0"/>
                                  <a:cs typeface="Arial" panose="020B0604020202020204" pitchFamily="34" charset="0"/>
                                </a:rPr>
                                <m:t>𝑆𝑡𝑟𝑜𝑛𝑔</m:t>
                              </m:r>
                              <m:r>
                                <a:rPr lang="en-US" sz="1500" i="1">
                                  <a:solidFill>
                                    <a:srgbClr val="00B050"/>
                                  </a:solidFill>
                                  <a:latin typeface="Cambria Math" panose="02040503050406030204" pitchFamily="18" charset="0"/>
                                  <a:cs typeface="Arial" panose="020B0604020202020204" pitchFamily="34" charset="0"/>
                                </a:rPr>
                                <m:t>)</m:t>
                              </m:r>
                              <m:r>
                                <m:rPr>
                                  <m:nor/>
                                </m:rPr>
                                <a:rPr lang="en-US" sz="1500" dirty="0">
                                  <a:solidFill>
                                    <a:srgbClr val="00B050"/>
                                  </a:solidFill>
                                  <a:latin typeface="Arial" panose="020B0604020202020204" pitchFamily="34" charset="0"/>
                                  <a:cs typeface="Arial" panose="020B0604020202020204" pitchFamily="34" charset="0"/>
                                </a:rPr>
                                <m:t> </m:t>
                              </m:r>
                            </m:oMath>
                          </a14:m>
                          <a:endParaRPr lang="en-US" sz="1500" dirty="0">
                            <a:solidFill>
                              <a:srgbClr val="00B050"/>
                            </a:solidFill>
                            <a:latin typeface="Arial" panose="020B0604020202020204" pitchFamily="34" charset="0"/>
                            <a:cs typeface="Arial" panose="020B0604020202020204" pitchFamily="34" charset="0"/>
                          </a:endParaRPr>
                        </a:p>
                      </a:txBody>
                      <a:tcPr marL="98566" marR="98566" marT="49283" marB="49283"/>
                    </a:tc>
                    <a:extLst>
                      <a:ext uri="{0D108BD9-81ED-4DB2-BD59-A6C34878D82A}">
                        <a16:rowId xmlns:a16="http://schemas.microsoft.com/office/drawing/2014/main" val="37580425"/>
                      </a:ext>
                    </a:extLst>
                  </a:tr>
                </a:tbl>
              </a:graphicData>
            </a:graphic>
          </p:graphicFrame>
        </mc:Choice>
        <mc:Fallback>
          <p:graphicFrame>
            <p:nvGraphicFramePr>
              <p:cNvPr id="7" name="Table 6">
                <a:extLst>
                  <a:ext uri="{FF2B5EF4-FFF2-40B4-BE49-F238E27FC236}">
                    <a16:creationId xmlns:a16="http://schemas.microsoft.com/office/drawing/2014/main" id="{3FF8578F-9AD1-B1C9-3DA9-EAD21F902E80}"/>
                  </a:ext>
                </a:extLst>
              </p:cNvPr>
              <p:cNvGraphicFramePr>
                <a:graphicFrameLocks noGrp="1"/>
              </p:cNvGraphicFramePr>
              <p:nvPr>
                <p:extLst>
                  <p:ext uri="{D42A27DB-BD31-4B8C-83A1-F6EECF244321}">
                    <p14:modId xmlns:p14="http://schemas.microsoft.com/office/powerpoint/2010/main" val="259512659"/>
                  </p:ext>
                </p:extLst>
              </p:nvPr>
            </p:nvGraphicFramePr>
            <p:xfrm>
              <a:off x="4502428" y="2137346"/>
              <a:ext cx="7225749" cy="2583310"/>
            </p:xfrm>
            <a:graphic>
              <a:graphicData uri="http://schemas.openxmlformats.org/drawingml/2006/table">
                <a:tbl>
                  <a:tblPr firstRow="1" bandRow="1">
                    <a:tableStyleId>{93296810-A885-4BE3-A3E7-6D5BEEA58F35}</a:tableStyleId>
                  </a:tblPr>
                  <a:tblGrid>
                    <a:gridCol w="1343984">
                      <a:extLst>
                        <a:ext uri="{9D8B030D-6E8A-4147-A177-3AD203B41FA5}">
                          <a16:colId xmlns:a16="http://schemas.microsoft.com/office/drawing/2014/main" val="3952355383"/>
                        </a:ext>
                      </a:extLst>
                    </a:gridCol>
                    <a:gridCol w="5881765">
                      <a:extLst>
                        <a:ext uri="{9D8B030D-6E8A-4147-A177-3AD203B41FA5}">
                          <a16:colId xmlns:a16="http://schemas.microsoft.com/office/drawing/2014/main" val="265855328"/>
                        </a:ext>
                      </a:extLst>
                    </a:gridCol>
                  </a:tblGrid>
                  <a:tr h="597965">
                    <a:tc>
                      <a:txBody>
                        <a:bodyPr/>
                        <a:lstStyle/>
                        <a:p>
                          <a:r>
                            <a:rPr lang="en-US" sz="1500">
                              <a:latin typeface="Arial" panose="020B0604020202020204" pitchFamily="34" charset="0"/>
                              <a:cs typeface="Arial" panose="020B0604020202020204" pitchFamily="34" charset="0"/>
                            </a:rPr>
                            <a:t>Frequent Itemset</a:t>
                          </a:r>
                          <a:endParaRPr lang="en-KE" sz="1500">
                            <a:latin typeface="Arial" panose="020B0604020202020204" pitchFamily="34" charset="0"/>
                            <a:cs typeface="Arial" panose="020B0604020202020204" pitchFamily="34" charset="0"/>
                          </a:endParaRPr>
                        </a:p>
                      </a:txBody>
                      <a:tcPr marL="98566" marR="98566" marT="49283" marB="49283"/>
                    </a:tc>
                    <a:tc>
                      <a:txBody>
                        <a:bodyPr/>
                        <a:lstStyle/>
                        <a:p>
                          <a:r>
                            <a:rPr lang="en-US" sz="1500">
                              <a:latin typeface="Arial" panose="020B0604020202020204" pitchFamily="34" charset="0"/>
                              <a:cs typeface="Arial" panose="020B0604020202020204" pitchFamily="34" charset="0"/>
                            </a:rPr>
                            <a:t>Rules</a:t>
                          </a:r>
                          <a:endParaRPr lang="en-KE" sz="1500">
                            <a:latin typeface="Arial" panose="020B0604020202020204" pitchFamily="34" charset="0"/>
                            <a:cs typeface="Arial" panose="020B0604020202020204" pitchFamily="34" charset="0"/>
                          </a:endParaRPr>
                        </a:p>
                      </a:txBody>
                      <a:tcPr marL="98566" marR="98566" marT="49283" marB="49283"/>
                    </a:tc>
                    <a:extLst>
                      <a:ext uri="{0D108BD9-81ED-4DB2-BD59-A6C34878D82A}">
                        <a16:rowId xmlns:a16="http://schemas.microsoft.com/office/drawing/2014/main" val="1159113489"/>
                      </a:ext>
                    </a:extLst>
                  </a:tr>
                  <a:tr h="1985345">
                    <a:tc>
                      <a:txBody>
                        <a:bodyPr/>
                        <a:lstStyle/>
                        <a:p>
                          <a:r>
                            <a:rPr lang="en-US" sz="1500"/>
                            <a:t>{Bread, Butter, Milk}</a:t>
                          </a:r>
                          <a:endParaRPr lang="en-KE" sz="1500">
                            <a:latin typeface="Arial" panose="020B0604020202020204" pitchFamily="34" charset="0"/>
                            <a:cs typeface="Arial" panose="020B0604020202020204" pitchFamily="34" charset="0"/>
                          </a:endParaRPr>
                        </a:p>
                      </a:txBody>
                      <a:tcPr marL="98566" marR="98566" marT="49283" marB="49283"/>
                    </a:tc>
                    <a:tc>
                      <a:txBody>
                        <a:bodyPr/>
                        <a:lstStyle/>
                        <a:p>
                          <a:endParaRPr lang="en-KE"/>
                        </a:p>
                      </a:txBody>
                      <a:tcPr marL="98566" marR="98566" marT="49283" marB="49283">
                        <a:blipFill>
                          <a:blip r:embed="rId2"/>
                          <a:stretch>
                            <a:fillRect l="-23005" t="-30275" r="-518" b="-612"/>
                          </a:stretch>
                        </a:blipFill>
                      </a:tcPr>
                    </a:tc>
                    <a:extLst>
                      <a:ext uri="{0D108BD9-81ED-4DB2-BD59-A6C34878D82A}">
                        <a16:rowId xmlns:a16="http://schemas.microsoft.com/office/drawing/2014/main" val="37580425"/>
                      </a:ext>
                    </a:extLst>
                  </a:tr>
                </a:tbl>
              </a:graphicData>
            </a:graphic>
          </p:graphicFrame>
        </mc:Fallback>
      </mc:AlternateContent>
    </p:spTree>
    <p:extLst>
      <p:ext uri="{BB962C8B-B14F-4D97-AF65-F5344CB8AC3E}">
        <p14:creationId xmlns:p14="http://schemas.microsoft.com/office/powerpoint/2010/main" val="2533976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7C297-056D-A5CA-4226-1EADFE6C31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6519A0-BA15-52FF-876C-DDFEF94AA3CC}"/>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BEEFE186-6B7E-B5A1-4C8C-4DC537196A22}"/>
              </a:ext>
            </a:extLst>
          </p:cNvPr>
          <p:cNvSpPr>
            <a:spLocks noGrp="1"/>
          </p:cNvSpPr>
          <p:nvPr>
            <p:ph idx="1"/>
          </p:nvPr>
        </p:nvSpPr>
        <p:spPr>
          <a:xfrm>
            <a:off x="334961" y="1467985"/>
            <a:ext cx="11522075" cy="895804"/>
          </a:xfrm>
        </p:spPr>
        <p:txBody>
          <a:bodyPr>
            <a:noAutofit/>
          </a:bodyPr>
          <a:lstStyle/>
          <a:p>
            <a:r>
              <a:rPr lang="en-US" sz="1600" dirty="0">
                <a:latin typeface="Arial" panose="020B0604020202020204" pitchFamily="34" charset="0"/>
                <a:cs typeface="Arial" panose="020B0604020202020204" pitchFamily="34" charset="0"/>
              </a:rPr>
              <a:t>Avoids the inefficiencies affecting </a:t>
            </a:r>
            <a:r>
              <a:rPr lang="en-US" sz="1600" dirty="0" err="1">
                <a:latin typeface="Arial" panose="020B0604020202020204" pitchFamily="34" charset="0"/>
                <a:cs typeface="Arial" panose="020B0604020202020204" pitchFamily="34" charset="0"/>
              </a:rPr>
              <a:t>Apriori</a:t>
            </a:r>
            <a:r>
              <a:rPr lang="en-US" sz="1600" dirty="0">
                <a:latin typeface="Arial" panose="020B0604020202020204" pitchFamily="34" charset="0"/>
                <a:cs typeface="Arial" panose="020B0604020202020204" pitchFamily="34" charset="0"/>
              </a:rPr>
              <a:t> by compressing the data into an FP-Tree (Frequent Pattern Tree) and extracts patterns directly from it.</a:t>
            </a:r>
          </a:p>
        </p:txBody>
      </p:sp>
      <p:graphicFrame>
        <p:nvGraphicFramePr>
          <p:cNvPr id="6" name="Table 5">
            <a:extLst>
              <a:ext uri="{FF2B5EF4-FFF2-40B4-BE49-F238E27FC236}">
                <a16:creationId xmlns:a16="http://schemas.microsoft.com/office/drawing/2014/main" id="{9B3619E2-CC3C-9E4C-D980-8E3BC0BE8CD0}"/>
              </a:ext>
            </a:extLst>
          </p:cNvPr>
          <p:cNvGraphicFramePr>
            <a:graphicFrameLocks noGrp="1"/>
          </p:cNvGraphicFramePr>
          <p:nvPr/>
        </p:nvGraphicFramePr>
        <p:xfrm>
          <a:off x="334963" y="2275116"/>
          <a:ext cx="11522075" cy="2565400"/>
        </p:xfrm>
        <a:graphic>
          <a:graphicData uri="http://schemas.openxmlformats.org/drawingml/2006/table">
            <a:tbl>
              <a:tblPr firstRow="1" bandRow="1">
                <a:tableStyleId>{5C22544A-7EE6-4342-B048-85BDC9FD1C3A}</a:tableStyleId>
              </a:tblPr>
              <a:tblGrid>
                <a:gridCol w="11522075">
                  <a:extLst>
                    <a:ext uri="{9D8B030D-6E8A-4147-A177-3AD203B41FA5}">
                      <a16:colId xmlns:a16="http://schemas.microsoft.com/office/drawing/2014/main" val="2011152930"/>
                    </a:ext>
                  </a:extLst>
                </a:gridCol>
              </a:tblGrid>
              <a:tr h="370840">
                <a:tc>
                  <a:txBody>
                    <a:bodyPr/>
                    <a:lstStyle/>
                    <a:p>
                      <a:r>
                        <a:rPr lang="en-US" sz="1400" dirty="0">
                          <a:latin typeface="Arial" panose="020B0604020202020204" pitchFamily="34" charset="0"/>
                          <a:cs typeface="Arial" panose="020B0604020202020204" pitchFamily="34" charset="0"/>
                        </a:rPr>
                        <a:t>Steps of FP (Frequent Pattern) Growth Algorithm</a:t>
                      </a:r>
                      <a:endParaRPr lang="en-KE"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24285547"/>
                  </a:ext>
                </a:extLst>
              </a:tr>
              <a:tr h="370840">
                <a:tc>
                  <a:txBody>
                    <a:bodyPr/>
                    <a:lstStyle/>
                    <a:p>
                      <a:pPr marL="342900" indent="-342900">
                        <a:buFont typeface="+mj-lt"/>
                        <a:buAutoNum type="arabicPeriod"/>
                      </a:pPr>
                      <a:r>
                        <a:rPr lang="en-US" sz="1400" b="1" dirty="0">
                          <a:latin typeface="Arial" panose="020B0604020202020204" pitchFamily="34" charset="0"/>
                          <a:cs typeface="Arial" panose="020B0604020202020204" pitchFamily="34" charset="0"/>
                        </a:rPr>
                        <a:t>Data compression</a:t>
                      </a:r>
                    </a:p>
                    <a:p>
                      <a:pPr marL="800100" lvl="1" indent="-342900">
                        <a:buFont typeface="Arial" panose="020B0604020202020204" pitchFamily="34" charset="0"/>
                        <a:buChar char="•"/>
                      </a:pPr>
                      <a:r>
                        <a:rPr lang="en-US" sz="1400" b="0" dirty="0">
                          <a:latin typeface="Arial" panose="020B0604020202020204" pitchFamily="34" charset="0"/>
                          <a:cs typeface="Arial" panose="020B0604020202020204" pitchFamily="34" charset="0"/>
                        </a:rPr>
                        <a:t>First FP-Growth compresses the dataset into a smaller structure called the Frequent Pattern Tree (FP-Tree). This tree stores information about item sets (collections of items) and their frequencies without need to generate candidate sets like </a:t>
                      </a:r>
                      <a:r>
                        <a:rPr lang="en-US" sz="1400" b="0" dirty="0" err="1">
                          <a:latin typeface="Arial" panose="020B0604020202020204" pitchFamily="34" charset="0"/>
                          <a:cs typeface="Arial" panose="020B0604020202020204" pitchFamily="34" charset="0"/>
                        </a:rPr>
                        <a:t>Apriori</a:t>
                      </a:r>
                      <a:r>
                        <a:rPr lang="en-US" sz="1400" b="0" dirty="0">
                          <a:latin typeface="Arial" panose="020B0604020202020204" pitchFamily="34" charset="0"/>
                          <a:cs typeface="Arial" panose="020B0604020202020204" pitchFamily="34" charset="0"/>
                        </a:rPr>
                        <a:t> does.</a:t>
                      </a:r>
                    </a:p>
                  </a:txBody>
                  <a:tcPr anchor="ctr"/>
                </a:tc>
                <a:extLst>
                  <a:ext uri="{0D108BD9-81ED-4DB2-BD59-A6C34878D82A}">
                    <a16:rowId xmlns:a16="http://schemas.microsoft.com/office/drawing/2014/main" val="1492569261"/>
                  </a:ext>
                </a:extLst>
              </a:tr>
              <a:tr h="370840">
                <a:tc>
                  <a:txBody>
                    <a:bodyPr/>
                    <a:lstStyle/>
                    <a:p>
                      <a:pPr marL="342900" indent="-342900">
                        <a:buFont typeface="+mj-lt"/>
                        <a:buAutoNum type="arabicPeriod" startAt="2"/>
                      </a:pPr>
                      <a:r>
                        <a:rPr lang="en-US" sz="1400" b="1" dirty="0">
                          <a:latin typeface="Arial" panose="020B0604020202020204" pitchFamily="34" charset="0"/>
                          <a:cs typeface="Arial" panose="020B0604020202020204" pitchFamily="34" charset="0"/>
                        </a:rPr>
                        <a:t>Mining the tree</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The algorithm then examines this tree to identify patterns that appear frequently based on a minimum support threshold. It does this by breaking the tree down into smaller "conditional" trees for each item making the process more efficient.</a:t>
                      </a:r>
                      <a:endParaRPr lang="en-KE"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801892111"/>
                  </a:ext>
                </a:extLst>
              </a:tr>
              <a:tr h="370840">
                <a:tc>
                  <a:txBody>
                    <a:bodyPr/>
                    <a:lstStyle/>
                    <a:p>
                      <a:pPr marL="342900" indent="-342900">
                        <a:buFont typeface="+mj-lt"/>
                        <a:buAutoNum type="arabicPeriod" startAt="3"/>
                      </a:pPr>
                      <a:r>
                        <a:rPr lang="en-US" sz="1400" b="1" dirty="0">
                          <a:latin typeface="Arial" panose="020B0604020202020204" pitchFamily="34" charset="0"/>
                          <a:cs typeface="Arial" panose="020B0604020202020204" pitchFamily="34" charset="0"/>
                        </a:rPr>
                        <a:t>Generating patterns</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Once the tree is built and analyzed the algorithm generates the frequent patterns (</a:t>
                      </a:r>
                      <a:r>
                        <a:rPr lang="en-US" sz="1400" dirty="0" err="1">
                          <a:latin typeface="Arial" panose="020B0604020202020204" pitchFamily="34" charset="0"/>
                          <a:cs typeface="Arial" panose="020B0604020202020204" pitchFamily="34" charset="0"/>
                        </a:rPr>
                        <a:t>itemsets</a:t>
                      </a:r>
                      <a:r>
                        <a:rPr lang="en-US" sz="1400" dirty="0">
                          <a:latin typeface="Arial" panose="020B0604020202020204" pitchFamily="34" charset="0"/>
                          <a:cs typeface="Arial" panose="020B0604020202020204" pitchFamily="34" charset="0"/>
                        </a:rPr>
                        <a:t>) and the rules that describe relationships between items.</a:t>
                      </a:r>
                      <a:endParaRPr lang="en-KE"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72456876"/>
                  </a:ext>
                </a:extLst>
              </a:tr>
            </a:tbl>
          </a:graphicData>
        </a:graphic>
      </p:graphicFrame>
    </p:spTree>
    <p:extLst>
      <p:ext uri="{BB962C8B-B14F-4D97-AF65-F5344CB8AC3E}">
        <p14:creationId xmlns:p14="http://schemas.microsoft.com/office/powerpoint/2010/main" val="1736316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882A5-EEB5-5E41-59B0-311B0EEDCD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3F21E6-2FC9-0B49-33DD-FDFB71E06A9B}"/>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628463BB-DA98-6995-0D2A-D9183F29A58F}"/>
              </a:ext>
            </a:extLst>
          </p:cNvPr>
          <p:cNvSpPr>
            <a:spLocks noGrp="1"/>
          </p:cNvSpPr>
          <p:nvPr>
            <p:ph idx="1"/>
          </p:nvPr>
        </p:nvSpPr>
        <p:spPr>
          <a:xfrm>
            <a:off x="334961" y="1467985"/>
            <a:ext cx="11522075" cy="480558"/>
          </a:xfrm>
        </p:spPr>
        <p:txBody>
          <a:bodyPr>
            <a:noAutofit/>
          </a:bodyPr>
          <a:lstStyle/>
          <a:p>
            <a:r>
              <a:rPr lang="en-US" sz="1600" dirty="0">
                <a:latin typeface="Arial" panose="020B0604020202020204" pitchFamily="34" charset="0"/>
                <a:cs typeface="Arial" panose="020B0604020202020204" pitchFamily="34" charset="0"/>
              </a:rPr>
              <a:t>Demonstrating the flow of the algorithm using the sample transactions below. Each letter represents an item in each transaction. The </a:t>
            </a:r>
            <a:r>
              <a:rPr lang="en-US" sz="1600" b="1" u="sng" dirty="0">
                <a:latin typeface="Arial" panose="020B0604020202020204" pitchFamily="34" charset="0"/>
                <a:cs typeface="Arial" panose="020B0604020202020204" pitchFamily="34" charset="0"/>
              </a:rPr>
              <a:t>minimum support is 3</a:t>
            </a:r>
            <a:r>
              <a:rPr lang="en-US" sz="1600" dirty="0">
                <a:latin typeface="Arial" panose="020B0604020202020204" pitchFamily="34" charset="0"/>
                <a:cs typeface="Arial" panose="020B0604020202020204" pitchFamily="34" charset="0"/>
              </a:rPr>
              <a:t>.</a:t>
            </a:r>
          </a:p>
        </p:txBody>
      </p:sp>
      <p:graphicFrame>
        <p:nvGraphicFramePr>
          <p:cNvPr id="2" name="Table 1">
            <a:extLst>
              <a:ext uri="{FF2B5EF4-FFF2-40B4-BE49-F238E27FC236}">
                <a16:creationId xmlns:a16="http://schemas.microsoft.com/office/drawing/2014/main" id="{D91A45E4-D372-4813-BA9B-497F57EC761C}"/>
              </a:ext>
            </a:extLst>
          </p:cNvPr>
          <p:cNvGraphicFramePr>
            <a:graphicFrameLocks noGrp="1"/>
          </p:cNvGraphicFramePr>
          <p:nvPr/>
        </p:nvGraphicFramePr>
        <p:xfrm>
          <a:off x="380999" y="2080380"/>
          <a:ext cx="2772000" cy="18288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68000">
                  <a:extLst>
                    <a:ext uri="{9D8B030D-6E8A-4147-A177-3AD203B41FA5}">
                      <a16:colId xmlns:a16="http://schemas.microsoft.com/office/drawing/2014/main" val="2159559363"/>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T1</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{E,K,M,N,O,Y}</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T2</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{D,E,K,N,O,Y}</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T3</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{A,E,K,M}</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T4</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{C,K,M,U,Y}</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T5</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{C,E,I,K,O,O}</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83203934"/>
                  </a:ext>
                </a:extLst>
              </a:tr>
            </a:tbl>
          </a:graphicData>
        </a:graphic>
      </p:graphicFrame>
      <p:sp>
        <p:nvSpPr>
          <p:cNvPr id="3" name="Content Placeholder 4">
            <a:extLst>
              <a:ext uri="{FF2B5EF4-FFF2-40B4-BE49-F238E27FC236}">
                <a16:creationId xmlns:a16="http://schemas.microsoft.com/office/drawing/2014/main" id="{E28A3716-5229-3BCE-EA66-24F4B865BB33}"/>
              </a:ext>
            </a:extLst>
          </p:cNvPr>
          <p:cNvSpPr txBox="1">
            <a:spLocks/>
          </p:cNvSpPr>
          <p:nvPr/>
        </p:nvSpPr>
        <p:spPr>
          <a:xfrm>
            <a:off x="4495802" y="2080380"/>
            <a:ext cx="7361236" cy="3035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latin typeface="Arial" panose="020B0604020202020204" pitchFamily="34" charset="0"/>
                <a:cs typeface="Arial" panose="020B0604020202020204" pitchFamily="34" charset="0"/>
              </a:rPr>
              <a:t>1. Getting the frequency of each individual item</a:t>
            </a:r>
          </a:p>
        </p:txBody>
      </p:sp>
      <p:graphicFrame>
        <p:nvGraphicFramePr>
          <p:cNvPr id="7" name="Table 6">
            <a:extLst>
              <a:ext uri="{FF2B5EF4-FFF2-40B4-BE49-F238E27FC236}">
                <a16:creationId xmlns:a16="http://schemas.microsoft.com/office/drawing/2014/main" id="{109D3F3B-F74F-48E3-FC4E-75D85D70A4F2}"/>
              </a:ext>
            </a:extLst>
          </p:cNvPr>
          <p:cNvGraphicFramePr>
            <a:graphicFrameLocks noGrp="1"/>
          </p:cNvGraphicFramePr>
          <p:nvPr/>
        </p:nvGraphicFramePr>
        <p:xfrm>
          <a:off x="4604656" y="2439608"/>
          <a:ext cx="2736000" cy="36576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32000">
                  <a:extLst>
                    <a:ext uri="{9D8B030D-6E8A-4147-A177-3AD203B41FA5}">
                      <a16:colId xmlns:a16="http://schemas.microsoft.com/office/drawing/2014/main" val="2159559363"/>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A</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1</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C</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1</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E</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4</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I</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1</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83203934"/>
                  </a:ext>
                </a:extLst>
              </a:tr>
              <a:tr h="0">
                <a:tc>
                  <a:txBody>
                    <a:bodyPr/>
                    <a:lstStyle/>
                    <a:p>
                      <a:r>
                        <a:rPr lang="en-US" sz="1400" dirty="0">
                          <a:latin typeface="Arial" panose="020B0604020202020204" pitchFamily="34" charset="0"/>
                          <a:cs typeface="Arial" panose="020B0604020202020204" pitchFamily="34" charset="0"/>
                        </a:rPr>
                        <a:t>K</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5</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24644556"/>
                  </a:ext>
                </a:extLst>
              </a:tr>
              <a:tr h="0">
                <a:tc>
                  <a:txBody>
                    <a:bodyPr/>
                    <a:lstStyle/>
                    <a:p>
                      <a:r>
                        <a:rPr lang="en-US" sz="1400" dirty="0">
                          <a:latin typeface="Arial" panose="020B0604020202020204" pitchFamily="34" charset="0"/>
                          <a:cs typeface="Arial" panose="020B0604020202020204" pitchFamily="34" charset="0"/>
                        </a:rPr>
                        <a:t>M</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46060306"/>
                  </a:ext>
                </a:extLst>
              </a:tr>
              <a:tr h="0">
                <a:tc>
                  <a:txBody>
                    <a:bodyPr/>
                    <a:lstStyle/>
                    <a:p>
                      <a:r>
                        <a:rPr lang="en-US" sz="1400" dirty="0">
                          <a:latin typeface="Arial" panose="020B0604020202020204" pitchFamily="34" charset="0"/>
                          <a:cs typeface="Arial" panose="020B0604020202020204" pitchFamily="34" charset="0"/>
                        </a:rPr>
                        <a:t>N</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2</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00490157"/>
                  </a:ext>
                </a:extLst>
              </a:tr>
              <a:tr h="0">
                <a:tc>
                  <a:txBody>
                    <a:bodyPr/>
                    <a:lstStyle/>
                    <a:p>
                      <a:r>
                        <a:rPr lang="en-US" sz="1400" dirty="0">
                          <a:latin typeface="Arial" panose="020B0604020202020204" pitchFamily="34" charset="0"/>
                          <a:cs typeface="Arial" panose="020B0604020202020204" pitchFamily="34" charset="0"/>
                        </a:rPr>
                        <a:t>O</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13327996"/>
                  </a:ext>
                </a:extLst>
              </a:tr>
              <a:tr h="0">
                <a:tc>
                  <a:txBody>
                    <a:bodyPr/>
                    <a:lstStyle/>
                    <a:p>
                      <a:r>
                        <a:rPr lang="en-US" sz="1400" dirty="0">
                          <a:latin typeface="Arial" panose="020B0604020202020204" pitchFamily="34" charset="0"/>
                          <a:cs typeface="Arial" panose="020B0604020202020204" pitchFamily="34" charset="0"/>
                        </a:rPr>
                        <a:t>U</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1</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04254230"/>
                  </a:ext>
                </a:extLst>
              </a:tr>
              <a:tr h="0">
                <a:tc>
                  <a:txBody>
                    <a:bodyPr/>
                    <a:lstStyle/>
                    <a:p>
                      <a:r>
                        <a:rPr lang="en-US" sz="1400" dirty="0">
                          <a:latin typeface="Arial" panose="020B0604020202020204" pitchFamily="34" charset="0"/>
                          <a:cs typeface="Arial" panose="020B0604020202020204" pitchFamily="34" charset="0"/>
                        </a:rPr>
                        <a:t>Y</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3</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21063817"/>
                  </a:ext>
                </a:extLst>
              </a:tr>
            </a:tbl>
          </a:graphicData>
        </a:graphic>
      </p:graphicFrame>
      <p:sp>
        <p:nvSpPr>
          <p:cNvPr id="8" name="TextBox 7">
            <a:extLst>
              <a:ext uri="{FF2B5EF4-FFF2-40B4-BE49-F238E27FC236}">
                <a16:creationId xmlns:a16="http://schemas.microsoft.com/office/drawing/2014/main" id="{F3677DAD-A296-22C1-9D12-15DF97B1BE90}"/>
              </a:ext>
            </a:extLst>
          </p:cNvPr>
          <p:cNvSpPr txBox="1"/>
          <p:nvPr/>
        </p:nvSpPr>
        <p:spPr>
          <a:xfrm>
            <a:off x="3316541" y="2552542"/>
            <a:ext cx="544286" cy="707886"/>
          </a:xfrm>
          <a:prstGeom prst="rect">
            <a:avLst/>
          </a:prstGeom>
          <a:noFill/>
        </p:spPr>
        <p:txBody>
          <a:bodyPr wrap="square" rtlCol="0">
            <a:spAutoFit/>
          </a:bodyPr>
          <a:lstStyle/>
          <a:p>
            <a:r>
              <a:rPr lang="en-KE" sz="4000" b="1" dirty="0">
                <a:latin typeface="Abadi" panose="020F0502020204030204" pitchFamily="34" charset="0"/>
              </a:rPr>
              <a:t>→</a:t>
            </a:r>
            <a:endParaRPr lang="en-KE" sz="4000" b="1" dirty="0"/>
          </a:p>
        </p:txBody>
      </p:sp>
    </p:spTree>
    <p:extLst>
      <p:ext uri="{BB962C8B-B14F-4D97-AF65-F5344CB8AC3E}">
        <p14:creationId xmlns:p14="http://schemas.microsoft.com/office/powerpoint/2010/main" val="1295122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967B8-D4D1-471B-A2FD-61F46840CB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779A88-395D-DD10-54B1-095C8B61A6A1}"/>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7B23D96-263A-6B70-662F-77524356BA7A}"/>
                  </a:ext>
                </a:extLst>
              </p:cNvPr>
              <p:cNvSpPr>
                <a:spLocks noGrp="1"/>
              </p:cNvSpPr>
              <p:nvPr>
                <p:ph idx="1"/>
              </p:nvPr>
            </p:nvSpPr>
            <p:spPr>
              <a:xfrm>
                <a:off x="334961" y="1467985"/>
                <a:ext cx="11522075" cy="1231672"/>
              </a:xfrm>
            </p:spPr>
            <p:txBody>
              <a:bodyPr>
                <a:noAutofit/>
              </a:bodyPr>
              <a:lstStyle/>
              <a:p>
                <a:pPr marL="342900" indent="-342900">
                  <a:buFont typeface="+mj-lt"/>
                  <a:buAutoNum type="arabicPeriod" startAt="2"/>
                </a:pPr>
                <a:r>
                  <a:rPr lang="en-US" sz="1600" dirty="0">
                    <a:latin typeface="Arial" panose="020B0604020202020204" pitchFamily="34" charset="0"/>
                    <a:cs typeface="Arial" panose="020B0604020202020204" pitchFamily="34" charset="0"/>
                  </a:rPr>
                  <a:t>Next build a </a:t>
                </a:r>
                <a:r>
                  <a:rPr lang="en-US" sz="1600" b="1" u="sng" dirty="0">
                    <a:latin typeface="Arial" panose="020B0604020202020204" pitchFamily="34" charset="0"/>
                    <a:cs typeface="Arial" panose="020B0604020202020204" pitchFamily="34" charset="0"/>
                  </a:rPr>
                  <a:t>frequent pattern set (L)</a:t>
                </a:r>
                <a:r>
                  <a:rPr lang="en-US" sz="1600" dirty="0">
                    <a:latin typeface="Arial" panose="020B0604020202020204" pitchFamily="34" charset="0"/>
                    <a:cs typeface="Arial" panose="020B0604020202020204" pitchFamily="34" charset="0"/>
                  </a:rPr>
                  <a:t> which will contain all the elements whose frequency is greater than or equal to the minimum support. These elements are stored in descending order of their respective frequencies. After insertion of the relevant items, the set L looks like: </a:t>
                </a:r>
                <a14:m>
                  <m:oMath xmlns:m="http://schemas.openxmlformats.org/officeDocument/2006/math">
                    <m:r>
                      <a:rPr lang="en-US" sz="1600" b="0" i="1" smtClean="0">
                        <a:latin typeface="Cambria Math" panose="02040503050406030204" pitchFamily="18" charset="0"/>
                        <a:cs typeface="Arial" panose="020B0604020202020204" pitchFamily="34" charset="0"/>
                      </a:rPr>
                      <m:t>𝐿</m:t>
                    </m:r>
                    <m:r>
                      <a:rPr lang="en-US" sz="1600" b="0" i="1" smtClean="0">
                        <a:latin typeface="Cambria Math" panose="02040503050406030204" pitchFamily="18" charset="0"/>
                        <a:cs typeface="Arial" panose="020B0604020202020204" pitchFamily="34" charset="0"/>
                      </a:rPr>
                      <m:t>=</m:t>
                    </m:r>
                    <m:d>
                      <m:dPr>
                        <m:begChr m:val="{"/>
                        <m:endChr m:val="}"/>
                        <m:ctrlPr>
                          <a:rPr lang="en-US" sz="1600" b="0" i="1" smtClean="0">
                            <a:latin typeface="Cambria Math" panose="02040503050406030204" pitchFamily="18" charset="0"/>
                            <a:cs typeface="Arial" panose="020B0604020202020204" pitchFamily="34" charset="0"/>
                          </a:rPr>
                        </m:ctrlPr>
                      </m:dPr>
                      <m:e>
                        <m:r>
                          <a:rPr lang="en-US" sz="1600" b="0" i="1" smtClean="0">
                            <a:latin typeface="Cambria Math" panose="02040503050406030204" pitchFamily="18" charset="0"/>
                            <a:cs typeface="Arial" panose="020B0604020202020204" pitchFamily="34" charset="0"/>
                          </a:rPr>
                          <m:t>𝐾</m:t>
                        </m:r>
                        <m:r>
                          <a:rPr lang="en-US" sz="1600" b="0" i="1" smtClean="0">
                            <a:latin typeface="Cambria Math" panose="02040503050406030204" pitchFamily="18" charset="0"/>
                            <a:cs typeface="Arial" panose="020B0604020202020204" pitchFamily="34" charset="0"/>
                          </a:rPr>
                          <m:t>:5,</m:t>
                        </m:r>
                        <m:r>
                          <a:rPr lang="en-US" sz="1600" b="0" i="1" smtClean="0">
                            <a:latin typeface="Cambria Math" panose="02040503050406030204" pitchFamily="18" charset="0"/>
                            <a:cs typeface="Arial" panose="020B0604020202020204" pitchFamily="34" charset="0"/>
                          </a:rPr>
                          <m:t>𝐸</m:t>
                        </m:r>
                        <m:r>
                          <a:rPr lang="en-US" sz="1600" b="0" i="1" smtClean="0">
                            <a:latin typeface="Cambria Math" panose="02040503050406030204" pitchFamily="18" charset="0"/>
                            <a:cs typeface="Arial" panose="020B0604020202020204" pitchFamily="34" charset="0"/>
                          </a:rPr>
                          <m:t>:4,</m:t>
                        </m:r>
                        <m:r>
                          <a:rPr lang="en-US" sz="1600" b="0" i="1" smtClean="0">
                            <a:latin typeface="Cambria Math" panose="02040503050406030204" pitchFamily="18" charset="0"/>
                            <a:cs typeface="Arial" panose="020B0604020202020204" pitchFamily="34" charset="0"/>
                          </a:rPr>
                          <m:t>𝑀</m:t>
                        </m:r>
                        <m:r>
                          <a:rPr lang="en-US" sz="1600" b="0" i="1" smtClean="0">
                            <a:latin typeface="Cambria Math" panose="02040503050406030204" pitchFamily="18" charset="0"/>
                            <a:cs typeface="Arial" panose="020B0604020202020204" pitchFamily="34" charset="0"/>
                          </a:rPr>
                          <m:t>:3,</m:t>
                        </m:r>
                        <m:r>
                          <a:rPr lang="en-US" sz="1600" b="0" i="1" smtClean="0">
                            <a:latin typeface="Cambria Math" panose="02040503050406030204" pitchFamily="18" charset="0"/>
                            <a:cs typeface="Arial" panose="020B0604020202020204" pitchFamily="34" charset="0"/>
                          </a:rPr>
                          <m:t>𝑂</m:t>
                        </m:r>
                        <m:r>
                          <a:rPr lang="en-US" sz="1600" b="0" i="1" smtClean="0">
                            <a:latin typeface="Cambria Math" panose="02040503050406030204" pitchFamily="18" charset="0"/>
                            <a:cs typeface="Arial" panose="020B0604020202020204" pitchFamily="34" charset="0"/>
                          </a:rPr>
                          <m:t>:3,</m:t>
                        </m:r>
                        <m:r>
                          <a:rPr lang="en-US" sz="1600" b="0" i="1" smtClean="0">
                            <a:latin typeface="Cambria Math" panose="02040503050406030204" pitchFamily="18" charset="0"/>
                            <a:cs typeface="Arial" panose="020B0604020202020204" pitchFamily="34" charset="0"/>
                          </a:rPr>
                          <m:t>𝑌</m:t>
                        </m:r>
                        <m:r>
                          <a:rPr lang="en-US" sz="1600" b="0" i="1" smtClean="0">
                            <a:latin typeface="Cambria Math" panose="02040503050406030204" pitchFamily="18" charset="0"/>
                            <a:cs typeface="Arial" panose="020B0604020202020204" pitchFamily="34" charset="0"/>
                          </a:rPr>
                          <m:t>:3</m:t>
                        </m:r>
                      </m:e>
                    </m:d>
                  </m:oMath>
                </a14:m>
                <a:endParaRPr lang="en-US" sz="1600" b="0" dirty="0">
                  <a:latin typeface="Arial" panose="020B0604020202020204" pitchFamily="34" charset="0"/>
                  <a:cs typeface="Arial" panose="020B0604020202020204" pitchFamily="34" charset="0"/>
                </a:endParaRPr>
              </a:p>
              <a:p>
                <a:pPr marL="342900" indent="-342900">
                  <a:buFont typeface="+mj-lt"/>
                  <a:buAutoNum type="arabicPeriod" startAt="2"/>
                </a:pPr>
                <a:r>
                  <a:rPr lang="en-US" sz="1600" dirty="0">
                    <a:latin typeface="Arial" panose="020B0604020202020204" pitchFamily="34" charset="0"/>
                    <a:cs typeface="Arial" panose="020B0604020202020204" pitchFamily="34" charset="0"/>
                  </a:rPr>
                  <a:t>Now for each transaction, the respective </a:t>
                </a:r>
                <a:r>
                  <a:rPr lang="en-US" sz="1600" b="1" u="sng" dirty="0">
                    <a:latin typeface="Arial" panose="020B0604020202020204" pitchFamily="34" charset="0"/>
                    <a:cs typeface="Arial" panose="020B0604020202020204" pitchFamily="34" charset="0"/>
                  </a:rPr>
                  <a:t>ordered-Item set </a:t>
                </a:r>
                <a:r>
                  <a:rPr lang="en-US" sz="1600" dirty="0">
                    <a:latin typeface="Arial" panose="020B0604020202020204" pitchFamily="34" charset="0"/>
                    <a:cs typeface="Arial" panose="020B0604020202020204" pitchFamily="34" charset="0"/>
                  </a:rPr>
                  <a:t>is built</a:t>
                </a:r>
              </a:p>
            </p:txBody>
          </p:sp>
        </mc:Choice>
        <mc:Fallback xmlns="">
          <p:sp>
            <p:nvSpPr>
              <p:cNvPr id="5" name="Content Placeholder 4">
                <a:extLst>
                  <a:ext uri="{FF2B5EF4-FFF2-40B4-BE49-F238E27FC236}">
                    <a16:creationId xmlns:a16="http://schemas.microsoft.com/office/drawing/2014/main" id="{07B23D96-263A-6B70-662F-77524356BA7A}"/>
                  </a:ext>
                </a:extLst>
              </p:cNvPr>
              <p:cNvSpPr>
                <a:spLocks noGrp="1" noRot="1" noChangeAspect="1" noMove="1" noResize="1" noEditPoints="1" noAdjustHandles="1" noChangeArrowheads="1" noChangeShapeType="1" noTextEdit="1"/>
              </p:cNvSpPr>
              <p:nvPr>
                <p:ph idx="1"/>
              </p:nvPr>
            </p:nvSpPr>
            <p:spPr>
              <a:xfrm>
                <a:off x="334961" y="1467985"/>
                <a:ext cx="11522075" cy="1231672"/>
              </a:xfrm>
              <a:blipFill>
                <a:blip r:embed="rId2"/>
                <a:stretch>
                  <a:fillRect l="-212" t="-3465"/>
                </a:stretch>
              </a:blipFill>
            </p:spPr>
            <p:txBody>
              <a:bodyPr/>
              <a:lstStyle/>
              <a:p>
                <a:r>
                  <a:rPr lang="en-KE">
                    <a:noFill/>
                  </a:rPr>
                  <a:t> </a:t>
                </a:r>
              </a:p>
            </p:txBody>
          </p:sp>
        </mc:Fallback>
      </mc:AlternateContent>
      <p:graphicFrame>
        <p:nvGraphicFramePr>
          <p:cNvPr id="2" name="Table 1">
            <a:extLst>
              <a:ext uri="{FF2B5EF4-FFF2-40B4-BE49-F238E27FC236}">
                <a16:creationId xmlns:a16="http://schemas.microsoft.com/office/drawing/2014/main" id="{C8739F13-311C-2589-2879-B043C68E51AC}"/>
              </a:ext>
            </a:extLst>
          </p:cNvPr>
          <p:cNvGraphicFramePr>
            <a:graphicFrameLocks noGrp="1"/>
          </p:cNvGraphicFramePr>
          <p:nvPr/>
        </p:nvGraphicFramePr>
        <p:xfrm>
          <a:off x="772884" y="2743197"/>
          <a:ext cx="4428000" cy="18288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68000">
                  <a:extLst>
                    <a:ext uri="{9D8B030D-6E8A-4147-A177-3AD203B41FA5}">
                      <a16:colId xmlns:a16="http://schemas.microsoft.com/office/drawing/2014/main" val="2159559363"/>
                    </a:ext>
                  </a:extLst>
                </a:gridCol>
                <a:gridCol w="1656000">
                  <a:extLst>
                    <a:ext uri="{9D8B030D-6E8A-4147-A177-3AD203B41FA5}">
                      <a16:colId xmlns:a16="http://schemas.microsoft.com/office/drawing/2014/main" val="626340697"/>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Ordered Item Set</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T1</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{E,K,M,N,O,Y}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{K,E,M,O,Y}</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T2</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{D,E,K,N,O,Y}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{K,E,O,Y}</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T3</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{A,E,K,M}</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T4</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{C,K,M,U,Y}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{K,M,Y}</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T5</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{C,E,I,K,O,O}</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83203934"/>
                  </a:ext>
                </a:extLst>
              </a:tr>
            </a:tbl>
          </a:graphicData>
        </a:graphic>
      </p:graphicFrame>
      <p:sp>
        <p:nvSpPr>
          <p:cNvPr id="6" name="Content Placeholder 4">
            <a:extLst>
              <a:ext uri="{FF2B5EF4-FFF2-40B4-BE49-F238E27FC236}">
                <a16:creationId xmlns:a16="http://schemas.microsoft.com/office/drawing/2014/main" id="{ECFA36D2-A066-F425-37E7-DDAC7F4D28DE}"/>
              </a:ext>
            </a:extLst>
          </p:cNvPr>
          <p:cNvSpPr txBox="1">
            <a:spLocks/>
          </p:cNvSpPr>
          <p:nvPr/>
        </p:nvSpPr>
        <p:spPr>
          <a:xfrm>
            <a:off x="380999" y="4774179"/>
            <a:ext cx="11522075" cy="5053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4"/>
            </a:pPr>
            <a:r>
              <a:rPr lang="en-US" sz="1600" dirty="0">
                <a:latin typeface="Arial" panose="020B0604020202020204" pitchFamily="34" charset="0"/>
                <a:cs typeface="Arial" panose="020B0604020202020204" pitchFamily="34" charset="0"/>
              </a:rPr>
              <a:t>The ordered item sets are inserted into a tree data structure as shown in the next slide.</a:t>
            </a:r>
          </a:p>
        </p:txBody>
      </p:sp>
    </p:spTree>
    <p:extLst>
      <p:ext uri="{BB962C8B-B14F-4D97-AF65-F5344CB8AC3E}">
        <p14:creationId xmlns:p14="http://schemas.microsoft.com/office/powerpoint/2010/main" val="2490688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5998E-A3C7-65DD-3623-DB3B045517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4C300C-0CE7-FF98-AD04-F416752E2B4C}"/>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AC57F995-C955-341B-16DB-2B63C270ADE5}"/>
              </a:ext>
            </a:extLst>
          </p:cNvPr>
          <p:cNvGraphicFramePr>
            <a:graphicFrameLocks noGrp="1"/>
          </p:cNvGraphicFramePr>
          <p:nvPr/>
        </p:nvGraphicFramePr>
        <p:xfrm>
          <a:off x="334963" y="1449388"/>
          <a:ext cx="4428000" cy="18288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68000">
                  <a:extLst>
                    <a:ext uri="{9D8B030D-6E8A-4147-A177-3AD203B41FA5}">
                      <a16:colId xmlns:a16="http://schemas.microsoft.com/office/drawing/2014/main" val="2159559363"/>
                    </a:ext>
                  </a:extLst>
                </a:gridCol>
                <a:gridCol w="1656000">
                  <a:extLst>
                    <a:ext uri="{9D8B030D-6E8A-4147-A177-3AD203B41FA5}">
                      <a16:colId xmlns:a16="http://schemas.microsoft.com/office/drawing/2014/main" val="626340697"/>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Ordered Item Set</a:t>
                      </a:r>
                      <a:endParaRPr lang="en-KE" sz="1400" dirty="0">
                        <a:latin typeface="Arial" panose="020B0604020202020204" pitchFamily="34" charset="0"/>
                        <a:cs typeface="Arial" panose="020B0604020202020204" pitchFamily="34" charset="0"/>
                      </a:endParaRPr>
                    </a:p>
                  </a:txBody>
                  <a:tcPr>
                    <a:solidFill>
                      <a:schemeClr val="accent5">
                        <a:lumMod val="60000"/>
                        <a:lumOff val="40000"/>
                      </a:schemeClr>
                    </a:solidFill>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T1</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{E,K,M,N,O,Y}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{K,E,M,O,Y}</a:t>
                      </a:r>
                      <a:endParaRPr lang="en-KE" sz="1400" b="1" dirty="0">
                        <a:latin typeface="Arial" panose="020B0604020202020204" pitchFamily="34" charset="0"/>
                        <a:cs typeface="Arial" panose="020B0604020202020204" pitchFamily="34" charset="0"/>
                      </a:endParaRPr>
                    </a:p>
                  </a:txBody>
                  <a:tcPr>
                    <a:solidFill>
                      <a:schemeClr val="accent6">
                        <a:lumMod val="60000"/>
                        <a:lumOff val="40000"/>
                      </a:schemeClr>
                    </a:solidFill>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T2</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{D,E,K,N,O,Y}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T3</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{A,E,K,M}</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T4</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{C,K,M,U,Y}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{K,M,Y}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T5</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{C,E,I,K,O,O}</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1983203934"/>
                  </a:ext>
                </a:extLst>
              </a:tr>
            </a:tbl>
          </a:graphicData>
        </a:graphic>
      </p:graphicFrame>
      <p:grpSp>
        <p:nvGrpSpPr>
          <p:cNvPr id="34" name="Group 33">
            <a:extLst>
              <a:ext uri="{FF2B5EF4-FFF2-40B4-BE49-F238E27FC236}">
                <a16:creationId xmlns:a16="http://schemas.microsoft.com/office/drawing/2014/main" id="{421492F9-6A03-8596-9DA6-B8A3A4F81F05}"/>
              </a:ext>
            </a:extLst>
          </p:cNvPr>
          <p:cNvGrpSpPr/>
          <p:nvPr/>
        </p:nvGrpSpPr>
        <p:grpSpPr>
          <a:xfrm>
            <a:off x="6623493" y="1828800"/>
            <a:ext cx="1508135" cy="4115944"/>
            <a:chOff x="6623493" y="1828800"/>
            <a:chExt cx="1508135" cy="4115944"/>
          </a:xfrm>
        </p:grpSpPr>
        <p:sp>
          <p:nvSpPr>
            <p:cNvPr id="8" name="Rectangle 7">
              <a:extLst>
                <a:ext uri="{FF2B5EF4-FFF2-40B4-BE49-F238E27FC236}">
                  <a16:creationId xmlns:a16="http://schemas.microsoft.com/office/drawing/2014/main" id="{FF910B0F-3E9B-D26C-7552-9A34440973CD}"/>
                </a:ext>
              </a:extLst>
            </p:cNvPr>
            <p:cNvSpPr/>
            <p:nvPr/>
          </p:nvSpPr>
          <p:spPr>
            <a:xfrm>
              <a:off x="7478485" y="182880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NULL</a:t>
              </a:r>
              <a:endParaRPr lang="en-KE" sz="14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88B2695B-DE46-A6D0-7436-C9BBFF73B309}"/>
                </a:ext>
              </a:extLst>
            </p:cNvPr>
            <p:cNvSpPr/>
            <p:nvPr/>
          </p:nvSpPr>
          <p:spPr>
            <a:xfrm>
              <a:off x="6623494" y="2443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K:1</a:t>
              </a:r>
              <a:endParaRPr lang="en-KE" sz="14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69C3BCFC-AE28-3548-7D4D-FA2D2ACF4618}"/>
                </a:ext>
              </a:extLst>
            </p:cNvPr>
            <p:cNvSpPr/>
            <p:nvPr/>
          </p:nvSpPr>
          <p:spPr>
            <a:xfrm>
              <a:off x="6623494" y="317897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E:1</a:t>
              </a:r>
              <a:endParaRPr lang="en-KE" sz="14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056B14B1-7B03-AF94-9A21-BEEBF529A12C}"/>
                </a:ext>
              </a:extLst>
            </p:cNvPr>
            <p:cNvSpPr/>
            <p:nvPr/>
          </p:nvSpPr>
          <p:spPr>
            <a:xfrm>
              <a:off x="6623494" y="389742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M:1</a:t>
              </a:r>
              <a:endParaRPr lang="en-KE" sz="14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C250CE61-0688-6F9C-288D-0063D4D40EDF}"/>
                </a:ext>
              </a:extLst>
            </p:cNvPr>
            <p:cNvSpPr/>
            <p:nvPr/>
          </p:nvSpPr>
          <p:spPr>
            <a:xfrm>
              <a:off x="6623494"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0BAA6F8-0158-2439-1AAC-89B4028207D6}"/>
                </a:ext>
              </a:extLst>
            </p:cNvPr>
            <p:cNvSpPr/>
            <p:nvPr/>
          </p:nvSpPr>
          <p:spPr>
            <a:xfrm>
              <a:off x="6623493" y="5585515"/>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8475A0F9-6EFA-26B6-F866-3E997454F610}"/>
                </a:ext>
              </a:extLst>
            </p:cNvPr>
            <p:cNvCxnSpPr>
              <a:stCxn id="9" idx="2"/>
              <a:endCxn id="10" idx="0"/>
            </p:cNvCxnSpPr>
            <p:nvPr/>
          </p:nvCxnSpPr>
          <p:spPr>
            <a:xfrm>
              <a:off x="6950066" y="2802278"/>
              <a:ext cx="0" cy="3766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4284ECE-FB4C-5E34-1577-27A8BB6DD6C8}"/>
                </a:ext>
              </a:extLst>
            </p:cNvPr>
            <p:cNvCxnSpPr>
              <a:stCxn id="10" idx="2"/>
              <a:endCxn id="11" idx="0"/>
            </p:cNvCxnSpPr>
            <p:nvPr/>
          </p:nvCxnSpPr>
          <p:spPr>
            <a:xfrm>
              <a:off x="6950066" y="3538199"/>
              <a:ext cx="0" cy="3592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75B54BA-A69B-A06D-BE59-AFCE71398A4A}"/>
                </a:ext>
              </a:extLst>
            </p:cNvPr>
            <p:cNvCxnSpPr>
              <a:stCxn id="11" idx="2"/>
              <a:endCxn id="12" idx="0"/>
            </p:cNvCxnSpPr>
            <p:nvPr/>
          </p:nvCxnSpPr>
          <p:spPr>
            <a:xfrm>
              <a:off x="6950066" y="4256657"/>
              <a:ext cx="0" cy="4926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6C0BDE5-1CCC-3D8A-FCDD-1BB962E410FC}"/>
                </a:ext>
              </a:extLst>
            </p:cNvPr>
            <p:cNvCxnSpPr>
              <a:stCxn id="12" idx="2"/>
              <a:endCxn id="13" idx="0"/>
            </p:cNvCxnSpPr>
            <p:nvPr/>
          </p:nvCxnSpPr>
          <p:spPr>
            <a:xfrm flipH="1">
              <a:off x="6950065" y="5108579"/>
              <a:ext cx="1" cy="4769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4472A648-AC7B-55E7-EEDF-D556FD0F1B3B}"/>
                </a:ext>
              </a:extLst>
            </p:cNvPr>
            <p:cNvCxnSpPr>
              <a:stCxn id="8" idx="1"/>
              <a:endCxn id="9" idx="0"/>
            </p:cNvCxnSpPr>
            <p:nvPr/>
          </p:nvCxnSpPr>
          <p:spPr>
            <a:xfrm rot="10800000" flipV="1">
              <a:off x="6950067" y="2008415"/>
              <a:ext cx="528419" cy="43463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D2A3497E-6AF4-EEB5-6EC0-14F50D363BE4}"/>
              </a:ext>
            </a:extLst>
          </p:cNvPr>
          <p:cNvSpPr txBox="1"/>
          <p:nvPr/>
        </p:nvSpPr>
        <p:spPr>
          <a:xfrm>
            <a:off x="6623493" y="1449388"/>
            <a:ext cx="3409722" cy="307777"/>
          </a:xfrm>
          <a:prstGeom prst="rect">
            <a:avLst/>
          </a:prstGeom>
          <a:noFill/>
        </p:spPr>
        <p:txBody>
          <a:bodyPr wrap="square" rtlCol="0">
            <a:spAutoFit/>
          </a:bodyPr>
          <a:lstStyle/>
          <a:p>
            <a:pPr marL="342900" indent="-342900">
              <a:buFont typeface="+mj-lt"/>
              <a:buAutoNum type="alphaLcPeriod"/>
            </a:pPr>
            <a:r>
              <a:rPr lang="en-US" sz="1400" dirty="0">
                <a:latin typeface="Arial" panose="020B0604020202020204" pitchFamily="34" charset="0"/>
                <a:cs typeface="Arial" panose="020B0604020202020204" pitchFamily="34" charset="0"/>
              </a:rPr>
              <a:t>Inserting the set {K,E,M,O,Y}</a:t>
            </a:r>
            <a:endParaRPr lang="en-KE"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8187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03D86-179A-122D-4AA1-5E2B636FFA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117ABD6-1DEB-7EA0-F75A-B848138E350E}"/>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AE7BA01B-0210-4C67-096A-0C43EF813DF7}"/>
              </a:ext>
            </a:extLst>
          </p:cNvPr>
          <p:cNvGraphicFramePr>
            <a:graphicFrameLocks noGrp="1"/>
          </p:cNvGraphicFramePr>
          <p:nvPr/>
        </p:nvGraphicFramePr>
        <p:xfrm>
          <a:off x="334963" y="1449388"/>
          <a:ext cx="4428000" cy="18288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68000">
                  <a:extLst>
                    <a:ext uri="{9D8B030D-6E8A-4147-A177-3AD203B41FA5}">
                      <a16:colId xmlns:a16="http://schemas.microsoft.com/office/drawing/2014/main" val="2159559363"/>
                    </a:ext>
                  </a:extLst>
                </a:gridCol>
                <a:gridCol w="1656000">
                  <a:extLst>
                    <a:ext uri="{9D8B030D-6E8A-4147-A177-3AD203B41FA5}">
                      <a16:colId xmlns:a16="http://schemas.microsoft.com/office/drawing/2014/main" val="626340697"/>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Ordered Item Set</a:t>
                      </a:r>
                      <a:endParaRPr lang="en-KE" sz="1400" dirty="0">
                        <a:latin typeface="Arial" panose="020B0604020202020204" pitchFamily="34" charset="0"/>
                        <a:cs typeface="Arial" panose="020B0604020202020204" pitchFamily="34" charset="0"/>
                      </a:endParaRPr>
                    </a:p>
                  </a:txBody>
                  <a:tcPr>
                    <a:solidFill>
                      <a:schemeClr val="accent5">
                        <a:lumMod val="60000"/>
                        <a:lumOff val="40000"/>
                      </a:schemeClr>
                    </a:solidFill>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T1</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{E,K,M,N,O,Y}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{K,E,M,O,Y}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T2</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{D,E,K,N,O,Y}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{K,E,O,Y}</a:t>
                      </a:r>
                      <a:endParaRPr lang="en-KE" sz="1400" b="1" dirty="0">
                        <a:latin typeface="Arial" panose="020B0604020202020204" pitchFamily="34" charset="0"/>
                        <a:cs typeface="Arial" panose="020B0604020202020204" pitchFamily="34" charset="0"/>
                      </a:endParaRPr>
                    </a:p>
                  </a:txBody>
                  <a:tcPr>
                    <a:solidFill>
                      <a:schemeClr val="accent6">
                        <a:lumMod val="60000"/>
                        <a:lumOff val="40000"/>
                      </a:schemeClr>
                    </a:solidFill>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T3</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{A,E,K,M}</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T4</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{C,K,M,U,Y}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{K,M,Y}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T5</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{C,E,I,K,O,O}</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1983203934"/>
                  </a:ext>
                </a:extLst>
              </a:tr>
            </a:tbl>
          </a:graphicData>
        </a:graphic>
      </p:graphicFrame>
      <p:sp>
        <p:nvSpPr>
          <p:cNvPr id="33" name="TextBox 32">
            <a:extLst>
              <a:ext uri="{FF2B5EF4-FFF2-40B4-BE49-F238E27FC236}">
                <a16:creationId xmlns:a16="http://schemas.microsoft.com/office/drawing/2014/main" id="{69E8132C-BF76-7C47-45BA-29E5F6EB839F}"/>
              </a:ext>
            </a:extLst>
          </p:cNvPr>
          <p:cNvSpPr txBox="1"/>
          <p:nvPr/>
        </p:nvSpPr>
        <p:spPr>
          <a:xfrm>
            <a:off x="6623493" y="1449388"/>
            <a:ext cx="3409722" cy="307777"/>
          </a:xfrm>
          <a:prstGeom prst="rect">
            <a:avLst/>
          </a:prstGeom>
          <a:noFill/>
        </p:spPr>
        <p:txBody>
          <a:bodyPr wrap="square" rtlCol="0">
            <a:spAutoFit/>
          </a:bodyPr>
          <a:lstStyle/>
          <a:p>
            <a:pPr marL="342900" indent="-342900">
              <a:buFont typeface="+mj-lt"/>
              <a:buAutoNum type="alphaLcPeriod" startAt="2"/>
            </a:pPr>
            <a:r>
              <a:rPr lang="en-US" sz="1400" dirty="0">
                <a:latin typeface="Arial" panose="020B0604020202020204" pitchFamily="34" charset="0"/>
                <a:cs typeface="Arial" panose="020B0604020202020204" pitchFamily="34" charset="0"/>
              </a:rPr>
              <a:t>Inserting the set {K,E,O,Y}</a:t>
            </a:r>
            <a:endParaRPr lang="en-KE" sz="1400" dirty="0">
              <a:latin typeface="Arial" panose="020B0604020202020204" pitchFamily="34" charset="0"/>
              <a:cs typeface="Arial" panose="020B0604020202020204" pitchFamily="34" charset="0"/>
            </a:endParaRPr>
          </a:p>
        </p:txBody>
      </p:sp>
      <p:grpSp>
        <p:nvGrpSpPr>
          <p:cNvPr id="28" name="Group 27">
            <a:extLst>
              <a:ext uri="{FF2B5EF4-FFF2-40B4-BE49-F238E27FC236}">
                <a16:creationId xmlns:a16="http://schemas.microsoft.com/office/drawing/2014/main" id="{255FE77C-BB1F-24C7-5BD1-65B2122CCA5D}"/>
              </a:ext>
            </a:extLst>
          </p:cNvPr>
          <p:cNvGrpSpPr/>
          <p:nvPr/>
        </p:nvGrpSpPr>
        <p:grpSpPr>
          <a:xfrm>
            <a:off x="6623494" y="1828800"/>
            <a:ext cx="2884714" cy="4070478"/>
            <a:chOff x="6623494" y="1828800"/>
            <a:chExt cx="2884714" cy="4070478"/>
          </a:xfrm>
        </p:grpSpPr>
        <p:sp>
          <p:nvSpPr>
            <p:cNvPr id="8" name="Rectangle 7">
              <a:extLst>
                <a:ext uri="{FF2B5EF4-FFF2-40B4-BE49-F238E27FC236}">
                  <a16:creationId xmlns:a16="http://schemas.microsoft.com/office/drawing/2014/main" id="{34B52B78-7594-650A-FF2D-3C6D21D3F810}"/>
                </a:ext>
              </a:extLst>
            </p:cNvPr>
            <p:cNvSpPr/>
            <p:nvPr/>
          </p:nvSpPr>
          <p:spPr>
            <a:xfrm>
              <a:off x="7478485" y="182880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NULL</a:t>
              </a:r>
              <a:endParaRPr lang="en-KE" sz="14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625558A9-81A0-01E3-81E3-1D3B0231F528}"/>
                </a:ext>
              </a:extLst>
            </p:cNvPr>
            <p:cNvSpPr/>
            <p:nvPr/>
          </p:nvSpPr>
          <p:spPr>
            <a:xfrm>
              <a:off x="6623494" y="2443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K:2</a:t>
              </a:r>
              <a:endParaRPr lang="en-KE" sz="14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B90D6AD8-8D84-22F9-0ECF-0EEAA333ED91}"/>
                </a:ext>
              </a:extLst>
            </p:cNvPr>
            <p:cNvSpPr/>
            <p:nvPr/>
          </p:nvSpPr>
          <p:spPr>
            <a:xfrm>
              <a:off x="6623494" y="317897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E:2</a:t>
              </a:r>
              <a:endParaRPr lang="en-KE" sz="14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D1FCC621-98D6-FEFA-892A-8BD7FB366F84}"/>
                </a:ext>
              </a:extLst>
            </p:cNvPr>
            <p:cNvSpPr/>
            <p:nvPr/>
          </p:nvSpPr>
          <p:spPr>
            <a:xfrm>
              <a:off x="6623494" y="389742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M:1</a:t>
              </a:r>
              <a:endParaRPr lang="en-KE" sz="14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A9C54618-2F29-D65F-64E4-337747E3D258}"/>
                </a:ext>
              </a:extLst>
            </p:cNvPr>
            <p:cNvSpPr/>
            <p:nvPr/>
          </p:nvSpPr>
          <p:spPr>
            <a:xfrm>
              <a:off x="6623494"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9F4432C-5835-6597-8A1F-F69B1D31E91D}"/>
                </a:ext>
              </a:extLst>
            </p:cNvPr>
            <p:cNvSpPr/>
            <p:nvPr/>
          </p:nvSpPr>
          <p:spPr>
            <a:xfrm>
              <a:off x="6623494" y="5540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49F2BA4E-ED61-0FEE-1DC3-DD8144EF7DED}"/>
                </a:ext>
              </a:extLst>
            </p:cNvPr>
            <p:cNvCxnSpPr>
              <a:stCxn id="9" idx="2"/>
              <a:endCxn id="10" idx="0"/>
            </p:cNvCxnSpPr>
            <p:nvPr/>
          </p:nvCxnSpPr>
          <p:spPr>
            <a:xfrm>
              <a:off x="6950066" y="2802278"/>
              <a:ext cx="0" cy="3766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CBA369B-7167-07BB-62F0-40D33A261CE2}"/>
                </a:ext>
              </a:extLst>
            </p:cNvPr>
            <p:cNvCxnSpPr>
              <a:stCxn id="10" idx="2"/>
              <a:endCxn id="11" idx="0"/>
            </p:cNvCxnSpPr>
            <p:nvPr/>
          </p:nvCxnSpPr>
          <p:spPr>
            <a:xfrm>
              <a:off x="6950066" y="3538199"/>
              <a:ext cx="0" cy="3592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C370061-590B-A703-0CD3-D7C13F8B2DEE}"/>
                </a:ext>
              </a:extLst>
            </p:cNvPr>
            <p:cNvCxnSpPr>
              <a:stCxn id="11" idx="2"/>
              <a:endCxn id="12" idx="0"/>
            </p:cNvCxnSpPr>
            <p:nvPr/>
          </p:nvCxnSpPr>
          <p:spPr>
            <a:xfrm>
              <a:off x="6950066" y="4256657"/>
              <a:ext cx="0" cy="4926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13A7822-2AA1-DEFB-4A29-2B46F4BC2124}"/>
                </a:ext>
              </a:extLst>
            </p:cNvPr>
            <p:cNvCxnSpPr>
              <a:stCxn id="12" idx="2"/>
              <a:endCxn id="13" idx="0"/>
            </p:cNvCxnSpPr>
            <p:nvPr/>
          </p:nvCxnSpPr>
          <p:spPr>
            <a:xfrm>
              <a:off x="6950066" y="5108579"/>
              <a:ext cx="0" cy="4314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DA60CEFC-83BB-B372-C986-7798A4FBCDC9}"/>
                </a:ext>
              </a:extLst>
            </p:cNvPr>
            <p:cNvCxnSpPr>
              <a:stCxn id="8" idx="1"/>
              <a:endCxn id="9" idx="0"/>
            </p:cNvCxnSpPr>
            <p:nvPr/>
          </p:nvCxnSpPr>
          <p:spPr>
            <a:xfrm rot="10800000" flipV="1">
              <a:off x="6950067" y="2008415"/>
              <a:ext cx="528419" cy="43463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73A7D1D-6765-3A29-F41C-53DF498BDE26}"/>
                </a:ext>
              </a:extLst>
            </p:cNvPr>
            <p:cNvSpPr/>
            <p:nvPr/>
          </p:nvSpPr>
          <p:spPr>
            <a:xfrm>
              <a:off x="8855065"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cxnSp>
          <p:nvCxnSpPr>
            <p:cNvPr id="6" name="Connector: Elbow 5">
              <a:extLst>
                <a:ext uri="{FF2B5EF4-FFF2-40B4-BE49-F238E27FC236}">
                  <a16:creationId xmlns:a16="http://schemas.microsoft.com/office/drawing/2014/main" id="{41D2F25E-8D9D-F291-3C05-7985E149E232}"/>
                </a:ext>
              </a:extLst>
            </p:cNvPr>
            <p:cNvCxnSpPr>
              <a:stCxn id="10" idx="3"/>
              <a:endCxn id="3" idx="0"/>
            </p:cNvCxnSpPr>
            <p:nvPr/>
          </p:nvCxnSpPr>
          <p:spPr>
            <a:xfrm>
              <a:off x="7276637" y="3358585"/>
              <a:ext cx="1905000" cy="139076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136F166-C13F-8989-D20B-D3DB5936C402}"/>
                </a:ext>
              </a:extLst>
            </p:cNvPr>
            <p:cNvCxnSpPr>
              <a:stCxn id="12" idx="3"/>
              <a:endCxn id="3" idx="1"/>
            </p:cNvCxnSpPr>
            <p:nvPr/>
          </p:nvCxnSpPr>
          <p:spPr>
            <a:xfrm>
              <a:off x="7276637" y="4928965"/>
              <a:ext cx="1578428" cy="0"/>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82BCD25-78E0-EAB3-79CE-68E281A55DCB}"/>
                </a:ext>
              </a:extLst>
            </p:cNvPr>
            <p:cNvSpPr/>
            <p:nvPr/>
          </p:nvSpPr>
          <p:spPr>
            <a:xfrm>
              <a:off x="8855064" y="554004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18" name="Straight Arrow Connector 17">
              <a:extLst>
                <a:ext uri="{FF2B5EF4-FFF2-40B4-BE49-F238E27FC236}">
                  <a16:creationId xmlns:a16="http://schemas.microsoft.com/office/drawing/2014/main" id="{AA99D00D-0D41-D3A9-031F-595EFEDB4B71}"/>
                </a:ext>
              </a:extLst>
            </p:cNvPr>
            <p:cNvCxnSpPr>
              <a:cxnSpLocks/>
              <a:stCxn id="13" idx="3"/>
              <a:endCxn id="16" idx="1"/>
            </p:cNvCxnSpPr>
            <p:nvPr/>
          </p:nvCxnSpPr>
          <p:spPr>
            <a:xfrm flipV="1">
              <a:off x="7276637" y="5719663"/>
              <a:ext cx="1578427"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8B5F6AF-0A66-3EDD-B3AC-66C8AAD6F8C4}"/>
                </a:ext>
              </a:extLst>
            </p:cNvPr>
            <p:cNvCxnSpPr>
              <a:stCxn id="3" idx="2"/>
              <a:endCxn id="16" idx="0"/>
            </p:cNvCxnSpPr>
            <p:nvPr/>
          </p:nvCxnSpPr>
          <p:spPr>
            <a:xfrm flipH="1">
              <a:off x="9181636" y="5108579"/>
              <a:ext cx="1" cy="4314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5922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12071-EB99-E11F-E181-BFCBCD8BDC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12E87A-19CC-D19E-51C8-A6B72D4283F6}"/>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5C3187CC-55D7-CB23-6947-B8FDE8206DEE}"/>
              </a:ext>
            </a:extLst>
          </p:cNvPr>
          <p:cNvGraphicFramePr>
            <a:graphicFrameLocks noGrp="1"/>
          </p:cNvGraphicFramePr>
          <p:nvPr/>
        </p:nvGraphicFramePr>
        <p:xfrm>
          <a:off x="334963" y="1449388"/>
          <a:ext cx="4428000" cy="18288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68000">
                  <a:extLst>
                    <a:ext uri="{9D8B030D-6E8A-4147-A177-3AD203B41FA5}">
                      <a16:colId xmlns:a16="http://schemas.microsoft.com/office/drawing/2014/main" val="2159559363"/>
                    </a:ext>
                  </a:extLst>
                </a:gridCol>
                <a:gridCol w="1656000">
                  <a:extLst>
                    <a:ext uri="{9D8B030D-6E8A-4147-A177-3AD203B41FA5}">
                      <a16:colId xmlns:a16="http://schemas.microsoft.com/office/drawing/2014/main" val="626340697"/>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Ordered Item Set</a:t>
                      </a:r>
                      <a:endParaRPr lang="en-KE" sz="1400" dirty="0">
                        <a:latin typeface="Arial" panose="020B0604020202020204" pitchFamily="34" charset="0"/>
                        <a:cs typeface="Arial" panose="020B0604020202020204" pitchFamily="34" charset="0"/>
                      </a:endParaRPr>
                    </a:p>
                  </a:txBody>
                  <a:tcPr>
                    <a:solidFill>
                      <a:schemeClr val="accent5">
                        <a:lumMod val="60000"/>
                        <a:lumOff val="40000"/>
                      </a:schemeClr>
                    </a:solidFill>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T1</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{E,K,M,N,O,Y}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{K,E,M,O,Y}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T2</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{D,E,K,N,O,Y}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{K,E,O,Y}</a:t>
                      </a:r>
                      <a:endParaRPr lang="en-KE" sz="1400" b="1" dirty="0">
                        <a:latin typeface="Arial" panose="020B0604020202020204" pitchFamily="34" charset="0"/>
                        <a:cs typeface="Arial" panose="020B0604020202020204" pitchFamily="34" charset="0"/>
                      </a:endParaRPr>
                    </a:p>
                  </a:txBody>
                  <a:tcPr>
                    <a:solidFill>
                      <a:srgbClr val="F0B195"/>
                    </a:solidFill>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T3</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{A,E,K,M}</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a:t>
                      </a:r>
                      <a:endParaRPr lang="en-KE" sz="1400" b="1" dirty="0">
                        <a:latin typeface="Arial" panose="020B0604020202020204" pitchFamily="34" charset="0"/>
                        <a:cs typeface="Arial" panose="020B0604020202020204" pitchFamily="34" charset="0"/>
                      </a:endParaRPr>
                    </a:p>
                  </a:txBody>
                  <a:tcPr>
                    <a:solidFill>
                      <a:schemeClr val="accent6">
                        <a:lumMod val="60000"/>
                        <a:lumOff val="40000"/>
                      </a:schemeClr>
                    </a:solidFill>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T4</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{C,K,M,U,Y}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{K,M,Y}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T5</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{C,E,I,K,O,O}</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1983203934"/>
                  </a:ext>
                </a:extLst>
              </a:tr>
            </a:tbl>
          </a:graphicData>
        </a:graphic>
      </p:graphicFrame>
      <p:sp>
        <p:nvSpPr>
          <p:cNvPr id="33" name="TextBox 32">
            <a:extLst>
              <a:ext uri="{FF2B5EF4-FFF2-40B4-BE49-F238E27FC236}">
                <a16:creationId xmlns:a16="http://schemas.microsoft.com/office/drawing/2014/main" id="{8C9880E0-424C-FF72-88C5-A8C907AB5964}"/>
              </a:ext>
            </a:extLst>
          </p:cNvPr>
          <p:cNvSpPr txBox="1"/>
          <p:nvPr/>
        </p:nvSpPr>
        <p:spPr>
          <a:xfrm>
            <a:off x="6623493" y="1449388"/>
            <a:ext cx="3409722" cy="307777"/>
          </a:xfrm>
          <a:prstGeom prst="rect">
            <a:avLst/>
          </a:prstGeom>
          <a:noFill/>
        </p:spPr>
        <p:txBody>
          <a:bodyPr wrap="square" rtlCol="0">
            <a:spAutoFit/>
          </a:bodyPr>
          <a:lstStyle/>
          <a:p>
            <a:pPr marL="342900" indent="-342900">
              <a:buFont typeface="+mj-lt"/>
              <a:buAutoNum type="alphaLcPeriod" startAt="3"/>
            </a:pPr>
            <a:r>
              <a:rPr lang="en-US" sz="1400" dirty="0">
                <a:latin typeface="Arial" panose="020B0604020202020204" pitchFamily="34" charset="0"/>
                <a:cs typeface="Arial" panose="020B0604020202020204" pitchFamily="34" charset="0"/>
              </a:rPr>
              <a:t>Inserting the set {K,E,M}</a:t>
            </a:r>
            <a:endParaRPr lang="en-KE" sz="1400" dirty="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4A9BE690-C248-6264-96A3-E844109FF42A}"/>
              </a:ext>
            </a:extLst>
          </p:cNvPr>
          <p:cNvGrpSpPr/>
          <p:nvPr/>
        </p:nvGrpSpPr>
        <p:grpSpPr>
          <a:xfrm>
            <a:off x="6623494" y="1828800"/>
            <a:ext cx="2884714" cy="4070478"/>
            <a:chOff x="6623494" y="1828800"/>
            <a:chExt cx="2884714" cy="4070478"/>
          </a:xfrm>
        </p:grpSpPr>
        <p:sp>
          <p:nvSpPr>
            <p:cNvPr id="8" name="Rectangle 7">
              <a:extLst>
                <a:ext uri="{FF2B5EF4-FFF2-40B4-BE49-F238E27FC236}">
                  <a16:creationId xmlns:a16="http://schemas.microsoft.com/office/drawing/2014/main" id="{60FBC633-64FF-838F-68E6-449F6BA9EBF6}"/>
                </a:ext>
              </a:extLst>
            </p:cNvPr>
            <p:cNvSpPr/>
            <p:nvPr/>
          </p:nvSpPr>
          <p:spPr>
            <a:xfrm>
              <a:off x="7478485" y="182880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NULL</a:t>
              </a:r>
              <a:endParaRPr lang="en-KE" sz="14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8C3DD02C-7C5E-A2BB-72DB-002D023FBC1C}"/>
                </a:ext>
              </a:extLst>
            </p:cNvPr>
            <p:cNvSpPr/>
            <p:nvPr/>
          </p:nvSpPr>
          <p:spPr>
            <a:xfrm>
              <a:off x="6623494" y="2443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K:3</a:t>
              </a:r>
              <a:endParaRPr lang="en-KE" sz="14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A2D9BFD7-3D2F-1532-51CF-F953BFE5E93A}"/>
                </a:ext>
              </a:extLst>
            </p:cNvPr>
            <p:cNvSpPr/>
            <p:nvPr/>
          </p:nvSpPr>
          <p:spPr>
            <a:xfrm>
              <a:off x="6623494" y="317897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E:3</a:t>
              </a:r>
              <a:endParaRPr lang="en-KE" sz="14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462A8229-0E58-FD6C-0152-D189609AF50A}"/>
                </a:ext>
              </a:extLst>
            </p:cNvPr>
            <p:cNvSpPr/>
            <p:nvPr/>
          </p:nvSpPr>
          <p:spPr>
            <a:xfrm>
              <a:off x="6623494" y="389742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M:2</a:t>
              </a:r>
              <a:endParaRPr lang="en-KE" sz="14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745D3EED-F1F6-EB83-A41E-1C70088D3F76}"/>
                </a:ext>
              </a:extLst>
            </p:cNvPr>
            <p:cNvSpPr/>
            <p:nvPr/>
          </p:nvSpPr>
          <p:spPr>
            <a:xfrm>
              <a:off x="6623494"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AA39C36-9B7A-9583-CF89-469659ED3C1A}"/>
                </a:ext>
              </a:extLst>
            </p:cNvPr>
            <p:cNvSpPr/>
            <p:nvPr/>
          </p:nvSpPr>
          <p:spPr>
            <a:xfrm>
              <a:off x="6623494" y="5540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4BB30DF6-452D-5241-EE28-B4482F36C589}"/>
                </a:ext>
              </a:extLst>
            </p:cNvPr>
            <p:cNvCxnSpPr>
              <a:stCxn id="9" idx="2"/>
              <a:endCxn id="10" idx="0"/>
            </p:cNvCxnSpPr>
            <p:nvPr/>
          </p:nvCxnSpPr>
          <p:spPr>
            <a:xfrm>
              <a:off x="6950066" y="2802278"/>
              <a:ext cx="0" cy="3766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F85B227-AE57-AD1C-BF5B-CF6769982F00}"/>
                </a:ext>
              </a:extLst>
            </p:cNvPr>
            <p:cNvCxnSpPr>
              <a:stCxn id="10" idx="2"/>
              <a:endCxn id="11" idx="0"/>
            </p:cNvCxnSpPr>
            <p:nvPr/>
          </p:nvCxnSpPr>
          <p:spPr>
            <a:xfrm>
              <a:off x="6950066" y="3538199"/>
              <a:ext cx="0" cy="3592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E4C4116-412B-5762-5ACD-555FB4552995}"/>
                </a:ext>
              </a:extLst>
            </p:cNvPr>
            <p:cNvCxnSpPr>
              <a:stCxn id="11" idx="2"/>
              <a:endCxn id="12" idx="0"/>
            </p:cNvCxnSpPr>
            <p:nvPr/>
          </p:nvCxnSpPr>
          <p:spPr>
            <a:xfrm>
              <a:off x="6950066" y="4256657"/>
              <a:ext cx="0" cy="4926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E73BB20-9362-313F-5CEC-9CD4833D383A}"/>
                </a:ext>
              </a:extLst>
            </p:cNvPr>
            <p:cNvCxnSpPr>
              <a:stCxn id="12" idx="2"/>
              <a:endCxn id="13" idx="0"/>
            </p:cNvCxnSpPr>
            <p:nvPr/>
          </p:nvCxnSpPr>
          <p:spPr>
            <a:xfrm>
              <a:off x="6950066" y="5108579"/>
              <a:ext cx="0" cy="4314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2A43EC7B-B9C1-1945-A139-4222B57D9328}"/>
                </a:ext>
              </a:extLst>
            </p:cNvPr>
            <p:cNvCxnSpPr>
              <a:stCxn id="8" idx="1"/>
              <a:endCxn id="9" idx="0"/>
            </p:cNvCxnSpPr>
            <p:nvPr/>
          </p:nvCxnSpPr>
          <p:spPr>
            <a:xfrm rot="10800000" flipV="1">
              <a:off x="6950067" y="2008415"/>
              <a:ext cx="528419" cy="43463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EB543F02-6473-B0CA-DFE1-67E497D8A0EA}"/>
                </a:ext>
              </a:extLst>
            </p:cNvPr>
            <p:cNvSpPr/>
            <p:nvPr/>
          </p:nvSpPr>
          <p:spPr>
            <a:xfrm>
              <a:off x="8855065"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cxnSp>
          <p:nvCxnSpPr>
            <p:cNvPr id="6" name="Connector: Elbow 5">
              <a:extLst>
                <a:ext uri="{FF2B5EF4-FFF2-40B4-BE49-F238E27FC236}">
                  <a16:creationId xmlns:a16="http://schemas.microsoft.com/office/drawing/2014/main" id="{A7A4F4C0-161B-AD02-6D3B-7EAA0953A3C6}"/>
                </a:ext>
              </a:extLst>
            </p:cNvPr>
            <p:cNvCxnSpPr>
              <a:stCxn id="10" idx="3"/>
              <a:endCxn id="3" idx="0"/>
            </p:cNvCxnSpPr>
            <p:nvPr/>
          </p:nvCxnSpPr>
          <p:spPr>
            <a:xfrm>
              <a:off x="7276637" y="3358585"/>
              <a:ext cx="1905000" cy="139076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E327427-E264-CED8-09EB-21BC72F13606}"/>
                </a:ext>
              </a:extLst>
            </p:cNvPr>
            <p:cNvCxnSpPr>
              <a:stCxn id="12" idx="3"/>
              <a:endCxn id="3" idx="1"/>
            </p:cNvCxnSpPr>
            <p:nvPr/>
          </p:nvCxnSpPr>
          <p:spPr>
            <a:xfrm>
              <a:off x="7276637" y="4928965"/>
              <a:ext cx="1578428" cy="0"/>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7E4AD25-0A0F-B3DF-5D88-522EF3B5766F}"/>
                </a:ext>
              </a:extLst>
            </p:cNvPr>
            <p:cNvSpPr/>
            <p:nvPr/>
          </p:nvSpPr>
          <p:spPr>
            <a:xfrm>
              <a:off x="8855064" y="554004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18" name="Straight Arrow Connector 17">
              <a:extLst>
                <a:ext uri="{FF2B5EF4-FFF2-40B4-BE49-F238E27FC236}">
                  <a16:creationId xmlns:a16="http://schemas.microsoft.com/office/drawing/2014/main" id="{BB0F8412-038F-6666-A01E-5C1ECBFB7CD8}"/>
                </a:ext>
              </a:extLst>
            </p:cNvPr>
            <p:cNvCxnSpPr>
              <a:cxnSpLocks/>
              <a:stCxn id="13" idx="3"/>
              <a:endCxn id="16" idx="1"/>
            </p:cNvCxnSpPr>
            <p:nvPr/>
          </p:nvCxnSpPr>
          <p:spPr>
            <a:xfrm flipV="1">
              <a:off x="7276637" y="5719663"/>
              <a:ext cx="1578427"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5601711-0DD4-ADE5-FB52-07C6595BE008}"/>
                </a:ext>
              </a:extLst>
            </p:cNvPr>
            <p:cNvCxnSpPr>
              <a:stCxn id="3" idx="2"/>
              <a:endCxn id="16" idx="0"/>
            </p:cNvCxnSpPr>
            <p:nvPr/>
          </p:nvCxnSpPr>
          <p:spPr>
            <a:xfrm flipH="1">
              <a:off x="9181636" y="5108579"/>
              <a:ext cx="1" cy="4314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8889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9D79A-4037-E480-654E-CBB85751D0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863265-6E27-D8FC-5E58-009E1D4A1F1B}"/>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923D55B1-B692-803C-7A27-F6E547334E68}"/>
              </a:ext>
            </a:extLst>
          </p:cNvPr>
          <p:cNvGraphicFramePr>
            <a:graphicFrameLocks noGrp="1"/>
          </p:cNvGraphicFramePr>
          <p:nvPr/>
        </p:nvGraphicFramePr>
        <p:xfrm>
          <a:off x="334963" y="1449388"/>
          <a:ext cx="4428000" cy="18288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68000">
                  <a:extLst>
                    <a:ext uri="{9D8B030D-6E8A-4147-A177-3AD203B41FA5}">
                      <a16:colId xmlns:a16="http://schemas.microsoft.com/office/drawing/2014/main" val="2159559363"/>
                    </a:ext>
                  </a:extLst>
                </a:gridCol>
                <a:gridCol w="1656000">
                  <a:extLst>
                    <a:ext uri="{9D8B030D-6E8A-4147-A177-3AD203B41FA5}">
                      <a16:colId xmlns:a16="http://schemas.microsoft.com/office/drawing/2014/main" val="626340697"/>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Ordered Item Set</a:t>
                      </a:r>
                      <a:endParaRPr lang="en-KE" sz="1400" dirty="0">
                        <a:latin typeface="Arial" panose="020B0604020202020204" pitchFamily="34" charset="0"/>
                        <a:cs typeface="Arial" panose="020B0604020202020204" pitchFamily="34" charset="0"/>
                      </a:endParaRPr>
                    </a:p>
                  </a:txBody>
                  <a:tcPr>
                    <a:solidFill>
                      <a:schemeClr val="accent5">
                        <a:lumMod val="60000"/>
                        <a:lumOff val="40000"/>
                      </a:schemeClr>
                    </a:solidFill>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T1</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{E,K,M,N,O,Y}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{K,E,M,O,Y}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T2</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{D,E,K,N,O,Y}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{K,E,O,Y}</a:t>
                      </a:r>
                      <a:endParaRPr lang="en-KE" sz="1400" b="1" dirty="0">
                        <a:latin typeface="Arial" panose="020B0604020202020204" pitchFamily="34" charset="0"/>
                        <a:cs typeface="Arial" panose="020B0604020202020204" pitchFamily="34" charset="0"/>
                      </a:endParaRPr>
                    </a:p>
                  </a:txBody>
                  <a:tcPr>
                    <a:solidFill>
                      <a:srgbClr val="F0B195"/>
                    </a:solidFill>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T3</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{A,E,K,M}</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a:t>
                      </a:r>
                      <a:endParaRPr lang="en-KE" sz="1400" b="1" dirty="0">
                        <a:latin typeface="Arial" panose="020B0604020202020204" pitchFamily="34" charset="0"/>
                        <a:cs typeface="Arial" panose="020B0604020202020204" pitchFamily="34" charset="0"/>
                      </a:endParaRPr>
                    </a:p>
                  </a:txBody>
                  <a:tcPr>
                    <a:solidFill>
                      <a:srgbClr val="F0B195"/>
                    </a:solidFill>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T4</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{C,K,M,U,Y}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{K,M,Y}</a:t>
                      </a:r>
                      <a:endParaRPr lang="en-KE" sz="1400" b="1" dirty="0">
                        <a:latin typeface="Arial" panose="020B0604020202020204" pitchFamily="34" charset="0"/>
                        <a:cs typeface="Arial" panose="020B0604020202020204" pitchFamily="34" charset="0"/>
                      </a:endParaRPr>
                    </a:p>
                  </a:txBody>
                  <a:tcPr>
                    <a:solidFill>
                      <a:srgbClr val="F7C475"/>
                    </a:solidFill>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T5</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{C,E,I,K,O,O}</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1983203934"/>
                  </a:ext>
                </a:extLst>
              </a:tr>
            </a:tbl>
          </a:graphicData>
        </a:graphic>
      </p:graphicFrame>
      <p:sp>
        <p:nvSpPr>
          <p:cNvPr id="33" name="TextBox 32">
            <a:extLst>
              <a:ext uri="{FF2B5EF4-FFF2-40B4-BE49-F238E27FC236}">
                <a16:creationId xmlns:a16="http://schemas.microsoft.com/office/drawing/2014/main" id="{EBA20A3A-E75B-E436-1380-8744F1D1492F}"/>
              </a:ext>
            </a:extLst>
          </p:cNvPr>
          <p:cNvSpPr txBox="1"/>
          <p:nvPr/>
        </p:nvSpPr>
        <p:spPr>
          <a:xfrm>
            <a:off x="6623493" y="1449388"/>
            <a:ext cx="3409722" cy="307777"/>
          </a:xfrm>
          <a:prstGeom prst="rect">
            <a:avLst/>
          </a:prstGeom>
          <a:noFill/>
        </p:spPr>
        <p:txBody>
          <a:bodyPr wrap="square" rtlCol="0">
            <a:spAutoFit/>
          </a:bodyPr>
          <a:lstStyle/>
          <a:p>
            <a:pPr marL="342900" indent="-342900">
              <a:buFont typeface="+mj-lt"/>
              <a:buAutoNum type="alphaLcPeriod" startAt="4"/>
            </a:pPr>
            <a:r>
              <a:rPr lang="en-US" sz="1400" dirty="0">
                <a:latin typeface="Arial" panose="020B0604020202020204" pitchFamily="34" charset="0"/>
                <a:cs typeface="Arial" panose="020B0604020202020204" pitchFamily="34" charset="0"/>
              </a:rPr>
              <a:t>Inserting the set {K,M,Y}</a:t>
            </a:r>
            <a:endParaRPr lang="en-KE" sz="1400" dirty="0">
              <a:latin typeface="Arial" panose="020B0604020202020204" pitchFamily="34" charset="0"/>
              <a:cs typeface="Arial" panose="020B0604020202020204" pitchFamily="34" charset="0"/>
            </a:endParaRPr>
          </a:p>
        </p:txBody>
      </p:sp>
      <p:grpSp>
        <p:nvGrpSpPr>
          <p:cNvPr id="41" name="Group 40">
            <a:extLst>
              <a:ext uri="{FF2B5EF4-FFF2-40B4-BE49-F238E27FC236}">
                <a16:creationId xmlns:a16="http://schemas.microsoft.com/office/drawing/2014/main" id="{24AE53CE-627D-878B-E464-B0E2950B1BDF}"/>
              </a:ext>
            </a:extLst>
          </p:cNvPr>
          <p:cNvGrpSpPr/>
          <p:nvPr/>
        </p:nvGrpSpPr>
        <p:grpSpPr>
          <a:xfrm>
            <a:off x="6623494" y="1828800"/>
            <a:ext cx="4854101" cy="4070478"/>
            <a:chOff x="6623494" y="1828800"/>
            <a:chExt cx="4854101" cy="4070478"/>
          </a:xfrm>
        </p:grpSpPr>
        <p:sp>
          <p:nvSpPr>
            <p:cNvPr id="8" name="Rectangle 7">
              <a:extLst>
                <a:ext uri="{FF2B5EF4-FFF2-40B4-BE49-F238E27FC236}">
                  <a16:creationId xmlns:a16="http://schemas.microsoft.com/office/drawing/2014/main" id="{C4DD2C0D-9372-D1B6-1FDF-C7E1FB830EA3}"/>
                </a:ext>
              </a:extLst>
            </p:cNvPr>
            <p:cNvSpPr/>
            <p:nvPr/>
          </p:nvSpPr>
          <p:spPr>
            <a:xfrm>
              <a:off x="7478485" y="182880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NULL</a:t>
              </a:r>
              <a:endParaRPr lang="en-KE" sz="14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87C17CED-DEFC-21DA-C513-635A07D3B2BD}"/>
                </a:ext>
              </a:extLst>
            </p:cNvPr>
            <p:cNvSpPr/>
            <p:nvPr/>
          </p:nvSpPr>
          <p:spPr>
            <a:xfrm>
              <a:off x="6623494" y="2443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K:4</a:t>
              </a:r>
              <a:endParaRPr lang="en-KE" sz="14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1B46A956-A591-224A-2A62-74A23EAB5038}"/>
                </a:ext>
              </a:extLst>
            </p:cNvPr>
            <p:cNvSpPr/>
            <p:nvPr/>
          </p:nvSpPr>
          <p:spPr>
            <a:xfrm>
              <a:off x="6623494" y="317897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E:3</a:t>
              </a:r>
              <a:endParaRPr lang="en-KE" sz="14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B961AF86-DB7C-A800-43FB-589CB89949FB}"/>
                </a:ext>
              </a:extLst>
            </p:cNvPr>
            <p:cNvSpPr/>
            <p:nvPr/>
          </p:nvSpPr>
          <p:spPr>
            <a:xfrm>
              <a:off x="6623494" y="389742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M:2</a:t>
              </a:r>
              <a:endParaRPr lang="en-KE" sz="14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C53EC544-C519-A2C3-786E-444D63D6972C}"/>
                </a:ext>
              </a:extLst>
            </p:cNvPr>
            <p:cNvSpPr/>
            <p:nvPr/>
          </p:nvSpPr>
          <p:spPr>
            <a:xfrm>
              <a:off x="6623494"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FBB7C1E5-47C5-F7A3-22E5-EE8E694411E2}"/>
                </a:ext>
              </a:extLst>
            </p:cNvPr>
            <p:cNvSpPr/>
            <p:nvPr/>
          </p:nvSpPr>
          <p:spPr>
            <a:xfrm>
              <a:off x="6623494" y="5540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396DC9A4-CDBD-BA8D-1388-A5CC2057C071}"/>
                </a:ext>
              </a:extLst>
            </p:cNvPr>
            <p:cNvCxnSpPr>
              <a:stCxn id="9" idx="2"/>
              <a:endCxn id="10" idx="0"/>
            </p:cNvCxnSpPr>
            <p:nvPr/>
          </p:nvCxnSpPr>
          <p:spPr>
            <a:xfrm>
              <a:off x="6950066" y="2802278"/>
              <a:ext cx="0" cy="3766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B5830B0-E193-46E7-4132-AFD0AE4AA3A8}"/>
                </a:ext>
              </a:extLst>
            </p:cNvPr>
            <p:cNvCxnSpPr>
              <a:stCxn id="10" idx="2"/>
              <a:endCxn id="11" idx="0"/>
            </p:cNvCxnSpPr>
            <p:nvPr/>
          </p:nvCxnSpPr>
          <p:spPr>
            <a:xfrm>
              <a:off x="6950066" y="3538199"/>
              <a:ext cx="0" cy="3592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95BD88F-A4C5-568E-6535-3AD1F784F240}"/>
                </a:ext>
              </a:extLst>
            </p:cNvPr>
            <p:cNvCxnSpPr>
              <a:stCxn id="11" idx="2"/>
              <a:endCxn id="12" idx="0"/>
            </p:cNvCxnSpPr>
            <p:nvPr/>
          </p:nvCxnSpPr>
          <p:spPr>
            <a:xfrm>
              <a:off x="6950066" y="4256657"/>
              <a:ext cx="0" cy="4926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F376296-CBF5-6CFA-E715-612171860AB8}"/>
                </a:ext>
              </a:extLst>
            </p:cNvPr>
            <p:cNvCxnSpPr>
              <a:stCxn id="12" idx="2"/>
              <a:endCxn id="13" idx="0"/>
            </p:cNvCxnSpPr>
            <p:nvPr/>
          </p:nvCxnSpPr>
          <p:spPr>
            <a:xfrm>
              <a:off x="6950066" y="5108579"/>
              <a:ext cx="0" cy="4314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FA91055F-F69B-1143-A08E-59DFF960CD1C}"/>
                </a:ext>
              </a:extLst>
            </p:cNvPr>
            <p:cNvCxnSpPr>
              <a:stCxn id="8" idx="1"/>
              <a:endCxn id="9" idx="0"/>
            </p:cNvCxnSpPr>
            <p:nvPr/>
          </p:nvCxnSpPr>
          <p:spPr>
            <a:xfrm rot="10800000" flipV="1">
              <a:off x="6950067" y="2008415"/>
              <a:ext cx="528419" cy="43463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9E02BFD-FC19-B316-E749-2155C0D72B90}"/>
                </a:ext>
              </a:extLst>
            </p:cNvPr>
            <p:cNvSpPr/>
            <p:nvPr/>
          </p:nvSpPr>
          <p:spPr>
            <a:xfrm>
              <a:off x="8855065"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cxnSp>
          <p:nvCxnSpPr>
            <p:cNvPr id="6" name="Connector: Elbow 5">
              <a:extLst>
                <a:ext uri="{FF2B5EF4-FFF2-40B4-BE49-F238E27FC236}">
                  <a16:creationId xmlns:a16="http://schemas.microsoft.com/office/drawing/2014/main" id="{60D7A8E0-7670-C1CE-AAC4-815464AA755A}"/>
                </a:ext>
              </a:extLst>
            </p:cNvPr>
            <p:cNvCxnSpPr>
              <a:stCxn id="10" idx="3"/>
              <a:endCxn id="3" idx="0"/>
            </p:cNvCxnSpPr>
            <p:nvPr/>
          </p:nvCxnSpPr>
          <p:spPr>
            <a:xfrm>
              <a:off x="7276637" y="3358585"/>
              <a:ext cx="1905000" cy="139076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B49F008-ADC2-EAED-A17D-A655D0028469}"/>
                </a:ext>
              </a:extLst>
            </p:cNvPr>
            <p:cNvCxnSpPr>
              <a:stCxn id="12" idx="3"/>
              <a:endCxn id="3" idx="1"/>
            </p:cNvCxnSpPr>
            <p:nvPr/>
          </p:nvCxnSpPr>
          <p:spPr>
            <a:xfrm>
              <a:off x="7276637" y="4928965"/>
              <a:ext cx="1578428" cy="0"/>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AA8448A7-B305-D875-D225-891258025E32}"/>
                </a:ext>
              </a:extLst>
            </p:cNvPr>
            <p:cNvSpPr/>
            <p:nvPr/>
          </p:nvSpPr>
          <p:spPr>
            <a:xfrm>
              <a:off x="8855064" y="554004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18" name="Straight Arrow Connector 17">
              <a:extLst>
                <a:ext uri="{FF2B5EF4-FFF2-40B4-BE49-F238E27FC236}">
                  <a16:creationId xmlns:a16="http://schemas.microsoft.com/office/drawing/2014/main" id="{06948BDB-6B28-0D2D-00B2-CE7B2CC27B53}"/>
                </a:ext>
              </a:extLst>
            </p:cNvPr>
            <p:cNvCxnSpPr>
              <a:cxnSpLocks/>
              <a:stCxn id="13" idx="3"/>
              <a:endCxn id="16" idx="1"/>
            </p:cNvCxnSpPr>
            <p:nvPr/>
          </p:nvCxnSpPr>
          <p:spPr>
            <a:xfrm flipV="1">
              <a:off x="7276637" y="5719663"/>
              <a:ext cx="1578427"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E845645-5BA8-6F72-2373-5B23546EF9F0}"/>
                </a:ext>
              </a:extLst>
            </p:cNvPr>
            <p:cNvCxnSpPr>
              <a:stCxn id="3" idx="2"/>
              <a:endCxn id="16" idx="0"/>
            </p:cNvCxnSpPr>
            <p:nvPr/>
          </p:nvCxnSpPr>
          <p:spPr>
            <a:xfrm flipH="1">
              <a:off x="9181636" y="5108579"/>
              <a:ext cx="1" cy="4314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0DB8483-2EC6-C281-5934-9AE1753AF40C}"/>
                </a:ext>
              </a:extLst>
            </p:cNvPr>
            <p:cNvSpPr/>
            <p:nvPr/>
          </p:nvSpPr>
          <p:spPr>
            <a:xfrm>
              <a:off x="10819474" y="3874352"/>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M:1</a:t>
              </a:r>
              <a:endParaRPr lang="en-KE" sz="1400" dirty="0">
                <a:latin typeface="Arial" panose="020B0604020202020204" pitchFamily="34" charset="0"/>
                <a:cs typeface="Arial" panose="020B0604020202020204" pitchFamily="34" charset="0"/>
              </a:endParaRPr>
            </a:p>
          </p:txBody>
        </p:sp>
        <p:cxnSp>
          <p:nvCxnSpPr>
            <p:cNvPr id="20" name="Connector: Elbow 19">
              <a:extLst>
                <a:ext uri="{FF2B5EF4-FFF2-40B4-BE49-F238E27FC236}">
                  <a16:creationId xmlns:a16="http://schemas.microsoft.com/office/drawing/2014/main" id="{F302471A-1A5F-52D0-347C-E1A00A06E906}"/>
                </a:ext>
              </a:extLst>
            </p:cNvPr>
            <p:cNvCxnSpPr>
              <a:stCxn id="9" idx="3"/>
              <a:endCxn id="5" idx="0"/>
            </p:cNvCxnSpPr>
            <p:nvPr/>
          </p:nvCxnSpPr>
          <p:spPr>
            <a:xfrm>
              <a:off x="7276637" y="2622664"/>
              <a:ext cx="3869409" cy="125168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DB31C3C-A911-B555-A4A3-44420B9BD74C}"/>
                </a:ext>
              </a:extLst>
            </p:cNvPr>
            <p:cNvCxnSpPr>
              <a:cxnSpLocks/>
              <a:stCxn id="11" idx="3"/>
              <a:endCxn id="5" idx="1"/>
            </p:cNvCxnSpPr>
            <p:nvPr/>
          </p:nvCxnSpPr>
          <p:spPr>
            <a:xfrm flipV="1">
              <a:off x="7276637" y="4053967"/>
              <a:ext cx="3542837" cy="23076"/>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AF661A6-7CF7-C5BF-6206-973C9DD4C7A6}"/>
                </a:ext>
              </a:extLst>
            </p:cNvPr>
            <p:cNvSpPr/>
            <p:nvPr/>
          </p:nvSpPr>
          <p:spPr>
            <a:xfrm>
              <a:off x="10824452" y="5540047"/>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26" name="Straight Arrow Connector 25">
              <a:extLst>
                <a:ext uri="{FF2B5EF4-FFF2-40B4-BE49-F238E27FC236}">
                  <a16:creationId xmlns:a16="http://schemas.microsoft.com/office/drawing/2014/main" id="{F4E92A71-866F-5EC3-78C4-DD97B1EE7691}"/>
                </a:ext>
              </a:extLst>
            </p:cNvPr>
            <p:cNvCxnSpPr>
              <a:cxnSpLocks/>
              <a:stCxn id="5" idx="2"/>
              <a:endCxn id="25" idx="0"/>
            </p:cNvCxnSpPr>
            <p:nvPr/>
          </p:nvCxnSpPr>
          <p:spPr>
            <a:xfrm>
              <a:off x="11146046" y="4233581"/>
              <a:ext cx="4978" cy="13064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F33FFEC-B38A-22B3-83FA-43AD7CF53CA2}"/>
                </a:ext>
              </a:extLst>
            </p:cNvPr>
            <p:cNvCxnSpPr>
              <a:cxnSpLocks/>
              <a:stCxn id="16" idx="3"/>
              <a:endCxn id="25" idx="1"/>
            </p:cNvCxnSpPr>
            <p:nvPr/>
          </p:nvCxnSpPr>
          <p:spPr>
            <a:xfrm flipV="1">
              <a:off x="9508207" y="5719662"/>
              <a:ext cx="1316245"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658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20644-44B2-150F-72BA-7D687D1754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0BF952-0835-4693-30A6-7C86465391BC}"/>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7B79EEE2-4498-B1E6-B776-8DA753B750C2}"/>
              </a:ext>
            </a:extLst>
          </p:cNvPr>
          <p:cNvGraphicFramePr>
            <a:graphicFrameLocks noGrp="1"/>
          </p:cNvGraphicFramePr>
          <p:nvPr/>
        </p:nvGraphicFramePr>
        <p:xfrm>
          <a:off x="334963" y="1449388"/>
          <a:ext cx="4428000" cy="18288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3868039649"/>
                    </a:ext>
                  </a:extLst>
                </a:gridCol>
                <a:gridCol w="1368000">
                  <a:extLst>
                    <a:ext uri="{9D8B030D-6E8A-4147-A177-3AD203B41FA5}">
                      <a16:colId xmlns:a16="http://schemas.microsoft.com/office/drawing/2014/main" val="2159559363"/>
                    </a:ext>
                  </a:extLst>
                </a:gridCol>
                <a:gridCol w="1656000">
                  <a:extLst>
                    <a:ext uri="{9D8B030D-6E8A-4147-A177-3AD203B41FA5}">
                      <a16:colId xmlns:a16="http://schemas.microsoft.com/office/drawing/2014/main" val="626340697"/>
                    </a:ext>
                  </a:extLst>
                </a:gridCol>
              </a:tblGrid>
              <a:tr h="0">
                <a:tc>
                  <a:txBody>
                    <a:bodyPr/>
                    <a:lstStyle/>
                    <a:p>
                      <a:r>
                        <a:rPr lang="en-US" sz="1400" dirty="0">
                          <a:latin typeface="Arial" panose="020B0604020202020204" pitchFamily="34" charset="0"/>
                          <a:cs typeface="Arial" panose="020B0604020202020204" pitchFamily="34" charset="0"/>
                        </a:rPr>
                        <a:t>Transaction ID</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Ordered Item Set</a:t>
                      </a:r>
                      <a:endParaRPr lang="en-KE" sz="1400" dirty="0">
                        <a:latin typeface="Arial" panose="020B0604020202020204" pitchFamily="34" charset="0"/>
                        <a:cs typeface="Arial" panose="020B0604020202020204" pitchFamily="34" charset="0"/>
                      </a:endParaRPr>
                    </a:p>
                  </a:txBody>
                  <a:tcPr>
                    <a:solidFill>
                      <a:schemeClr val="accent5">
                        <a:lumMod val="60000"/>
                        <a:lumOff val="40000"/>
                      </a:schemeClr>
                    </a:solidFill>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T1</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{E,K,M,N,O,Y}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{K,E,M,O,Y}</a:t>
                      </a:r>
                      <a:endParaRPr lang="en-KE" sz="1400" b="1" dirty="0">
                        <a:latin typeface="Arial" panose="020B0604020202020204" pitchFamily="34" charset="0"/>
                        <a:cs typeface="Arial" panose="020B0604020202020204" pitchFamily="34" charset="0"/>
                      </a:endParaRPr>
                    </a:p>
                  </a:txBody>
                  <a:tcPr>
                    <a:solidFill>
                      <a:schemeClr val="accent5">
                        <a:lumMod val="40000"/>
                        <a:lumOff val="60000"/>
                      </a:schemeClr>
                    </a:solidFill>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T2</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{D,E,K,N,O,Y}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{K,E,O,Y}</a:t>
                      </a:r>
                      <a:endParaRPr lang="en-KE" sz="1400" b="1" dirty="0">
                        <a:latin typeface="Arial" panose="020B0604020202020204" pitchFamily="34" charset="0"/>
                        <a:cs typeface="Arial" panose="020B0604020202020204" pitchFamily="34" charset="0"/>
                      </a:endParaRPr>
                    </a:p>
                  </a:txBody>
                  <a:tcPr>
                    <a:solidFill>
                      <a:srgbClr val="F0B195"/>
                    </a:solidFill>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T3</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{A,E,K,M}</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{K,E,M}</a:t>
                      </a:r>
                      <a:endParaRPr lang="en-KE" sz="1400" b="1" dirty="0">
                        <a:latin typeface="Arial" panose="020B0604020202020204" pitchFamily="34" charset="0"/>
                        <a:cs typeface="Arial" panose="020B0604020202020204" pitchFamily="34" charset="0"/>
                      </a:endParaRPr>
                    </a:p>
                  </a:txBody>
                  <a:tcPr>
                    <a:solidFill>
                      <a:srgbClr val="F0B195"/>
                    </a:solidFill>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T4</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{C,K,M,U,Y}</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{K,M,Y}</a:t>
                      </a:r>
                      <a:endParaRPr lang="en-KE" sz="1400" b="1" dirty="0">
                        <a:latin typeface="Arial" panose="020B0604020202020204" pitchFamily="34" charset="0"/>
                        <a:cs typeface="Arial" panose="020B0604020202020204" pitchFamily="34" charset="0"/>
                      </a:endParaRPr>
                    </a:p>
                  </a:txBody>
                  <a:tcPr>
                    <a:solidFill>
                      <a:srgbClr val="F0B195"/>
                    </a:solidFill>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T5</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{C,E,I,K,O,O}</a:t>
                      </a:r>
                      <a:endParaRPr lang="en-KE" sz="1400" b="1" dirty="0">
                        <a:latin typeface="Arial" panose="020B0604020202020204" pitchFamily="34" charset="0"/>
                        <a:cs typeface="Arial" panose="020B0604020202020204" pitchFamily="34" charset="0"/>
                      </a:endParaRPr>
                    </a:p>
                  </a:txBody>
                  <a:tcPr/>
                </a:tc>
                <a:tc>
                  <a:txBody>
                    <a:bodyPr/>
                    <a:lstStyle/>
                    <a:p>
                      <a:pPr algn="ctr"/>
                      <a:r>
                        <a:rPr lang="en-US" sz="1400" b="1" dirty="0">
                          <a:latin typeface="Arial" panose="020B0604020202020204" pitchFamily="34" charset="0"/>
                          <a:cs typeface="Arial" panose="020B0604020202020204" pitchFamily="34" charset="0"/>
                        </a:rPr>
                        <a:t>{K,E,O}</a:t>
                      </a:r>
                      <a:endParaRPr lang="en-KE" sz="1400" b="1" dirty="0">
                        <a:latin typeface="Arial" panose="020B0604020202020204" pitchFamily="34" charset="0"/>
                        <a:cs typeface="Arial" panose="020B0604020202020204" pitchFamily="34" charset="0"/>
                      </a:endParaRPr>
                    </a:p>
                  </a:txBody>
                  <a:tcPr>
                    <a:solidFill>
                      <a:srgbClr val="F7C475"/>
                    </a:solidFill>
                  </a:tcPr>
                </a:tc>
                <a:extLst>
                  <a:ext uri="{0D108BD9-81ED-4DB2-BD59-A6C34878D82A}">
                    <a16:rowId xmlns:a16="http://schemas.microsoft.com/office/drawing/2014/main" val="1983203934"/>
                  </a:ext>
                </a:extLst>
              </a:tr>
            </a:tbl>
          </a:graphicData>
        </a:graphic>
      </p:graphicFrame>
      <p:sp>
        <p:nvSpPr>
          <p:cNvPr id="33" name="TextBox 32">
            <a:extLst>
              <a:ext uri="{FF2B5EF4-FFF2-40B4-BE49-F238E27FC236}">
                <a16:creationId xmlns:a16="http://schemas.microsoft.com/office/drawing/2014/main" id="{B1E4B99F-2FAD-1E75-D9B5-DA832BEDF0A3}"/>
              </a:ext>
            </a:extLst>
          </p:cNvPr>
          <p:cNvSpPr txBox="1"/>
          <p:nvPr/>
        </p:nvSpPr>
        <p:spPr>
          <a:xfrm>
            <a:off x="6623493" y="1449388"/>
            <a:ext cx="3409722" cy="307777"/>
          </a:xfrm>
          <a:prstGeom prst="rect">
            <a:avLst/>
          </a:prstGeom>
          <a:noFill/>
        </p:spPr>
        <p:txBody>
          <a:bodyPr wrap="square" rtlCol="0">
            <a:spAutoFit/>
          </a:bodyPr>
          <a:lstStyle/>
          <a:p>
            <a:pPr marL="342900" indent="-342900">
              <a:buFont typeface="+mj-lt"/>
              <a:buAutoNum type="alphaLcPeriod" startAt="5"/>
            </a:pPr>
            <a:r>
              <a:rPr lang="en-US" sz="1400" dirty="0">
                <a:latin typeface="Arial" panose="020B0604020202020204" pitchFamily="34" charset="0"/>
                <a:cs typeface="Arial" panose="020B0604020202020204" pitchFamily="34" charset="0"/>
              </a:rPr>
              <a:t>Inserting the set {K,E,O}</a:t>
            </a:r>
            <a:endParaRPr lang="en-KE" sz="1400" dirty="0">
              <a:latin typeface="Arial" panose="020B0604020202020204" pitchFamily="34" charset="0"/>
              <a:cs typeface="Arial" panose="020B0604020202020204" pitchFamily="34" charset="0"/>
            </a:endParaRPr>
          </a:p>
        </p:txBody>
      </p:sp>
      <p:grpSp>
        <p:nvGrpSpPr>
          <p:cNvPr id="31" name="Group 30">
            <a:extLst>
              <a:ext uri="{FF2B5EF4-FFF2-40B4-BE49-F238E27FC236}">
                <a16:creationId xmlns:a16="http://schemas.microsoft.com/office/drawing/2014/main" id="{F764D87C-DD22-CAE4-9B24-D18860DC7858}"/>
              </a:ext>
            </a:extLst>
          </p:cNvPr>
          <p:cNvGrpSpPr/>
          <p:nvPr/>
        </p:nvGrpSpPr>
        <p:grpSpPr>
          <a:xfrm>
            <a:off x="6623494" y="1828800"/>
            <a:ext cx="4854101" cy="4070478"/>
            <a:chOff x="6623494" y="1828800"/>
            <a:chExt cx="4854101" cy="4070478"/>
          </a:xfrm>
        </p:grpSpPr>
        <p:sp>
          <p:nvSpPr>
            <p:cNvPr id="34" name="Rectangle 33">
              <a:extLst>
                <a:ext uri="{FF2B5EF4-FFF2-40B4-BE49-F238E27FC236}">
                  <a16:creationId xmlns:a16="http://schemas.microsoft.com/office/drawing/2014/main" id="{5EB69862-AFE6-EED9-61A8-D47307DC13A6}"/>
                </a:ext>
              </a:extLst>
            </p:cNvPr>
            <p:cNvSpPr/>
            <p:nvPr/>
          </p:nvSpPr>
          <p:spPr>
            <a:xfrm>
              <a:off x="7478485" y="182880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NULL</a:t>
              </a:r>
              <a:endParaRPr lang="en-KE" sz="1400" dirty="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E823A88C-C030-2F6D-61C6-41379D2CE15F}"/>
                </a:ext>
              </a:extLst>
            </p:cNvPr>
            <p:cNvSpPr/>
            <p:nvPr/>
          </p:nvSpPr>
          <p:spPr>
            <a:xfrm>
              <a:off x="6623494" y="2443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K:5</a:t>
              </a:r>
              <a:endParaRPr lang="en-KE" sz="1400" dirty="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3CB75194-7863-E656-BEFD-CD1E501BBDEA}"/>
                </a:ext>
              </a:extLst>
            </p:cNvPr>
            <p:cNvSpPr/>
            <p:nvPr/>
          </p:nvSpPr>
          <p:spPr>
            <a:xfrm>
              <a:off x="6623494" y="317897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E:4</a:t>
              </a:r>
              <a:endParaRPr lang="en-KE" sz="1400" dirty="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145B60D9-9256-72F2-B64E-9E9C82C00692}"/>
                </a:ext>
              </a:extLst>
            </p:cNvPr>
            <p:cNvSpPr/>
            <p:nvPr/>
          </p:nvSpPr>
          <p:spPr>
            <a:xfrm>
              <a:off x="6623494" y="389742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M:2</a:t>
              </a:r>
              <a:endParaRPr lang="en-KE" sz="1400"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E473DC3F-29BE-F7C0-FB65-92E4566DC97A}"/>
                </a:ext>
              </a:extLst>
            </p:cNvPr>
            <p:cNvSpPr/>
            <p:nvPr/>
          </p:nvSpPr>
          <p:spPr>
            <a:xfrm>
              <a:off x="6623494"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B01338B1-D89F-E167-96D4-676F8CE369A1}"/>
                </a:ext>
              </a:extLst>
            </p:cNvPr>
            <p:cNvSpPr/>
            <p:nvPr/>
          </p:nvSpPr>
          <p:spPr>
            <a:xfrm>
              <a:off x="6623494" y="5540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40" name="Straight Arrow Connector 39">
              <a:extLst>
                <a:ext uri="{FF2B5EF4-FFF2-40B4-BE49-F238E27FC236}">
                  <a16:creationId xmlns:a16="http://schemas.microsoft.com/office/drawing/2014/main" id="{22F1E62F-C2DF-512D-2C0B-2E194007371D}"/>
                </a:ext>
              </a:extLst>
            </p:cNvPr>
            <p:cNvCxnSpPr>
              <a:stCxn id="35" idx="2"/>
              <a:endCxn id="36" idx="0"/>
            </p:cNvCxnSpPr>
            <p:nvPr/>
          </p:nvCxnSpPr>
          <p:spPr>
            <a:xfrm>
              <a:off x="6950066" y="2802278"/>
              <a:ext cx="0" cy="3766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0C3C1D-1E83-F133-557B-02EB50F16650}"/>
                </a:ext>
              </a:extLst>
            </p:cNvPr>
            <p:cNvCxnSpPr>
              <a:stCxn id="36" idx="2"/>
              <a:endCxn id="37" idx="0"/>
            </p:cNvCxnSpPr>
            <p:nvPr/>
          </p:nvCxnSpPr>
          <p:spPr>
            <a:xfrm>
              <a:off x="6950066" y="3538199"/>
              <a:ext cx="0" cy="3592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EE75FCC-5E1B-4D2D-22AC-01AF3E65EB3C}"/>
                </a:ext>
              </a:extLst>
            </p:cNvPr>
            <p:cNvCxnSpPr>
              <a:stCxn id="37" idx="2"/>
              <a:endCxn id="38" idx="0"/>
            </p:cNvCxnSpPr>
            <p:nvPr/>
          </p:nvCxnSpPr>
          <p:spPr>
            <a:xfrm>
              <a:off x="6950066" y="4256657"/>
              <a:ext cx="0" cy="4926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55117E7-BE85-911C-1D7D-648258DFAE8E}"/>
                </a:ext>
              </a:extLst>
            </p:cNvPr>
            <p:cNvCxnSpPr>
              <a:stCxn id="38" idx="2"/>
              <a:endCxn id="39" idx="0"/>
            </p:cNvCxnSpPr>
            <p:nvPr/>
          </p:nvCxnSpPr>
          <p:spPr>
            <a:xfrm>
              <a:off x="6950066" y="5108579"/>
              <a:ext cx="0" cy="4314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5AE607E4-39D9-74C5-7220-7ED011D2C060}"/>
                </a:ext>
              </a:extLst>
            </p:cNvPr>
            <p:cNvCxnSpPr>
              <a:stCxn id="34" idx="1"/>
              <a:endCxn id="35" idx="0"/>
            </p:cNvCxnSpPr>
            <p:nvPr/>
          </p:nvCxnSpPr>
          <p:spPr>
            <a:xfrm rot="10800000" flipV="1">
              <a:off x="6950067" y="2008415"/>
              <a:ext cx="528419" cy="43463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424E5DE8-01C4-25D8-4A5B-87F3B0C015A0}"/>
                </a:ext>
              </a:extLst>
            </p:cNvPr>
            <p:cNvSpPr/>
            <p:nvPr/>
          </p:nvSpPr>
          <p:spPr>
            <a:xfrm>
              <a:off x="8855065"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O:2</a:t>
              </a:r>
              <a:endParaRPr lang="en-KE" sz="1400" dirty="0">
                <a:latin typeface="Arial" panose="020B0604020202020204" pitchFamily="34" charset="0"/>
                <a:cs typeface="Arial" panose="020B0604020202020204" pitchFamily="34" charset="0"/>
              </a:endParaRPr>
            </a:p>
          </p:txBody>
        </p:sp>
        <p:cxnSp>
          <p:nvCxnSpPr>
            <p:cNvPr id="46" name="Connector: Elbow 45">
              <a:extLst>
                <a:ext uri="{FF2B5EF4-FFF2-40B4-BE49-F238E27FC236}">
                  <a16:creationId xmlns:a16="http://schemas.microsoft.com/office/drawing/2014/main" id="{D996ECA3-4C6A-432B-E44B-88409A1EE0E3}"/>
                </a:ext>
              </a:extLst>
            </p:cNvPr>
            <p:cNvCxnSpPr>
              <a:stCxn id="36" idx="3"/>
              <a:endCxn id="45" idx="0"/>
            </p:cNvCxnSpPr>
            <p:nvPr/>
          </p:nvCxnSpPr>
          <p:spPr>
            <a:xfrm>
              <a:off x="7276637" y="3358585"/>
              <a:ext cx="1905000" cy="139076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C73389F-0F68-BB89-E806-942BDE2DDA86}"/>
                </a:ext>
              </a:extLst>
            </p:cNvPr>
            <p:cNvCxnSpPr>
              <a:stCxn id="38" idx="3"/>
              <a:endCxn id="45" idx="1"/>
            </p:cNvCxnSpPr>
            <p:nvPr/>
          </p:nvCxnSpPr>
          <p:spPr>
            <a:xfrm>
              <a:off x="7276637" y="4928965"/>
              <a:ext cx="1578428" cy="0"/>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E0F9DDA0-5FD0-60D6-7E26-CFC1A73D9DD9}"/>
                </a:ext>
              </a:extLst>
            </p:cNvPr>
            <p:cNvSpPr/>
            <p:nvPr/>
          </p:nvSpPr>
          <p:spPr>
            <a:xfrm>
              <a:off x="8855064" y="554004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49" name="Straight Arrow Connector 48">
              <a:extLst>
                <a:ext uri="{FF2B5EF4-FFF2-40B4-BE49-F238E27FC236}">
                  <a16:creationId xmlns:a16="http://schemas.microsoft.com/office/drawing/2014/main" id="{6A94138A-A025-1A1B-4FAC-33263187F3EE}"/>
                </a:ext>
              </a:extLst>
            </p:cNvPr>
            <p:cNvCxnSpPr>
              <a:cxnSpLocks/>
              <a:stCxn id="39" idx="3"/>
              <a:endCxn id="48" idx="1"/>
            </p:cNvCxnSpPr>
            <p:nvPr/>
          </p:nvCxnSpPr>
          <p:spPr>
            <a:xfrm flipV="1">
              <a:off x="7276637" y="5719663"/>
              <a:ext cx="1578427"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5AA3305-DE9C-BABF-0546-155960ADF73F}"/>
                </a:ext>
              </a:extLst>
            </p:cNvPr>
            <p:cNvCxnSpPr>
              <a:stCxn id="45" idx="2"/>
              <a:endCxn id="48" idx="0"/>
            </p:cNvCxnSpPr>
            <p:nvPr/>
          </p:nvCxnSpPr>
          <p:spPr>
            <a:xfrm flipH="1">
              <a:off x="9181636" y="5108579"/>
              <a:ext cx="1" cy="4314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127BDB93-7ED6-6FB6-1F94-F10E6A44F281}"/>
                </a:ext>
              </a:extLst>
            </p:cNvPr>
            <p:cNvSpPr/>
            <p:nvPr/>
          </p:nvSpPr>
          <p:spPr>
            <a:xfrm>
              <a:off x="10819474" y="3874352"/>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M:1</a:t>
              </a:r>
              <a:endParaRPr lang="en-KE" sz="1400" dirty="0">
                <a:latin typeface="Arial" panose="020B0604020202020204" pitchFamily="34" charset="0"/>
                <a:cs typeface="Arial" panose="020B0604020202020204" pitchFamily="34" charset="0"/>
              </a:endParaRPr>
            </a:p>
          </p:txBody>
        </p:sp>
        <p:cxnSp>
          <p:nvCxnSpPr>
            <p:cNvPr id="52" name="Connector: Elbow 51">
              <a:extLst>
                <a:ext uri="{FF2B5EF4-FFF2-40B4-BE49-F238E27FC236}">
                  <a16:creationId xmlns:a16="http://schemas.microsoft.com/office/drawing/2014/main" id="{15B5FDC0-EE3F-73D8-5887-138F5E6E0AAA}"/>
                </a:ext>
              </a:extLst>
            </p:cNvPr>
            <p:cNvCxnSpPr>
              <a:stCxn id="35" idx="3"/>
              <a:endCxn id="51" idx="0"/>
            </p:cNvCxnSpPr>
            <p:nvPr/>
          </p:nvCxnSpPr>
          <p:spPr>
            <a:xfrm>
              <a:off x="7276637" y="2622664"/>
              <a:ext cx="3869409" cy="125168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D33FCBD-0972-F4BD-0F70-504D8D532E7C}"/>
                </a:ext>
              </a:extLst>
            </p:cNvPr>
            <p:cNvCxnSpPr>
              <a:cxnSpLocks/>
              <a:stCxn id="37" idx="3"/>
              <a:endCxn id="51" idx="1"/>
            </p:cNvCxnSpPr>
            <p:nvPr/>
          </p:nvCxnSpPr>
          <p:spPr>
            <a:xfrm flipV="1">
              <a:off x="7276637" y="4053967"/>
              <a:ext cx="3542837" cy="23076"/>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E0BB637-99B0-44C3-51D8-9747C51663A1}"/>
                </a:ext>
              </a:extLst>
            </p:cNvPr>
            <p:cNvSpPr/>
            <p:nvPr/>
          </p:nvSpPr>
          <p:spPr>
            <a:xfrm>
              <a:off x="10824452" y="5540047"/>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55" name="Straight Arrow Connector 54">
              <a:extLst>
                <a:ext uri="{FF2B5EF4-FFF2-40B4-BE49-F238E27FC236}">
                  <a16:creationId xmlns:a16="http://schemas.microsoft.com/office/drawing/2014/main" id="{76350227-5A8D-4745-ADF2-3280569A53C2}"/>
                </a:ext>
              </a:extLst>
            </p:cNvPr>
            <p:cNvCxnSpPr>
              <a:cxnSpLocks/>
              <a:stCxn id="51" idx="2"/>
              <a:endCxn id="54" idx="0"/>
            </p:cNvCxnSpPr>
            <p:nvPr/>
          </p:nvCxnSpPr>
          <p:spPr>
            <a:xfrm>
              <a:off x="11146046" y="4233581"/>
              <a:ext cx="4978" cy="13064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046CEF64-0672-1B31-7F99-6789EAC9A853}"/>
                </a:ext>
              </a:extLst>
            </p:cNvPr>
            <p:cNvCxnSpPr>
              <a:cxnSpLocks/>
              <a:stCxn id="48" idx="3"/>
              <a:endCxn id="54" idx="1"/>
            </p:cNvCxnSpPr>
            <p:nvPr/>
          </p:nvCxnSpPr>
          <p:spPr>
            <a:xfrm flipV="1">
              <a:off x="9508207" y="5719662"/>
              <a:ext cx="1316245"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5991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D6698-215A-E076-C29F-909604E3CA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A3B03E-18D6-8285-C62B-EA7541DD58F1}"/>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5D6AABCC-B8B5-0142-6788-0E9E2D92ABF4}"/>
              </a:ext>
            </a:extLst>
          </p:cNvPr>
          <p:cNvGraphicFramePr>
            <a:graphicFrameLocks noGrp="1"/>
          </p:cNvGraphicFramePr>
          <p:nvPr/>
        </p:nvGraphicFramePr>
        <p:xfrm>
          <a:off x="809144" y="2070233"/>
          <a:ext cx="3960000" cy="1828800"/>
        </p:xfrm>
        <a:graphic>
          <a:graphicData uri="http://schemas.openxmlformats.org/drawingml/2006/table">
            <a:tbl>
              <a:tblPr firstRow="1" bandRow="1">
                <a:tableStyleId>{5C22544A-7EE6-4342-B048-85BDC9FD1C3A}</a:tableStyleId>
              </a:tblPr>
              <a:tblGrid>
                <a:gridCol w="684000">
                  <a:extLst>
                    <a:ext uri="{9D8B030D-6E8A-4147-A177-3AD203B41FA5}">
                      <a16:colId xmlns:a16="http://schemas.microsoft.com/office/drawing/2014/main" val="2159559363"/>
                    </a:ext>
                  </a:extLst>
                </a:gridCol>
                <a:gridCol w="3276000">
                  <a:extLst>
                    <a:ext uri="{9D8B030D-6E8A-4147-A177-3AD203B41FA5}">
                      <a16:colId xmlns:a16="http://schemas.microsoft.com/office/drawing/2014/main" val="3967696438"/>
                    </a:ext>
                  </a:extLst>
                </a:gridCol>
              </a:tblGrid>
              <a:tr h="0">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Conditional Pattern Base</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Y</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{{K,E,M,O : 1}, {K,E,O : 1}, {K,M : 1}}</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O</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{{K,E,M : 1}, {K,E : 2}}</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M</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 : 2}, {K : 1}}</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E</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4}</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K</a:t>
                      </a:r>
                      <a:endParaRPr lang="en-KE" sz="1400" dirty="0">
                        <a:latin typeface="Arial" panose="020B0604020202020204" pitchFamily="34" charset="0"/>
                        <a:cs typeface="Arial" panose="020B0604020202020204" pitchFamily="34" charset="0"/>
                      </a:endParaRPr>
                    </a:p>
                  </a:txBody>
                  <a:tcPr/>
                </a:tc>
                <a:tc>
                  <a:txBody>
                    <a:bodyPr/>
                    <a:lstStyle/>
                    <a:p>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83203934"/>
                  </a:ext>
                </a:extLst>
              </a:tr>
            </a:tbl>
          </a:graphicData>
        </a:graphic>
      </p:graphicFrame>
      <p:grpSp>
        <p:nvGrpSpPr>
          <p:cNvPr id="31" name="Group 30">
            <a:extLst>
              <a:ext uri="{FF2B5EF4-FFF2-40B4-BE49-F238E27FC236}">
                <a16:creationId xmlns:a16="http://schemas.microsoft.com/office/drawing/2014/main" id="{5985FF54-12C2-329E-ACEE-9031A3A5FB28}"/>
              </a:ext>
            </a:extLst>
          </p:cNvPr>
          <p:cNvGrpSpPr/>
          <p:nvPr/>
        </p:nvGrpSpPr>
        <p:grpSpPr>
          <a:xfrm>
            <a:off x="6096000" y="2070233"/>
            <a:ext cx="4854101" cy="4070478"/>
            <a:chOff x="6623494" y="1828800"/>
            <a:chExt cx="4854101" cy="4070478"/>
          </a:xfrm>
        </p:grpSpPr>
        <p:sp>
          <p:nvSpPr>
            <p:cNvPr id="34" name="Rectangle 33">
              <a:extLst>
                <a:ext uri="{FF2B5EF4-FFF2-40B4-BE49-F238E27FC236}">
                  <a16:creationId xmlns:a16="http://schemas.microsoft.com/office/drawing/2014/main" id="{D168751C-5CDB-CCD5-725F-5D4F93EC53A9}"/>
                </a:ext>
              </a:extLst>
            </p:cNvPr>
            <p:cNvSpPr/>
            <p:nvPr/>
          </p:nvSpPr>
          <p:spPr>
            <a:xfrm>
              <a:off x="7478485" y="182880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NULL</a:t>
              </a:r>
              <a:endParaRPr lang="en-KE" sz="1400" dirty="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0609968-3CC8-9D11-DD19-765DCD140218}"/>
                </a:ext>
              </a:extLst>
            </p:cNvPr>
            <p:cNvSpPr/>
            <p:nvPr/>
          </p:nvSpPr>
          <p:spPr>
            <a:xfrm>
              <a:off x="6623494" y="2443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K:5</a:t>
              </a:r>
              <a:endParaRPr lang="en-KE" sz="1400" dirty="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745EF0F5-75CA-6B3E-D847-D168F6C56677}"/>
                </a:ext>
              </a:extLst>
            </p:cNvPr>
            <p:cNvSpPr/>
            <p:nvPr/>
          </p:nvSpPr>
          <p:spPr>
            <a:xfrm>
              <a:off x="6623494" y="317897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E:4</a:t>
              </a:r>
              <a:endParaRPr lang="en-KE" sz="1400" dirty="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5982994B-8D7D-2007-0807-AEB730AB8CC4}"/>
                </a:ext>
              </a:extLst>
            </p:cNvPr>
            <p:cNvSpPr/>
            <p:nvPr/>
          </p:nvSpPr>
          <p:spPr>
            <a:xfrm>
              <a:off x="6623494" y="389742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M:2</a:t>
              </a:r>
              <a:endParaRPr lang="en-KE" sz="1400"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C7E85B69-6450-F11D-9821-5FFE7D54754A}"/>
                </a:ext>
              </a:extLst>
            </p:cNvPr>
            <p:cNvSpPr/>
            <p:nvPr/>
          </p:nvSpPr>
          <p:spPr>
            <a:xfrm>
              <a:off x="6623494"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O:1</a:t>
              </a:r>
              <a:endParaRPr lang="en-KE" sz="1400"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57190B3B-A739-6B68-193C-CA1C10F7382E}"/>
                </a:ext>
              </a:extLst>
            </p:cNvPr>
            <p:cNvSpPr/>
            <p:nvPr/>
          </p:nvSpPr>
          <p:spPr>
            <a:xfrm>
              <a:off x="6623494" y="5540049"/>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40" name="Straight Arrow Connector 39">
              <a:extLst>
                <a:ext uri="{FF2B5EF4-FFF2-40B4-BE49-F238E27FC236}">
                  <a16:creationId xmlns:a16="http://schemas.microsoft.com/office/drawing/2014/main" id="{63D50AE4-3260-7CE5-64C6-D894649A6957}"/>
                </a:ext>
              </a:extLst>
            </p:cNvPr>
            <p:cNvCxnSpPr>
              <a:stCxn id="35" idx="2"/>
              <a:endCxn id="36" idx="0"/>
            </p:cNvCxnSpPr>
            <p:nvPr/>
          </p:nvCxnSpPr>
          <p:spPr>
            <a:xfrm>
              <a:off x="6950066" y="2802278"/>
              <a:ext cx="0" cy="3766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7647239-A899-0F58-D87E-9130E92AB0FC}"/>
                </a:ext>
              </a:extLst>
            </p:cNvPr>
            <p:cNvCxnSpPr>
              <a:stCxn id="36" idx="2"/>
              <a:endCxn id="37" idx="0"/>
            </p:cNvCxnSpPr>
            <p:nvPr/>
          </p:nvCxnSpPr>
          <p:spPr>
            <a:xfrm>
              <a:off x="6950066" y="3538199"/>
              <a:ext cx="0" cy="3592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BAF746E-1C05-F692-4E6B-8D096CBD9F37}"/>
                </a:ext>
              </a:extLst>
            </p:cNvPr>
            <p:cNvCxnSpPr>
              <a:stCxn id="37" idx="2"/>
              <a:endCxn id="38" idx="0"/>
            </p:cNvCxnSpPr>
            <p:nvPr/>
          </p:nvCxnSpPr>
          <p:spPr>
            <a:xfrm>
              <a:off x="6950066" y="4256657"/>
              <a:ext cx="0" cy="4926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E2ADCAB-838D-B270-DDBC-2AE8999094B4}"/>
                </a:ext>
              </a:extLst>
            </p:cNvPr>
            <p:cNvCxnSpPr>
              <a:stCxn id="38" idx="2"/>
              <a:endCxn id="39" idx="0"/>
            </p:cNvCxnSpPr>
            <p:nvPr/>
          </p:nvCxnSpPr>
          <p:spPr>
            <a:xfrm>
              <a:off x="6950066" y="5108579"/>
              <a:ext cx="0" cy="4314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DE7A3FA4-6305-57EE-47A5-7AA3B90F7D02}"/>
                </a:ext>
              </a:extLst>
            </p:cNvPr>
            <p:cNvCxnSpPr>
              <a:stCxn id="34" idx="1"/>
              <a:endCxn id="35" idx="0"/>
            </p:cNvCxnSpPr>
            <p:nvPr/>
          </p:nvCxnSpPr>
          <p:spPr>
            <a:xfrm rot="10800000" flipV="1">
              <a:off x="6950067" y="2008415"/>
              <a:ext cx="528419" cy="43463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3CE6173A-E6AA-A894-C8A3-0F0341A28E6B}"/>
                </a:ext>
              </a:extLst>
            </p:cNvPr>
            <p:cNvSpPr/>
            <p:nvPr/>
          </p:nvSpPr>
          <p:spPr>
            <a:xfrm>
              <a:off x="8855065" y="4749350"/>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O:2</a:t>
              </a:r>
              <a:endParaRPr lang="en-KE" sz="1400" dirty="0">
                <a:latin typeface="Arial" panose="020B0604020202020204" pitchFamily="34" charset="0"/>
                <a:cs typeface="Arial" panose="020B0604020202020204" pitchFamily="34" charset="0"/>
              </a:endParaRPr>
            </a:p>
          </p:txBody>
        </p:sp>
        <p:cxnSp>
          <p:nvCxnSpPr>
            <p:cNvPr id="46" name="Connector: Elbow 45">
              <a:extLst>
                <a:ext uri="{FF2B5EF4-FFF2-40B4-BE49-F238E27FC236}">
                  <a16:creationId xmlns:a16="http://schemas.microsoft.com/office/drawing/2014/main" id="{006CD97D-4AC4-7878-DAD6-5E2E22DB8390}"/>
                </a:ext>
              </a:extLst>
            </p:cNvPr>
            <p:cNvCxnSpPr>
              <a:stCxn id="36" idx="3"/>
              <a:endCxn id="45" idx="0"/>
            </p:cNvCxnSpPr>
            <p:nvPr/>
          </p:nvCxnSpPr>
          <p:spPr>
            <a:xfrm>
              <a:off x="7276637" y="3358585"/>
              <a:ext cx="1905000" cy="139076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9A196C1-FB8F-8B6A-CB6B-770DA5BF5009}"/>
                </a:ext>
              </a:extLst>
            </p:cNvPr>
            <p:cNvCxnSpPr>
              <a:stCxn id="38" idx="3"/>
              <a:endCxn id="45" idx="1"/>
            </p:cNvCxnSpPr>
            <p:nvPr/>
          </p:nvCxnSpPr>
          <p:spPr>
            <a:xfrm>
              <a:off x="7276637" y="4928965"/>
              <a:ext cx="1578428" cy="0"/>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77F0BCC5-93F9-AD2B-3705-CC380363E959}"/>
                </a:ext>
              </a:extLst>
            </p:cNvPr>
            <p:cNvSpPr/>
            <p:nvPr/>
          </p:nvSpPr>
          <p:spPr>
            <a:xfrm>
              <a:off x="8855064" y="5540048"/>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49" name="Straight Arrow Connector 48">
              <a:extLst>
                <a:ext uri="{FF2B5EF4-FFF2-40B4-BE49-F238E27FC236}">
                  <a16:creationId xmlns:a16="http://schemas.microsoft.com/office/drawing/2014/main" id="{3974B8A3-6BAB-825C-5B54-FC38C0E053E6}"/>
                </a:ext>
              </a:extLst>
            </p:cNvPr>
            <p:cNvCxnSpPr>
              <a:cxnSpLocks/>
              <a:stCxn id="39" idx="3"/>
              <a:endCxn id="48" idx="1"/>
            </p:cNvCxnSpPr>
            <p:nvPr/>
          </p:nvCxnSpPr>
          <p:spPr>
            <a:xfrm flipV="1">
              <a:off x="7276637" y="5719663"/>
              <a:ext cx="1578427"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25A50BD-53DF-0D51-A7DB-4EF129BD3CA7}"/>
                </a:ext>
              </a:extLst>
            </p:cNvPr>
            <p:cNvCxnSpPr>
              <a:stCxn id="45" idx="2"/>
              <a:endCxn id="48" idx="0"/>
            </p:cNvCxnSpPr>
            <p:nvPr/>
          </p:nvCxnSpPr>
          <p:spPr>
            <a:xfrm flipH="1">
              <a:off x="9181636" y="5108579"/>
              <a:ext cx="1" cy="4314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F4845931-35C1-7E6A-88DE-54EC0F1FA46C}"/>
                </a:ext>
              </a:extLst>
            </p:cNvPr>
            <p:cNvSpPr/>
            <p:nvPr/>
          </p:nvSpPr>
          <p:spPr>
            <a:xfrm>
              <a:off x="10819474" y="3874352"/>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M:1</a:t>
              </a:r>
              <a:endParaRPr lang="en-KE" sz="1400" dirty="0">
                <a:latin typeface="Arial" panose="020B0604020202020204" pitchFamily="34" charset="0"/>
                <a:cs typeface="Arial" panose="020B0604020202020204" pitchFamily="34" charset="0"/>
              </a:endParaRPr>
            </a:p>
          </p:txBody>
        </p:sp>
        <p:cxnSp>
          <p:nvCxnSpPr>
            <p:cNvPr id="52" name="Connector: Elbow 51">
              <a:extLst>
                <a:ext uri="{FF2B5EF4-FFF2-40B4-BE49-F238E27FC236}">
                  <a16:creationId xmlns:a16="http://schemas.microsoft.com/office/drawing/2014/main" id="{88BC582D-059B-BA79-D86E-EEEBA251C7FA}"/>
                </a:ext>
              </a:extLst>
            </p:cNvPr>
            <p:cNvCxnSpPr>
              <a:stCxn id="35" idx="3"/>
              <a:endCxn id="51" idx="0"/>
            </p:cNvCxnSpPr>
            <p:nvPr/>
          </p:nvCxnSpPr>
          <p:spPr>
            <a:xfrm>
              <a:off x="7276637" y="2622664"/>
              <a:ext cx="3869409" cy="125168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41CC793-6EB2-19E8-C7E6-2EE8D474710E}"/>
                </a:ext>
              </a:extLst>
            </p:cNvPr>
            <p:cNvCxnSpPr>
              <a:cxnSpLocks/>
              <a:stCxn id="37" idx="3"/>
              <a:endCxn id="51" idx="1"/>
            </p:cNvCxnSpPr>
            <p:nvPr/>
          </p:nvCxnSpPr>
          <p:spPr>
            <a:xfrm flipV="1">
              <a:off x="7276637" y="4053967"/>
              <a:ext cx="3542837" cy="23076"/>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61BC75D-5B0F-922C-CD19-075246F5BCE6}"/>
                </a:ext>
              </a:extLst>
            </p:cNvPr>
            <p:cNvSpPr/>
            <p:nvPr/>
          </p:nvSpPr>
          <p:spPr>
            <a:xfrm>
              <a:off x="10824452" y="5540047"/>
              <a:ext cx="653143" cy="359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Y:1</a:t>
              </a:r>
              <a:endParaRPr lang="en-KE" sz="1400" dirty="0">
                <a:latin typeface="Arial" panose="020B0604020202020204" pitchFamily="34" charset="0"/>
                <a:cs typeface="Arial" panose="020B0604020202020204" pitchFamily="34" charset="0"/>
              </a:endParaRPr>
            </a:p>
          </p:txBody>
        </p:sp>
        <p:cxnSp>
          <p:nvCxnSpPr>
            <p:cNvPr id="55" name="Straight Arrow Connector 54">
              <a:extLst>
                <a:ext uri="{FF2B5EF4-FFF2-40B4-BE49-F238E27FC236}">
                  <a16:creationId xmlns:a16="http://schemas.microsoft.com/office/drawing/2014/main" id="{1982D9AE-EE23-EA26-CFC4-1CDCEF7797FE}"/>
                </a:ext>
              </a:extLst>
            </p:cNvPr>
            <p:cNvCxnSpPr>
              <a:cxnSpLocks/>
              <a:stCxn id="51" idx="2"/>
              <a:endCxn id="54" idx="0"/>
            </p:cNvCxnSpPr>
            <p:nvPr/>
          </p:nvCxnSpPr>
          <p:spPr>
            <a:xfrm>
              <a:off x="11146046" y="4233581"/>
              <a:ext cx="4978" cy="13064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D2ABD15-7686-38C1-E285-D98B79D8A5C2}"/>
                </a:ext>
              </a:extLst>
            </p:cNvPr>
            <p:cNvCxnSpPr>
              <a:cxnSpLocks/>
              <a:stCxn id="48" idx="3"/>
              <a:endCxn id="54" idx="1"/>
            </p:cNvCxnSpPr>
            <p:nvPr/>
          </p:nvCxnSpPr>
          <p:spPr>
            <a:xfrm flipV="1">
              <a:off x="9508207" y="5719662"/>
              <a:ext cx="1316245" cy="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3" name="Content Placeholder 4">
            <a:extLst>
              <a:ext uri="{FF2B5EF4-FFF2-40B4-BE49-F238E27FC236}">
                <a16:creationId xmlns:a16="http://schemas.microsoft.com/office/drawing/2014/main" id="{F083A1D0-51BE-B803-A3A3-A3C8812F8479}"/>
              </a:ext>
            </a:extLst>
          </p:cNvPr>
          <p:cNvSpPr txBox="1">
            <a:spLocks/>
          </p:cNvSpPr>
          <p:nvPr/>
        </p:nvSpPr>
        <p:spPr>
          <a:xfrm>
            <a:off x="345847" y="1456465"/>
            <a:ext cx="11522075" cy="5053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5"/>
            </a:pPr>
            <a:r>
              <a:rPr lang="en-US" sz="1600" dirty="0">
                <a:latin typeface="Arial" panose="020B0604020202020204" pitchFamily="34" charset="0"/>
                <a:cs typeface="Arial" panose="020B0604020202020204" pitchFamily="34" charset="0"/>
              </a:rPr>
              <a:t>For each item, the Conditional Pattern Base is computed which is path labels for all the paths which lead to any node of the given item in the frequent-pattern tree.</a:t>
            </a:r>
          </a:p>
        </p:txBody>
      </p:sp>
    </p:spTree>
    <p:extLst>
      <p:ext uri="{BB962C8B-B14F-4D97-AF65-F5344CB8AC3E}">
        <p14:creationId xmlns:p14="http://schemas.microsoft.com/office/powerpoint/2010/main" val="502849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317DE-25F8-D652-0561-449B63C766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A1078F-CD57-7A37-97B5-9341673A9DDD}"/>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7569215A-222B-B3E1-2CD6-2A4638D866D3}"/>
              </a:ext>
            </a:extLst>
          </p:cNvPr>
          <p:cNvGraphicFramePr>
            <a:graphicFrameLocks noGrp="1"/>
          </p:cNvGraphicFramePr>
          <p:nvPr/>
        </p:nvGraphicFramePr>
        <p:xfrm>
          <a:off x="824819" y="2275113"/>
          <a:ext cx="6984000" cy="18288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159559363"/>
                    </a:ext>
                  </a:extLst>
                </a:gridCol>
                <a:gridCol w="3240000">
                  <a:extLst>
                    <a:ext uri="{9D8B030D-6E8A-4147-A177-3AD203B41FA5}">
                      <a16:colId xmlns:a16="http://schemas.microsoft.com/office/drawing/2014/main" val="3967696438"/>
                    </a:ext>
                  </a:extLst>
                </a:gridCol>
                <a:gridCol w="3096000">
                  <a:extLst>
                    <a:ext uri="{9D8B030D-6E8A-4147-A177-3AD203B41FA5}">
                      <a16:colId xmlns:a16="http://schemas.microsoft.com/office/drawing/2014/main" val="2905228410"/>
                    </a:ext>
                  </a:extLst>
                </a:gridCol>
              </a:tblGrid>
              <a:tr h="0">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Conditional Pattern Base</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Conditional Frequent Pattern Tree</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8488112"/>
                  </a:ext>
                </a:extLst>
              </a:tr>
              <a:tr h="0">
                <a:tc>
                  <a:txBody>
                    <a:bodyPr/>
                    <a:lstStyle/>
                    <a:p>
                      <a:r>
                        <a:rPr lang="en-US" sz="1400" dirty="0">
                          <a:latin typeface="Arial" panose="020B0604020202020204" pitchFamily="34" charset="0"/>
                          <a:cs typeface="Arial" panose="020B0604020202020204" pitchFamily="34" charset="0"/>
                        </a:rPr>
                        <a:t>Y</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{{K,E,M,O : 1}, {K,E,O : 1}, {K,M : 1}}</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3}</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2922193"/>
                  </a:ext>
                </a:extLst>
              </a:tr>
              <a:tr h="0">
                <a:tc>
                  <a:txBody>
                    <a:bodyPr/>
                    <a:lstStyle/>
                    <a:p>
                      <a:r>
                        <a:rPr lang="en-US" sz="1400" dirty="0">
                          <a:latin typeface="Arial" panose="020B0604020202020204" pitchFamily="34" charset="0"/>
                          <a:cs typeface="Arial" panose="020B0604020202020204" pitchFamily="34" charset="0"/>
                        </a:rPr>
                        <a:t>O</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{{K,E,M : 1}, {K,E : 2}}</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 : 3}</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5382674"/>
                  </a:ext>
                </a:extLst>
              </a:tr>
              <a:tr h="0">
                <a:tc>
                  <a:txBody>
                    <a:bodyPr/>
                    <a:lstStyle/>
                    <a:p>
                      <a:r>
                        <a:rPr lang="en-US" sz="1400" dirty="0">
                          <a:latin typeface="Arial" panose="020B0604020202020204" pitchFamily="34" charset="0"/>
                          <a:cs typeface="Arial" panose="020B0604020202020204" pitchFamily="34" charset="0"/>
                        </a:rPr>
                        <a:t>M</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 : 2}, {K : 1}}</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3}</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3793461"/>
                  </a:ext>
                </a:extLst>
              </a:tr>
              <a:tr h="0">
                <a:tc>
                  <a:txBody>
                    <a:bodyPr/>
                    <a:lstStyle/>
                    <a:p>
                      <a:r>
                        <a:rPr lang="en-US" sz="1400" dirty="0">
                          <a:latin typeface="Arial" panose="020B0604020202020204" pitchFamily="34" charset="0"/>
                          <a:cs typeface="Arial" panose="020B0604020202020204" pitchFamily="34" charset="0"/>
                        </a:rPr>
                        <a:t>E</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4}</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4}</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72838"/>
                  </a:ext>
                </a:extLst>
              </a:tr>
              <a:tr h="0">
                <a:tc>
                  <a:txBody>
                    <a:bodyPr/>
                    <a:lstStyle/>
                    <a:p>
                      <a:r>
                        <a:rPr lang="en-US" sz="1400" dirty="0">
                          <a:latin typeface="Arial" panose="020B0604020202020204" pitchFamily="34" charset="0"/>
                          <a:cs typeface="Arial" panose="020B0604020202020204" pitchFamily="34" charset="0"/>
                        </a:rPr>
                        <a:t>K</a:t>
                      </a:r>
                      <a:endParaRPr lang="en-KE" sz="1400" dirty="0">
                        <a:latin typeface="Arial" panose="020B0604020202020204" pitchFamily="34" charset="0"/>
                        <a:cs typeface="Arial" panose="020B0604020202020204" pitchFamily="34" charset="0"/>
                      </a:endParaRPr>
                    </a:p>
                  </a:txBody>
                  <a:tcPr/>
                </a:tc>
                <a:tc>
                  <a:txBody>
                    <a:bodyPr/>
                    <a:lstStyle/>
                    <a:p>
                      <a:endParaRPr lang="en-KE" sz="1400" dirty="0">
                        <a:latin typeface="Arial" panose="020B0604020202020204" pitchFamily="34" charset="0"/>
                        <a:cs typeface="Arial" panose="020B0604020202020204" pitchFamily="34" charset="0"/>
                      </a:endParaRPr>
                    </a:p>
                  </a:txBody>
                  <a:tcPr/>
                </a:tc>
                <a:tc>
                  <a:txBody>
                    <a:bodyPr/>
                    <a:lstStyle/>
                    <a:p>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83203934"/>
                  </a:ext>
                </a:extLst>
              </a:tr>
            </a:tbl>
          </a:graphicData>
        </a:graphic>
      </p:graphicFrame>
      <p:sp>
        <p:nvSpPr>
          <p:cNvPr id="3" name="Content Placeholder 4">
            <a:extLst>
              <a:ext uri="{FF2B5EF4-FFF2-40B4-BE49-F238E27FC236}">
                <a16:creationId xmlns:a16="http://schemas.microsoft.com/office/drawing/2014/main" id="{292952DC-3152-7022-B9D5-58029D8F5BE6}"/>
              </a:ext>
            </a:extLst>
          </p:cNvPr>
          <p:cNvSpPr txBox="1">
            <a:spLocks/>
          </p:cNvSpPr>
          <p:nvPr/>
        </p:nvSpPr>
        <p:spPr>
          <a:xfrm>
            <a:off x="345847" y="1456464"/>
            <a:ext cx="11522075" cy="8186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dirty="0">
                <a:latin typeface="Arial" panose="020B0604020202020204" pitchFamily="34" charset="0"/>
                <a:cs typeface="Arial" panose="020B0604020202020204" pitchFamily="34" charset="0"/>
              </a:rPr>
              <a:t>For each item the </a:t>
            </a:r>
            <a:r>
              <a:rPr lang="en-US" sz="1600" b="1" dirty="0">
                <a:latin typeface="Arial" panose="020B0604020202020204" pitchFamily="34" charset="0"/>
                <a:cs typeface="Arial" panose="020B0604020202020204" pitchFamily="34" charset="0"/>
              </a:rPr>
              <a:t>Conditional Frequent Pattern Tree </a:t>
            </a:r>
            <a:r>
              <a:rPr lang="en-US" sz="1600" dirty="0">
                <a:latin typeface="Arial" panose="020B0604020202020204" pitchFamily="34" charset="0"/>
                <a:cs typeface="Arial" panose="020B0604020202020204" pitchFamily="34" charset="0"/>
              </a:rPr>
              <a:t>is built. This is done by taking the set of elements which is common in all the paths in the conditional pattern base of that item and calculating it’s support count by summing the support counts of all the paths in the Conditional Pattern Base.</a:t>
            </a:r>
          </a:p>
        </p:txBody>
      </p:sp>
      <p:sp>
        <p:nvSpPr>
          <p:cNvPr id="5" name="Content Placeholder 4">
            <a:extLst>
              <a:ext uri="{FF2B5EF4-FFF2-40B4-BE49-F238E27FC236}">
                <a16:creationId xmlns:a16="http://schemas.microsoft.com/office/drawing/2014/main" id="{2EC01C2F-815C-72C6-8DE7-CC2811EA6B78}"/>
              </a:ext>
            </a:extLst>
          </p:cNvPr>
          <p:cNvSpPr txBox="1">
            <a:spLocks/>
          </p:cNvSpPr>
          <p:nvPr/>
        </p:nvSpPr>
        <p:spPr>
          <a:xfrm>
            <a:off x="345847" y="4275864"/>
            <a:ext cx="11522075" cy="8186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7"/>
            </a:pPr>
            <a:r>
              <a:rPr lang="en-US" sz="1600" dirty="0">
                <a:latin typeface="Arial" panose="020B0604020202020204" pitchFamily="34" charset="0"/>
                <a:cs typeface="Arial" panose="020B0604020202020204" pitchFamily="34" charset="0"/>
              </a:rPr>
              <a:t>From the Conditional Frequent Pattern Tree, the </a:t>
            </a:r>
            <a:r>
              <a:rPr lang="en-US" sz="1600" b="1" dirty="0">
                <a:latin typeface="Arial" panose="020B0604020202020204" pitchFamily="34" charset="0"/>
                <a:cs typeface="Arial" panose="020B0604020202020204" pitchFamily="34" charset="0"/>
              </a:rPr>
              <a:t>Frequent Pattern Rules </a:t>
            </a:r>
            <a:r>
              <a:rPr lang="en-US" sz="1600" dirty="0">
                <a:latin typeface="Arial" panose="020B0604020202020204" pitchFamily="34" charset="0"/>
                <a:cs typeface="Arial" panose="020B0604020202020204" pitchFamily="34" charset="0"/>
              </a:rPr>
              <a:t>are generated by pairing the items of the Conditional Frequent Pattern Tree set to the corresponding item as shown the in the table in the next slide</a:t>
            </a:r>
          </a:p>
        </p:txBody>
      </p:sp>
    </p:spTree>
    <p:extLst>
      <p:ext uri="{BB962C8B-B14F-4D97-AF65-F5344CB8AC3E}">
        <p14:creationId xmlns:p14="http://schemas.microsoft.com/office/powerpoint/2010/main" val="4242076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4089F-CBBC-3695-922F-D4B42393D7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6B5E1C-EC07-189A-2440-9E49E491220D}"/>
              </a:ext>
            </a:extLst>
          </p:cNvPr>
          <p:cNvSpPr>
            <a:spLocks noGrp="1"/>
          </p:cNvSpPr>
          <p:nvPr>
            <p:ph type="title"/>
          </p:nvPr>
        </p:nvSpPr>
        <p:spPr>
          <a:xfrm>
            <a:off x="380999" y="391886"/>
            <a:ext cx="11476037" cy="718457"/>
          </a:xfrm>
        </p:spPr>
        <p:txBody>
          <a:bodyPr>
            <a:normAutofit/>
          </a:bodyPr>
          <a:lstStyle/>
          <a:p>
            <a:r>
              <a:rPr lang="en-US" b="1" dirty="0">
                <a:latin typeface="Arial" panose="020B0604020202020204" pitchFamily="34" charset="0"/>
                <a:cs typeface="Arial" panose="020B0604020202020204" pitchFamily="34" charset="0"/>
              </a:rPr>
              <a:t>FP (Frequent Pattern) Growth Algorithm</a:t>
            </a:r>
            <a:endParaRPr lang="en-KE"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069156A7-D829-3AF9-0F7B-1C68C7B5BA38}"/>
              </a:ext>
            </a:extLst>
          </p:cNvPr>
          <p:cNvSpPr txBox="1">
            <a:spLocks/>
          </p:cNvSpPr>
          <p:nvPr/>
        </p:nvSpPr>
        <p:spPr>
          <a:xfrm>
            <a:off x="345843" y="1460274"/>
            <a:ext cx="11522075" cy="6297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7"/>
            </a:pPr>
            <a:r>
              <a:rPr lang="en-US" sz="1600" dirty="0">
                <a:latin typeface="Arial" panose="020B0604020202020204" pitchFamily="34" charset="0"/>
                <a:cs typeface="Arial" panose="020B0604020202020204" pitchFamily="34" charset="0"/>
              </a:rPr>
              <a:t>From the Conditional Frequent Pattern Tree, the </a:t>
            </a:r>
            <a:r>
              <a:rPr lang="en-US" sz="1600" b="1" dirty="0">
                <a:latin typeface="Arial" panose="020B0604020202020204" pitchFamily="34" charset="0"/>
                <a:cs typeface="Arial" panose="020B0604020202020204" pitchFamily="34" charset="0"/>
              </a:rPr>
              <a:t>Frequent Pattern Rules </a:t>
            </a:r>
            <a:r>
              <a:rPr lang="en-US" sz="1600" dirty="0">
                <a:latin typeface="Arial" panose="020B0604020202020204" pitchFamily="34" charset="0"/>
                <a:cs typeface="Arial" panose="020B0604020202020204" pitchFamily="34" charset="0"/>
              </a:rPr>
              <a:t>are generated by pairing the items of the Conditional Frequent Pattern Tree set to the corresponding item as shown the in the table in the next slide.</a:t>
            </a:r>
          </a:p>
        </p:txBody>
      </p:sp>
      <p:graphicFrame>
        <p:nvGraphicFramePr>
          <p:cNvPr id="6" name="Table 5">
            <a:extLst>
              <a:ext uri="{FF2B5EF4-FFF2-40B4-BE49-F238E27FC236}">
                <a16:creationId xmlns:a16="http://schemas.microsoft.com/office/drawing/2014/main" id="{B6B9ECA0-305B-6CF4-CD18-AAC087DEEDD6}"/>
              </a:ext>
            </a:extLst>
          </p:cNvPr>
          <p:cNvGraphicFramePr>
            <a:graphicFrameLocks noGrp="1"/>
          </p:cNvGraphicFramePr>
          <p:nvPr/>
        </p:nvGraphicFramePr>
        <p:xfrm>
          <a:off x="813933" y="2090057"/>
          <a:ext cx="6948000" cy="18288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159559363"/>
                    </a:ext>
                  </a:extLst>
                </a:gridCol>
                <a:gridCol w="3204000">
                  <a:extLst>
                    <a:ext uri="{9D8B030D-6E8A-4147-A177-3AD203B41FA5}">
                      <a16:colId xmlns:a16="http://schemas.microsoft.com/office/drawing/2014/main" val="3967696438"/>
                    </a:ext>
                  </a:extLst>
                </a:gridCol>
                <a:gridCol w="3096000">
                  <a:extLst>
                    <a:ext uri="{9D8B030D-6E8A-4147-A177-3AD203B41FA5}">
                      <a16:colId xmlns:a16="http://schemas.microsoft.com/office/drawing/2014/main" val="2905228410"/>
                    </a:ext>
                  </a:extLst>
                </a:gridCol>
              </a:tblGrid>
              <a:tr h="139700">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Conditional Pattern Base</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Conditional Frequent Pattern Tree</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8488112"/>
                  </a:ext>
                </a:extLst>
              </a:tr>
              <a:tr h="139700">
                <a:tc>
                  <a:txBody>
                    <a:bodyPr/>
                    <a:lstStyle/>
                    <a:p>
                      <a:r>
                        <a:rPr lang="en-US" sz="1400" dirty="0">
                          <a:latin typeface="Arial" panose="020B0604020202020204" pitchFamily="34" charset="0"/>
                          <a:cs typeface="Arial" panose="020B0604020202020204" pitchFamily="34" charset="0"/>
                        </a:rPr>
                        <a:t>Y</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{{K,E,M,O : 1}, {K,E,O : 1}, {K,M : 1}}</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3}</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2922193"/>
                  </a:ext>
                </a:extLst>
              </a:tr>
              <a:tr h="139700">
                <a:tc>
                  <a:txBody>
                    <a:bodyPr/>
                    <a:lstStyle/>
                    <a:p>
                      <a:r>
                        <a:rPr lang="en-US" sz="1400" dirty="0">
                          <a:latin typeface="Arial" panose="020B0604020202020204" pitchFamily="34" charset="0"/>
                          <a:cs typeface="Arial" panose="020B0604020202020204" pitchFamily="34" charset="0"/>
                        </a:rPr>
                        <a:t>O</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{{K,E,M : 1}, {K,E : 2}}</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 : 3}</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5382674"/>
                  </a:ext>
                </a:extLst>
              </a:tr>
              <a:tr h="139700">
                <a:tc>
                  <a:txBody>
                    <a:bodyPr/>
                    <a:lstStyle/>
                    <a:p>
                      <a:r>
                        <a:rPr lang="en-US" sz="1400" dirty="0">
                          <a:latin typeface="Arial" panose="020B0604020202020204" pitchFamily="34" charset="0"/>
                          <a:cs typeface="Arial" panose="020B0604020202020204" pitchFamily="34" charset="0"/>
                        </a:rPr>
                        <a:t>M</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{{K,E : 2}, {K : 1}}</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3}</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3793461"/>
                  </a:ext>
                </a:extLst>
              </a:tr>
              <a:tr h="139700">
                <a:tc>
                  <a:txBody>
                    <a:bodyPr/>
                    <a:lstStyle/>
                    <a:p>
                      <a:r>
                        <a:rPr lang="en-US" sz="1400" dirty="0">
                          <a:latin typeface="Arial" panose="020B0604020202020204" pitchFamily="34" charset="0"/>
                          <a:cs typeface="Arial" panose="020B0604020202020204" pitchFamily="34" charset="0"/>
                        </a:rPr>
                        <a:t>E</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4}</a:t>
                      </a:r>
                      <a:endParaRPr lang="en-KE" sz="1400" b="1"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{K : 4}</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72838"/>
                  </a:ext>
                </a:extLst>
              </a:tr>
              <a:tr h="139700">
                <a:tc>
                  <a:txBody>
                    <a:bodyPr/>
                    <a:lstStyle/>
                    <a:p>
                      <a:r>
                        <a:rPr lang="en-US" sz="1400" dirty="0">
                          <a:latin typeface="Arial" panose="020B0604020202020204" pitchFamily="34" charset="0"/>
                          <a:cs typeface="Arial" panose="020B0604020202020204" pitchFamily="34" charset="0"/>
                        </a:rPr>
                        <a:t>K</a:t>
                      </a:r>
                      <a:endParaRPr lang="en-KE" sz="1400" dirty="0">
                        <a:latin typeface="Arial" panose="020B0604020202020204" pitchFamily="34" charset="0"/>
                        <a:cs typeface="Arial" panose="020B0604020202020204" pitchFamily="34" charset="0"/>
                      </a:endParaRPr>
                    </a:p>
                  </a:txBody>
                  <a:tcPr/>
                </a:tc>
                <a:tc>
                  <a:txBody>
                    <a:bodyPr/>
                    <a:lstStyle/>
                    <a:p>
                      <a:endParaRPr lang="en-KE" sz="1400" dirty="0">
                        <a:latin typeface="Arial" panose="020B0604020202020204" pitchFamily="34" charset="0"/>
                        <a:cs typeface="Arial" panose="020B0604020202020204" pitchFamily="34" charset="0"/>
                      </a:endParaRPr>
                    </a:p>
                  </a:txBody>
                  <a:tcPr/>
                </a:tc>
                <a:tc>
                  <a:txBody>
                    <a:bodyPr/>
                    <a:lstStyle/>
                    <a:p>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83203934"/>
                  </a:ext>
                </a:extLst>
              </a:tr>
            </a:tbl>
          </a:graphicData>
        </a:graphic>
      </p:graphicFrame>
      <p:graphicFrame>
        <p:nvGraphicFramePr>
          <p:cNvPr id="7" name="Table 6">
            <a:extLst>
              <a:ext uri="{FF2B5EF4-FFF2-40B4-BE49-F238E27FC236}">
                <a16:creationId xmlns:a16="http://schemas.microsoft.com/office/drawing/2014/main" id="{0C693AF5-AD47-2465-F71B-38FAA9576B87}"/>
              </a:ext>
            </a:extLst>
          </p:cNvPr>
          <p:cNvGraphicFramePr>
            <a:graphicFrameLocks noGrp="1"/>
          </p:cNvGraphicFramePr>
          <p:nvPr/>
        </p:nvGraphicFramePr>
        <p:xfrm>
          <a:off x="813933" y="4201886"/>
          <a:ext cx="3744000" cy="18288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159559363"/>
                    </a:ext>
                  </a:extLst>
                </a:gridCol>
                <a:gridCol w="3096000">
                  <a:extLst>
                    <a:ext uri="{9D8B030D-6E8A-4147-A177-3AD203B41FA5}">
                      <a16:colId xmlns:a16="http://schemas.microsoft.com/office/drawing/2014/main" val="2905228410"/>
                    </a:ext>
                  </a:extLst>
                </a:gridCol>
              </a:tblGrid>
              <a:tr h="139700">
                <a:tc>
                  <a:txBody>
                    <a:bodyPr/>
                    <a:lstStyle/>
                    <a:p>
                      <a:r>
                        <a:rPr lang="en-US" sz="1400" dirty="0">
                          <a:latin typeface="Arial" panose="020B0604020202020204" pitchFamily="34" charset="0"/>
                          <a:cs typeface="Arial" panose="020B0604020202020204" pitchFamily="34" charset="0"/>
                        </a:rPr>
                        <a:t>Items</a:t>
                      </a:r>
                      <a:endParaRPr lang="en-KE"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Frequent Pattern Generated</a:t>
                      </a:r>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8488112"/>
                  </a:ext>
                </a:extLst>
              </a:tr>
              <a:tr h="139700">
                <a:tc>
                  <a:txBody>
                    <a:bodyPr/>
                    <a:lstStyle/>
                    <a:p>
                      <a:r>
                        <a:rPr lang="en-US" sz="1400" dirty="0">
                          <a:latin typeface="Arial" panose="020B0604020202020204" pitchFamily="34" charset="0"/>
                          <a:cs typeface="Arial" panose="020B0604020202020204" pitchFamily="34" charset="0"/>
                        </a:rPr>
                        <a:t>Y</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{&lt;K,Y : 3&gt;}</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2922193"/>
                  </a:ext>
                </a:extLst>
              </a:tr>
              <a:tr h="139700">
                <a:tc>
                  <a:txBody>
                    <a:bodyPr/>
                    <a:lstStyle/>
                    <a:p>
                      <a:r>
                        <a:rPr lang="en-US" sz="1400" dirty="0">
                          <a:latin typeface="Arial" panose="020B0604020202020204" pitchFamily="34" charset="0"/>
                          <a:cs typeface="Arial" panose="020B0604020202020204" pitchFamily="34" charset="0"/>
                        </a:rPr>
                        <a:t>O</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{&lt;K,O : 3&gt;, &lt;E,O : 3&gt;, &lt;E,K,O : 3&gt;}</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5382674"/>
                  </a:ext>
                </a:extLst>
              </a:tr>
              <a:tr h="139700">
                <a:tc>
                  <a:txBody>
                    <a:bodyPr/>
                    <a:lstStyle/>
                    <a:p>
                      <a:r>
                        <a:rPr lang="en-US" sz="1400" dirty="0">
                          <a:latin typeface="Arial" panose="020B0604020202020204" pitchFamily="34" charset="0"/>
                          <a:cs typeface="Arial" panose="020B0604020202020204" pitchFamily="34" charset="0"/>
                        </a:rPr>
                        <a:t>M</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{&lt;K,M : 3&gt;}</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3793461"/>
                  </a:ext>
                </a:extLst>
              </a:tr>
              <a:tr h="139700">
                <a:tc>
                  <a:txBody>
                    <a:bodyPr/>
                    <a:lstStyle/>
                    <a:p>
                      <a:r>
                        <a:rPr lang="en-US" sz="1400" dirty="0">
                          <a:latin typeface="Arial" panose="020B0604020202020204" pitchFamily="34" charset="0"/>
                          <a:cs typeface="Arial" panose="020B0604020202020204" pitchFamily="34" charset="0"/>
                        </a:rPr>
                        <a:t>E</a:t>
                      </a:r>
                      <a:endParaRPr lang="en-KE"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{&lt;E,K : 3&gt;}</a:t>
                      </a:r>
                      <a:endParaRPr lang="en-KE" sz="14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72838"/>
                  </a:ext>
                </a:extLst>
              </a:tr>
              <a:tr h="139700">
                <a:tc>
                  <a:txBody>
                    <a:bodyPr/>
                    <a:lstStyle/>
                    <a:p>
                      <a:r>
                        <a:rPr lang="en-US" sz="1400" dirty="0">
                          <a:latin typeface="Arial" panose="020B0604020202020204" pitchFamily="34" charset="0"/>
                          <a:cs typeface="Arial" panose="020B0604020202020204" pitchFamily="34" charset="0"/>
                        </a:rPr>
                        <a:t>K</a:t>
                      </a:r>
                      <a:endParaRPr lang="en-KE" sz="1400" dirty="0">
                        <a:latin typeface="Arial" panose="020B0604020202020204" pitchFamily="34" charset="0"/>
                        <a:cs typeface="Arial" panose="020B0604020202020204" pitchFamily="34" charset="0"/>
                      </a:endParaRPr>
                    </a:p>
                  </a:txBody>
                  <a:tcPr/>
                </a:tc>
                <a:tc>
                  <a:txBody>
                    <a:bodyPr/>
                    <a:lstStyle/>
                    <a:p>
                      <a:endParaRPr lang="en-KE"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83203934"/>
                  </a:ext>
                </a:extLst>
              </a:tr>
            </a:tbl>
          </a:graphicData>
        </a:graphic>
      </p:graphicFrame>
    </p:spTree>
    <p:extLst>
      <p:ext uri="{BB962C8B-B14F-4D97-AF65-F5344CB8AC3E}">
        <p14:creationId xmlns:p14="http://schemas.microsoft.com/office/powerpoint/2010/main" val="1999613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ECLAT Algorithm</a:t>
            </a:r>
          </a:p>
        </p:txBody>
      </p:sp>
      <p:graphicFrame>
        <p:nvGraphicFramePr>
          <p:cNvPr id="47" name="Content Placeholder 2">
            <a:extLst>
              <a:ext uri="{FF2B5EF4-FFF2-40B4-BE49-F238E27FC236}">
                <a16:creationId xmlns:a16="http://schemas.microsoft.com/office/drawing/2014/main" id="{78B47778-0630-926F-5BED-5184B0FDBD2D}"/>
              </a:ext>
            </a:extLst>
          </p:cNvPr>
          <p:cNvGraphicFramePr>
            <a:graphicFrameLocks noGrp="1"/>
          </p:cNvGraphicFramePr>
          <p:nvPr>
            <p:ph idx="1"/>
            <p:extLst>
              <p:ext uri="{D42A27DB-BD31-4B8C-83A1-F6EECF244321}">
                <p14:modId xmlns:p14="http://schemas.microsoft.com/office/powerpoint/2010/main" val="85313204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How ECLAT Works</a:t>
            </a:r>
          </a:p>
        </p:txBody>
      </p:sp>
      <p:sp>
        <p:nvSpPr>
          <p:cNvPr id="3" name="Content Placeholder 2"/>
          <p:cNvSpPr>
            <a:spLocks noGrp="1"/>
          </p:cNvSpPr>
          <p:nvPr>
            <p:ph idx="1"/>
          </p:nvPr>
        </p:nvSpPr>
        <p:spPr>
          <a:xfrm>
            <a:off x="5820032" y="358346"/>
            <a:ext cx="5944175" cy="5844746"/>
          </a:xfrm>
        </p:spPr>
        <p:txBody>
          <a:bodyPr anchor="ctr">
            <a:normAutofit/>
          </a:bodyPr>
          <a:lstStyle/>
          <a:p>
            <a:pPr marL="514350" indent="-514350">
              <a:buFont typeface="+mj-lt"/>
              <a:buAutoNum type="arabicPeriod"/>
            </a:pPr>
            <a:r>
              <a:rPr lang="en-US" sz="1400" dirty="0"/>
              <a:t>Starts with a Horizontal Data Format</a:t>
            </a:r>
          </a:p>
          <a:p>
            <a:pPr marL="514350" indent="-514350">
              <a:buFont typeface="+mj-lt"/>
              <a:buAutoNum type="arabicPeriod"/>
            </a:pPr>
            <a:r>
              <a:rPr lang="en-US" sz="1400" dirty="0"/>
              <a:t>Set Minimum Support Count</a:t>
            </a:r>
          </a:p>
          <a:p>
            <a:pPr marL="514350" indent="-514350">
              <a:buFont typeface="+mj-lt"/>
              <a:buAutoNum type="arabicPeriod"/>
            </a:pPr>
            <a:r>
              <a:rPr lang="en-US" sz="1400" dirty="0"/>
              <a:t>Convert dataset to vertical format (items → transaction IDs)</a:t>
            </a:r>
          </a:p>
          <a:p>
            <a:pPr marL="514350" indent="-514350">
              <a:buFont typeface="+mj-lt"/>
              <a:buAutoNum type="arabicPeriod"/>
            </a:pPr>
            <a:r>
              <a:rPr lang="en-US" sz="1400" dirty="0"/>
              <a:t>Find frequent </a:t>
            </a:r>
            <a:r>
              <a:rPr lang="en-US" sz="1400" dirty="0" err="1"/>
              <a:t>itemsets</a:t>
            </a:r>
            <a:r>
              <a:rPr lang="en-US" sz="1400" dirty="0"/>
              <a:t> by intersecting TID-lists</a:t>
            </a:r>
          </a:p>
          <a:p>
            <a:pPr marL="514350" indent="-514350">
              <a:buFont typeface="+mj-lt"/>
              <a:buAutoNum type="arabicPeriod"/>
            </a:pPr>
            <a:r>
              <a:rPr lang="en-US" sz="1400" dirty="0"/>
              <a:t>Repeat intersections to generate larger </a:t>
            </a:r>
            <a:r>
              <a:rPr lang="en-US" sz="1400" dirty="0" err="1"/>
              <a:t>itemsets</a:t>
            </a:r>
            <a:endParaRPr lang="en-US" sz="1400" dirty="0"/>
          </a:p>
          <a:p>
            <a:pPr lvl="1"/>
            <a:r>
              <a:rPr lang="en-US" sz="1400" dirty="0"/>
              <a:t>Intersection: Generate new candidate 2-itemsets by intersecting the TID lists of two frequent 1-itemsets. If the resulting intersection meets the minimum support, it is a frequent 2-itemset.</a:t>
            </a:r>
          </a:p>
          <a:p>
            <a:pPr lvl="1"/>
            <a:r>
              <a:rPr lang="en-US" sz="1400" dirty="0"/>
              <a:t>Pruning &amp; Repetition: The process continues recursively (depth-first). Larger k-</a:t>
            </a:r>
            <a:r>
              <a:rPr lang="en-US" sz="1400" dirty="0" err="1"/>
              <a:t>itemsets</a:t>
            </a:r>
            <a:r>
              <a:rPr lang="en-US" sz="1400" dirty="0"/>
              <a:t> are generated by intersecting the TID lists of frequent (k-1)-</a:t>
            </a:r>
            <a:r>
              <a:rPr lang="en-US" sz="1400" dirty="0" err="1"/>
              <a:t>itemsets</a:t>
            </a:r>
            <a:r>
              <a:rPr lang="en-US" sz="1400" dirty="0"/>
              <a:t>, and any itemset that falls below the minimum support threshold is pruned immediately.</a:t>
            </a:r>
          </a:p>
          <a:p>
            <a:pPr lvl="1"/>
            <a:r>
              <a:rPr lang="en-US" sz="1400" dirty="0"/>
              <a:t>Termination: The algorithm stops when no more frequent </a:t>
            </a:r>
            <a:r>
              <a:rPr lang="en-US" sz="1400" dirty="0" err="1"/>
              <a:t>itemsets</a:t>
            </a:r>
            <a:r>
              <a:rPr lang="en-US" sz="1400" dirty="0"/>
              <a:t> can be found (i.e., no intersections meet the minimum support threshold).</a:t>
            </a:r>
          </a:p>
          <a:p>
            <a:pPr marL="0" indent="0">
              <a:buNone/>
            </a:pPr>
            <a:endParaRPr lang="en-US" sz="1400" dirty="0"/>
          </a:p>
          <a:p>
            <a:endParaRPr lang="en-US" sz="1400" dirty="0"/>
          </a:p>
          <a:p>
            <a:pPr marL="0" indent="0">
              <a:buNone/>
            </a:pPr>
            <a:endParaRPr lang="en-US" sz="1400" dirty="0"/>
          </a:p>
          <a:p>
            <a:pPr marL="0" indent="0">
              <a:buNone/>
            </a:pP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Example - Starts with a Horizontal Data Format</a:t>
            </a:r>
          </a:p>
        </p:txBody>
      </p:sp>
      <p:graphicFrame>
        <p:nvGraphicFramePr>
          <p:cNvPr id="5" name="Table 4">
            <a:extLst>
              <a:ext uri="{FF2B5EF4-FFF2-40B4-BE49-F238E27FC236}">
                <a16:creationId xmlns:a16="http://schemas.microsoft.com/office/drawing/2014/main" id="{14D026C1-E521-8DC3-DD12-212AE15971C8}"/>
              </a:ext>
            </a:extLst>
          </p:cNvPr>
          <p:cNvGraphicFramePr>
            <a:graphicFrameLocks noGrp="1"/>
          </p:cNvGraphicFramePr>
          <p:nvPr>
            <p:extLst>
              <p:ext uri="{D42A27DB-BD31-4B8C-83A1-F6EECF244321}">
                <p14:modId xmlns:p14="http://schemas.microsoft.com/office/powerpoint/2010/main" val="2214232958"/>
              </p:ext>
            </p:extLst>
          </p:nvPr>
        </p:nvGraphicFramePr>
        <p:xfrm>
          <a:off x="4502428" y="1689440"/>
          <a:ext cx="7225748" cy="3479124"/>
        </p:xfrm>
        <a:graphic>
          <a:graphicData uri="http://schemas.openxmlformats.org/drawingml/2006/table">
            <a:tbl>
              <a:tblPr firstRow="1" firstCol="1" bandRow="1">
                <a:tableStyleId>{3B4B98B0-60AC-42C2-AFA5-B58CD77FA1E5}</a:tableStyleId>
              </a:tblPr>
              <a:tblGrid>
                <a:gridCol w="2532509">
                  <a:extLst>
                    <a:ext uri="{9D8B030D-6E8A-4147-A177-3AD203B41FA5}">
                      <a16:colId xmlns:a16="http://schemas.microsoft.com/office/drawing/2014/main" val="1522736309"/>
                    </a:ext>
                  </a:extLst>
                </a:gridCol>
                <a:gridCol w="4693239">
                  <a:extLst>
                    <a:ext uri="{9D8B030D-6E8A-4147-A177-3AD203B41FA5}">
                      <a16:colId xmlns:a16="http://schemas.microsoft.com/office/drawing/2014/main" val="3138574488"/>
                    </a:ext>
                  </a:extLst>
                </a:gridCol>
              </a:tblGrid>
              <a:tr h="579854">
                <a:tc>
                  <a:txBody>
                    <a:bodyPr/>
                    <a:lstStyle/>
                    <a:p>
                      <a:pPr>
                        <a:lnSpc>
                          <a:spcPct val="115000"/>
                        </a:lnSpc>
                        <a:spcAft>
                          <a:spcPts val="800"/>
                        </a:spcAft>
                        <a:buNone/>
                      </a:pPr>
                      <a:r>
                        <a:rPr lang="en-US" sz="3000" kern="100">
                          <a:effectLst/>
                        </a:rPr>
                        <a:t>Transaction</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tc>
                  <a:txBody>
                    <a:bodyPr/>
                    <a:lstStyle/>
                    <a:p>
                      <a:pPr>
                        <a:lnSpc>
                          <a:spcPct val="115000"/>
                        </a:lnSpc>
                        <a:spcAft>
                          <a:spcPts val="800"/>
                        </a:spcAft>
                        <a:buNone/>
                      </a:pPr>
                      <a:r>
                        <a:rPr lang="en-US" sz="3000" kern="100">
                          <a:effectLst/>
                        </a:rPr>
                        <a:t>Items</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extLst>
                  <a:ext uri="{0D108BD9-81ED-4DB2-BD59-A6C34878D82A}">
                    <a16:rowId xmlns:a16="http://schemas.microsoft.com/office/drawing/2014/main" val="3933318522"/>
                  </a:ext>
                </a:extLst>
              </a:tr>
              <a:tr h="579854">
                <a:tc>
                  <a:txBody>
                    <a:bodyPr/>
                    <a:lstStyle/>
                    <a:p>
                      <a:pPr>
                        <a:lnSpc>
                          <a:spcPct val="115000"/>
                        </a:lnSpc>
                        <a:spcAft>
                          <a:spcPts val="800"/>
                        </a:spcAft>
                        <a:buNone/>
                      </a:pPr>
                      <a:r>
                        <a:rPr lang="en-US" sz="3000" kern="100">
                          <a:effectLst/>
                        </a:rPr>
                        <a:t>1</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tc>
                  <a:txBody>
                    <a:bodyPr/>
                    <a:lstStyle/>
                    <a:p>
                      <a:pPr>
                        <a:lnSpc>
                          <a:spcPct val="115000"/>
                        </a:lnSpc>
                        <a:spcAft>
                          <a:spcPts val="800"/>
                        </a:spcAft>
                        <a:buNone/>
                      </a:pPr>
                      <a:r>
                        <a:rPr lang="en-US" sz="3000" kern="100">
                          <a:effectLst/>
                        </a:rPr>
                        <a:t>Ugali, Fish, Managu</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extLst>
                  <a:ext uri="{0D108BD9-81ED-4DB2-BD59-A6C34878D82A}">
                    <a16:rowId xmlns:a16="http://schemas.microsoft.com/office/drawing/2014/main" val="2446403429"/>
                  </a:ext>
                </a:extLst>
              </a:tr>
              <a:tr h="579854">
                <a:tc>
                  <a:txBody>
                    <a:bodyPr/>
                    <a:lstStyle/>
                    <a:p>
                      <a:pPr>
                        <a:lnSpc>
                          <a:spcPct val="115000"/>
                        </a:lnSpc>
                        <a:spcAft>
                          <a:spcPts val="800"/>
                        </a:spcAft>
                        <a:buNone/>
                      </a:pPr>
                      <a:r>
                        <a:rPr lang="en-US" sz="3000" kern="100">
                          <a:effectLst/>
                        </a:rPr>
                        <a:t>2</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tc>
                  <a:txBody>
                    <a:bodyPr/>
                    <a:lstStyle/>
                    <a:p>
                      <a:pPr>
                        <a:lnSpc>
                          <a:spcPct val="115000"/>
                        </a:lnSpc>
                        <a:spcAft>
                          <a:spcPts val="800"/>
                        </a:spcAft>
                        <a:buNone/>
                      </a:pPr>
                      <a:r>
                        <a:rPr lang="en-US" sz="3000" kern="100">
                          <a:effectLst/>
                        </a:rPr>
                        <a:t>Chapati, Fish, Tea, Juice</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extLst>
                  <a:ext uri="{0D108BD9-81ED-4DB2-BD59-A6C34878D82A}">
                    <a16:rowId xmlns:a16="http://schemas.microsoft.com/office/drawing/2014/main" val="918419132"/>
                  </a:ext>
                </a:extLst>
              </a:tr>
              <a:tr h="579854">
                <a:tc>
                  <a:txBody>
                    <a:bodyPr/>
                    <a:lstStyle/>
                    <a:p>
                      <a:pPr>
                        <a:lnSpc>
                          <a:spcPct val="115000"/>
                        </a:lnSpc>
                        <a:spcAft>
                          <a:spcPts val="800"/>
                        </a:spcAft>
                        <a:buNone/>
                      </a:pPr>
                      <a:r>
                        <a:rPr lang="en-US" sz="3000" kern="100">
                          <a:effectLst/>
                        </a:rPr>
                        <a:t>3</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tc>
                  <a:txBody>
                    <a:bodyPr/>
                    <a:lstStyle/>
                    <a:p>
                      <a:pPr>
                        <a:lnSpc>
                          <a:spcPct val="115000"/>
                        </a:lnSpc>
                        <a:spcAft>
                          <a:spcPts val="800"/>
                        </a:spcAft>
                        <a:buNone/>
                      </a:pPr>
                      <a:r>
                        <a:rPr lang="en-US" sz="3000" kern="100">
                          <a:effectLst/>
                        </a:rPr>
                        <a:t>Ugali, Chapati, Fish, Tea</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extLst>
                  <a:ext uri="{0D108BD9-81ED-4DB2-BD59-A6C34878D82A}">
                    <a16:rowId xmlns:a16="http://schemas.microsoft.com/office/drawing/2014/main" val="4253898300"/>
                  </a:ext>
                </a:extLst>
              </a:tr>
              <a:tr h="579854">
                <a:tc>
                  <a:txBody>
                    <a:bodyPr/>
                    <a:lstStyle/>
                    <a:p>
                      <a:pPr>
                        <a:lnSpc>
                          <a:spcPct val="115000"/>
                        </a:lnSpc>
                        <a:spcAft>
                          <a:spcPts val="800"/>
                        </a:spcAft>
                        <a:buNone/>
                      </a:pPr>
                      <a:r>
                        <a:rPr lang="en-US" sz="3000" kern="100">
                          <a:effectLst/>
                        </a:rPr>
                        <a:t>4</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tc>
                  <a:txBody>
                    <a:bodyPr/>
                    <a:lstStyle/>
                    <a:p>
                      <a:pPr>
                        <a:lnSpc>
                          <a:spcPct val="115000"/>
                        </a:lnSpc>
                        <a:spcAft>
                          <a:spcPts val="800"/>
                        </a:spcAft>
                        <a:buNone/>
                      </a:pPr>
                      <a:r>
                        <a:rPr lang="en-US" sz="3000" kern="100">
                          <a:effectLst/>
                        </a:rPr>
                        <a:t>Chapati, Tea</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extLst>
                  <a:ext uri="{0D108BD9-81ED-4DB2-BD59-A6C34878D82A}">
                    <a16:rowId xmlns:a16="http://schemas.microsoft.com/office/drawing/2014/main" val="3724853654"/>
                  </a:ext>
                </a:extLst>
              </a:tr>
              <a:tr h="579854">
                <a:tc>
                  <a:txBody>
                    <a:bodyPr/>
                    <a:lstStyle/>
                    <a:p>
                      <a:pPr>
                        <a:lnSpc>
                          <a:spcPct val="115000"/>
                        </a:lnSpc>
                        <a:spcAft>
                          <a:spcPts val="800"/>
                        </a:spcAft>
                        <a:buNone/>
                      </a:pPr>
                      <a:r>
                        <a:rPr lang="en-US" sz="3000" kern="100">
                          <a:effectLst/>
                        </a:rPr>
                        <a:t>5</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tc>
                  <a:txBody>
                    <a:bodyPr/>
                    <a:lstStyle/>
                    <a:p>
                      <a:pPr>
                        <a:lnSpc>
                          <a:spcPct val="115000"/>
                        </a:lnSpc>
                        <a:spcAft>
                          <a:spcPts val="800"/>
                        </a:spcAft>
                        <a:buNone/>
                      </a:pPr>
                      <a:r>
                        <a:rPr lang="en-US" sz="3000" kern="100">
                          <a:effectLst/>
                        </a:rPr>
                        <a:t>Ugali, Fish, Tea</a:t>
                      </a:r>
                      <a:endParaRPr lang="en-GB" sz="3000" kern="100">
                        <a:effectLst/>
                        <a:latin typeface="Aptos" panose="020B0004020202020204" pitchFamily="34" charset="0"/>
                        <a:ea typeface="Aptos" panose="020B0004020202020204" pitchFamily="34" charset="0"/>
                        <a:cs typeface="Times New Roman" panose="02020603050405020304" pitchFamily="18" charset="0"/>
                      </a:endParaRPr>
                    </a:p>
                  </a:txBody>
                  <a:tcPr marL="169346" marR="169346" marT="0" marB="0"/>
                </a:tc>
                <a:extLst>
                  <a:ext uri="{0D108BD9-81ED-4DB2-BD59-A6C34878D82A}">
                    <a16:rowId xmlns:a16="http://schemas.microsoft.com/office/drawing/2014/main" val="9453790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E3E5A0-A212-0F00-DEE9-588F34B3D5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2ABE44-389B-1873-7671-F49E27B5418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Example - Convert to Vertical Data Format</a:t>
            </a:r>
          </a:p>
        </p:txBody>
      </p:sp>
      <p:graphicFrame>
        <p:nvGraphicFramePr>
          <p:cNvPr id="3" name="Table 2">
            <a:extLst>
              <a:ext uri="{FF2B5EF4-FFF2-40B4-BE49-F238E27FC236}">
                <a16:creationId xmlns:a16="http://schemas.microsoft.com/office/drawing/2014/main" id="{2EB97B42-71FE-D4F3-85EC-22A71221FD35}"/>
              </a:ext>
            </a:extLst>
          </p:cNvPr>
          <p:cNvGraphicFramePr>
            <a:graphicFrameLocks noGrp="1"/>
          </p:cNvGraphicFramePr>
          <p:nvPr>
            <p:extLst>
              <p:ext uri="{D42A27DB-BD31-4B8C-83A1-F6EECF244321}">
                <p14:modId xmlns:p14="http://schemas.microsoft.com/office/powerpoint/2010/main" val="741030186"/>
              </p:ext>
            </p:extLst>
          </p:nvPr>
        </p:nvGraphicFramePr>
        <p:xfrm>
          <a:off x="533004" y="1966293"/>
          <a:ext cx="11125992" cy="4452161"/>
        </p:xfrm>
        <a:graphic>
          <a:graphicData uri="http://schemas.openxmlformats.org/drawingml/2006/table">
            <a:tbl>
              <a:tblPr firstRow="1" firstCol="1" bandRow="1">
                <a:tableStyleId>{5C22544A-7EE6-4342-B048-85BDC9FD1C3A}</a:tableStyleId>
              </a:tblPr>
              <a:tblGrid>
                <a:gridCol w="4815050">
                  <a:extLst>
                    <a:ext uri="{9D8B030D-6E8A-4147-A177-3AD203B41FA5}">
                      <a16:colId xmlns:a16="http://schemas.microsoft.com/office/drawing/2014/main" val="1117893204"/>
                    </a:ext>
                  </a:extLst>
                </a:gridCol>
                <a:gridCol w="6310942">
                  <a:extLst>
                    <a:ext uri="{9D8B030D-6E8A-4147-A177-3AD203B41FA5}">
                      <a16:colId xmlns:a16="http://schemas.microsoft.com/office/drawing/2014/main" val="431389126"/>
                    </a:ext>
                  </a:extLst>
                </a:gridCol>
              </a:tblGrid>
              <a:tr h="636023">
                <a:tc>
                  <a:txBody>
                    <a:bodyPr/>
                    <a:lstStyle/>
                    <a:p>
                      <a:pPr>
                        <a:lnSpc>
                          <a:spcPct val="115000"/>
                        </a:lnSpc>
                        <a:spcAft>
                          <a:spcPts val="800"/>
                        </a:spcAft>
                        <a:buNone/>
                      </a:pPr>
                      <a:r>
                        <a:rPr lang="en-US" sz="3300" kern="100">
                          <a:effectLst/>
                        </a:rPr>
                        <a:t>Items</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tc>
                  <a:txBody>
                    <a:bodyPr/>
                    <a:lstStyle/>
                    <a:p>
                      <a:pPr>
                        <a:lnSpc>
                          <a:spcPct val="115000"/>
                        </a:lnSpc>
                        <a:spcAft>
                          <a:spcPts val="800"/>
                        </a:spcAft>
                        <a:buNone/>
                      </a:pPr>
                      <a:r>
                        <a:rPr lang="en-US" sz="3300" kern="100">
                          <a:effectLst/>
                        </a:rPr>
                        <a:t>Transaction</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extLst>
                  <a:ext uri="{0D108BD9-81ED-4DB2-BD59-A6C34878D82A}">
                    <a16:rowId xmlns:a16="http://schemas.microsoft.com/office/drawing/2014/main" val="3458980832"/>
                  </a:ext>
                </a:extLst>
              </a:tr>
              <a:tr h="636023">
                <a:tc>
                  <a:txBody>
                    <a:bodyPr/>
                    <a:lstStyle/>
                    <a:p>
                      <a:pPr>
                        <a:lnSpc>
                          <a:spcPct val="115000"/>
                        </a:lnSpc>
                        <a:spcAft>
                          <a:spcPts val="800"/>
                        </a:spcAft>
                        <a:buNone/>
                      </a:pPr>
                      <a:r>
                        <a:rPr lang="en-US" sz="3300" kern="100">
                          <a:effectLst/>
                        </a:rPr>
                        <a:t>Ugali</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tc>
                  <a:txBody>
                    <a:bodyPr/>
                    <a:lstStyle/>
                    <a:p>
                      <a:pPr>
                        <a:lnSpc>
                          <a:spcPct val="115000"/>
                        </a:lnSpc>
                        <a:spcAft>
                          <a:spcPts val="800"/>
                        </a:spcAft>
                        <a:buNone/>
                      </a:pPr>
                      <a:r>
                        <a:rPr lang="en-US" sz="3300" kern="100">
                          <a:effectLst/>
                        </a:rPr>
                        <a:t>1, 3, 5</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extLst>
                  <a:ext uri="{0D108BD9-81ED-4DB2-BD59-A6C34878D82A}">
                    <a16:rowId xmlns:a16="http://schemas.microsoft.com/office/drawing/2014/main" val="3415790381"/>
                  </a:ext>
                </a:extLst>
              </a:tr>
              <a:tr h="636023">
                <a:tc>
                  <a:txBody>
                    <a:bodyPr/>
                    <a:lstStyle/>
                    <a:p>
                      <a:pPr>
                        <a:lnSpc>
                          <a:spcPct val="115000"/>
                        </a:lnSpc>
                        <a:spcAft>
                          <a:spcPts val="800"/>
                        </a:spcAft>
                        <a:buNone/>
                      </a:pPr>
                      <a:r>
                        <a:rPr lang="en-US" sz="3300" kern="100">
                          <a:effectLst/>
                        </a:rPr>
                        <a:t>Chapati</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tc>
                  <a:txBody>
                    <a:bodyPr/>
                    <a:lstStyle/>
                    <a:p>
                      <a:pPr>
                        <a:lnSpc>
                          <a:spcPct val="115000"/>
                        </a:lnSpc>
                        <a:spcAft>
                          <a:spcPts val="800"/>
                        </a:spcAft>
                        <a:buNone/>
                      </a:pPr>
                      <a:r>
                        <a:rPr lang="en-US" sz="3300" kern="100">
                          <a:effectLst/>
                        </a:rPr>
                        <a:t>2, 3, 4</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extLst>
                  <a:ext uri="{0D108BD9-81ED-4DB2-BD59-A6C34878D82A}">
                    <a16:rowId xmlns:a16="http://schemas.microsoft.com/office/drawing/2014/main" val="4232887153"/>
                  </a:ext>
                </a:extLst>
              </a:tr>
              <a:tr h="636023">
                <a:tc>
                  <a:txBody>
                    <a:bodyPr/>
                    <a:lstStyle/>
                    <a:p>
                      <a:pPr>
                        <a:lnSpc>
                          <a:spcPct val="115000"/>
                        </a:lnSpc>
                        <a:spcAft>
                          <a:spcPts val="800"/>
                        </a:spcAft>
                        <a:buNone/>
                      </a:pPr>
                      <a:r>
                        <a:rPr lang="en-US" sz="3300" kern="100">
                          <a:effectLst/>
                        </a:rPr>
                        <a:t>Fish</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tc>
                  <a:txBody>
                    <a:bodyPr/>
                    <a:lstStyle/>
                    <a:p>
                      <a:pPr>
                        <a:lnSpc>
                          <a:spcPct val="115000"/>
                        </a:lnSpc>
                        <a:spcAft>
                          <a:spcPts val="800"/>
                        </a:spcAft>
                        <a:buNone/>
                      </a:pPr>
                      <a:r>
                        <a:rPr lang="en-US" sz="3300" kern="100">
                          <a:effectLst/>
                        </a:rPr>
                        <a:t>1, 2, 3, 5</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extLst>
                  <a:ext uri="{0D108BD9-81ED-4DB2-BD59-A6C34878D82A}">
                    <a16:rowId xmlns:a16="http://schemas.microsoft.com/office/drawing/2014/main" val="3602512655"/>
                  </a:ext>
                </a:extLst>
              </a:tr>
              <a:tr h="636023">
                <a:tc>
                  <a:txBody>
                    <a:bodyPr/>
                    <a:lstStyle/>
                    <a:p>
                      <a:pPr>
                        <a:lnSpc>
                          <a:spcPct val="115000"/>
                        </a:lnSpc>
                        <a:spcAft>
                          <a:spcPts val="800"/>
                        </a:spcAft>
                        <a:buNone/>
                      </a:pPr>
                      <a:r>
                        <a:rPr lang="en-US" sz="3300" kern="100">
                          <a:effectLst/>
                        </a:rPr>
                        <a:t>Managu</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tc>
                  <a:txBody>
                    <a:bodyPr/>
                    <a:lstStyle/>
                    <a:p>
                      <a:pPr>
                        <a:lnSpc>
                          <a:spcPct val="115000"/>
                        </a:lnSpc>
                        <a:spcAft>
                          <a:spcPts val="800"/>
                        </a:spcAft>
                        <a:buNone/>
                      </a:pPr>
                      <a:r>
                        <a:rPr lang="en-US" sz="3300" kern="100">
                          <a:effectLst/>
                        </a:rPr>
                        <a:t>1</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extLst>
                  <a:ext uri="{0D108BD9-81ED-4DB2-BD59-A6C34878D82A}">
                    <a16:rowId xmlns:a16="http://schemas.microsoft.com/office/drawing/2014/main" val="162293632"/>
                  </a:ext>
                </a:extLst>
              </a:tr>
              <a:tr h="636023">
                <a:tc>
                  <a:txBody>
                    <a:bodyPr/>
                    <a:lstStyle/>
                    <a:p>
                      <a:pPr>
                        <a:lnSpc>
                          <a:spcPct val="115000"/>
                        </a:lnSpc>
                        <a:spcAft>
                          <a:spcPts val="800"/>
                        </a:spcAft>
                        <a:buNone/>
                      </a:pPr>
                      <a:r>
                        <a:rPr lang="en-US" sz="3300" kern="100">
                          <a:effectLst/>
                        </a:rPr>
                        <a:t>Tea</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tc>
                  <a:txBody>
                    <a:bodyPr/>
                    <a:lstStyle/>
                    <a:p>
                      <a:pPr>
                        <a:lnSpc>
                          <a:spcPct val="115000"/>
                        </a:lnSpc>
                        <a:spcAft>
                          <a:spcPts val="800"/>
                        </a:spcAft>
                        <a:buNone/>
                      </a:pPr>
                      <a:r>
                        <a:rPr lang="en-US" sz="3300" kern="100">
                          <a:effectLst/>
                        </a:rPr>
                        <a:t>2, 3, 4, 5</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extLst>
                  <a:ext uri="{0D108BD9-81ED-4DB2-BD59-A6C34878D82A}">
                    <a16:rowId xmlns:a16="http://schemas.microsoft.com/office/drawing/2014/main" val="2666268899"/>
                  </a:ext>
                </a:extLst>
              </a:tr>
              <a:tr h="636023">
                <a:tc>
                  <a:txBody>
                    <a:bodyPr/>
                    <a:lstStyle/>
                    <a:p>
                      <a:pPr>
                        <a:lnSpc>
                          <a:spcPct val="115000"/>
                        </a:lnSpc>
                        <a:spcAft>
                          <a:spcPts val="800"/>
                        </a:spcAft>
                        <a:buNone/>
                      </a:pPr>
                      <a:r>
                        <a:rPr lang="en-US" sz="3300" kern="100">
                          <a:effectLst/>
                        </a:rPr>
                        <a:t>Juice</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tc>
                  <a:txBody>
                    <a:bodyPr/>
                    <a:lstStyle/>
                    <a:p>
                      <a:pPr>
                        <a:lnSpc>
                          <a:spcPct val="115000"/>
                        </a:lnSpc>
                        <a:spcAft>
                          <a:spcPts val="800"/>
                        </a:spcAft>
                        <a:buNone/>
                      </a:pPr>
                      <a:r>
                        <a:rPr lang="en-US" sz="3300" kern="100">
                          <a:effectLst/>
                        </a:rPr>
                        <a:t>2</a:t>
                      </a:r>
                      <a:endParaRPr lang="en-GB" sz="3300" kern="100">
                        <a:effectLst/>
                        <a:latin typeface="Aptos" panose="020B0004020202020204" pitchFamily="34" charset="0"/>
                        <a:ea typeface="Aptos" panose="020B0004020202020204" pitchFamily="34" charset="0"/>
                        <a:cs typeface="Times New Roman" panose="02020603050405020304" pitchFamily="18" charset="0"/>
                      </a:endParaRPr>
                    </a:p>
                  </a:txBody>
                  <a:tcPr marL="185750" marR="185750" marT="0" marB="0"/>
                </a:tc>
                <a:extLst>
                  <a:ext uri="{0D108BD9-81ED-4DB2-BD59-A6C34878D82A}">
                    <a16:rowId xmlns:a16="http://schemas.microsoft.com/office/drawing/2014/main" val="2064082247"/>
                  </a:ext>
                </a:extLst>
              </a:tr>
            </a:tbl>
          </a:graphicData>
        </a:graphic>
      </p:graphicFrame>
    </p:spTree>
    <p:extLst>
      <p:ext uri="{BB962C8B-B14F-4D97-AF65-F5344CB8AC3E}">
        <p14:creationId xmlns:p14="http://schemas.microsoft.com/office/powerpoint/2010/main" val="426192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CA1B-ACA4-1239-AA58-91540CAB70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FC846-C58D-BFE3-F899-3A2E28AA3924}"/>
              </a:ext>
            </a:extLst>
          </p:cNvPr>
          <p:cNvSpPr>
            <a:spLocks noGrp="1"/>
          </p:cNvSpPr>
          <p:nvPr>
            <p:ph type="title"/>
          </p:nvPr>
        </p:nvSpPr>
        <p:spPr/>
        <p:txBody>
          <a:bodyPr>
            <a:normAutofit/>
          </a:bodyPr>
          <a:lstStyle/>
          <a:p>
            <a:r>
              <a:rPr dirty="0"/>
              <a:t>Example </a:t>
            </a:r>
            <a:r>
              <a:rPr lang="en-US" dirty="0"/>
              <a:t>- Generate Frequent 1-Itemsets Based on Support Count</a:t>
            </a:r>
            <a:endParaRPr dirty="0"/>
          </a:p>
        </p:txBody>
      </p:sp>
      <p:sp>
        <p:nvSpPr>
          <p:cNvPr id="3" name="Content Placeholder 2">
            <a:extLst>
              <a:ext uri="{FF2B5EF4-FFF2-40B4-BE49-F238E27FC236}">
                <a16:creationId xmlns:a16="http://schemas.microsoft.com/office/drawing/2014/main" id="{06D14572-DF79-2A46-6DBD-97751970317F}"/>
              </a:ext>
            </a:extLst>
          </p:cNvPr>
          <p:cNvSpPr>
            <a:spLocks noGrp="1"/>
          </p:cNvSpPr>
          <p:nvPr>
            <p:ph idx="1"/>
          </p:nvPr>
        </p:nvSpPr>
        <p:spPr>
          <a:xfrm>
            <a:off x="1981200" y="1600201"/>
            <a:ext cx="7494104" cy="705678"/>
          </a:xfrm>
        </p:spPr>
        <p:txBody>
          <a:bodyPr>
            <a:normAutofit/>
          </a:bodyPr>
          <a:lstStyle/>
          <a:p>
            <a:pPr marL="0" indent="0">
              <a:buNone/>
            </a:pPr>
            <a:r>
              <a:rPr lang="en-US" b="1" dirty="0">
                <a:solidFill>
                  <a:schemeClr val="tx2">
                    <a:lumMod val="60000"/>
                    <a:lumOff val="40000"/>
                  </a:schemeClr>
                </a:solidFill>
              </a:rPr>
              <a:t>For our example, we set </a:t>
            </a:r>
            <a:r>
              <a:rPr lang="en-US" b="1" dirty="0" err="1">
                <a:solidFill>
                  <a:schemeClr val="tx2">
                    <a:lumMod val="60000"/>
                    <a:lumOff val="40000"/>
                  </a:schemeClr>
                </a:solidFill>
              </a:rPr>
              <a:t>MinSup</a:t>
            </a:r>
            <a:r>
              <a:rPr lang="en-US" b="1" dirty="0">
                <a:solidFill>
                  <a:schemeClr val="tx2">
                    <a:lumMod val="60000"/>
                    <a:lumOff val="40000"/>
                  </a:schemeClr>
                </a:solidFill>
              </a:rPr>
              <a:t> = 3</a:t>
            </a:r>
            <a:endParaRPr lang="en-GB" dirty="0">
              <a:solidFill>
                <a:schemeClr val="tx2">
                  <a:lumMod val="60000"/>
                  <a:lumOff val="40000"/>
                </a:schemeClr>
              </a:solidFill>
            </a:endParaRPr>
          </a:p>
          <a:p>
            <a:pPr marL="0" indent="0">
              <a:buNone/>
            </a:pPr>
            <a:endParaRPr dirty="0">
              <a:solidFill>
                <a:schemeClr val="tx2">
                  <a:lumMod val="60000"/>
                  <a:lumOff val="40000"/>
                </a:schemeClr>
              </a:solidFill>
            </a:endParaRPr>
          </a:p>
        </p:txBody>
      </p:sp>
      <p:graphicFrame>
        <p:nvGraphicFramePr>
          <p:cNvPr id="4" name="Table 3">
            <a:extLst>
              <a:ext uri="{FF2B5EF4-FFF2-40B4-BE49-F238E27FC236}">
                <a16:creationId xmlns:a16="http://schemas.microsoft.com/office/drawing/2014/main" id="{DB4FA89F-6145-8F17-CB7C-54C64918083A}"/>
              </a:ext>
            </a:extLst>
          </p:cNvPr>
          <p:cNvGraphicFramePr>
            <a:graphicFrameLocks noGrp="1"/>
          </p:cNvGraphicFramePr>
          <p:nvPr/>
        </p:nvGraphicFramePr>
        <p:xfrm>
          <a:off x="2716585" y="2248170"/>
          <a:ext cx="6308145" cy="1579970"/>
        </p:xfrm>
        <a:graphic>
          <a:graphicData uri="http://schemas.openxmlformats.org/drawingml/2006/table">
            <a:tbl>
              <a:tblPr firstRow="1" firstCol="1" bandRow="1">
                <a:tableStyleId>{5C22544A-7EE6-4342-B048-85BDC9FD1C3A}</a:tableStyleId>
              </a:tblPr>
              <a:tblGrid>
                <a:gridCol w="2100383">
                  <a:extLst>
                    <a:ext uri="{9D8B030D-6E8A-4147-A177-3AD203B41FA5}">
                      <a16:colId xmlns:a16="http://schemas.microsoft.com/office/drawing/2014/main" val="3810094851"/>
                    </a:ext>
                  </a:extLst>
                </a:gridCol>
                <a:gridCol w="2286493">
                  <a:extLst>
                    <a:ext uri="{9D8B030D-6E8A-4147-A177-3AD203B41FA5}">
                      <a16:colId xmlns:a16="http://schemas.microsoft.com/office/drawing/2014/main" val="1372261035"/>
                    </a:ext>
                  </a:extLst>
                </a:gridCol>
                <a:gridCol w="1921269">
                  <a:extLst>
                    <a:ext uri="{9D8B030D-6E8A-4147-A177-3AD203B41FA5}">
                      <a16:colId xmlns:a16="http://schemas.microsoft.com/office/drawing/2014/main" val="4084800415"/>
                    </a:ext>
                  </a:extLst>
                </a:gridCol>
              </a:tblGrid>
              <a:tr h="225710">
                <a:tc>
                  <a:txBody>
                    <a:bodyPr/>
                    <a:lstStyle/>
                    <a:p>
                      <a:pPr>
                        <a:lnSpc>
                          <a:spcPct val="115000"/>
                        </a:lnSpc>
                        <a:spcAft>
                          <a:spcPts val="800"/>
                        </a:spcAft>
                        <a:buNone/>
                      </a:pPr>
                      <a:r>
                        <a:rPr lang="en-US" sz="1200" kern="100">
                          <a:effectLst/>
                        </a:rPr>
                        <a:t>Items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Transaction</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Support Count</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4663096"/>
                  </a:ext>
                </a:extLst>
              </a:tr>
              <a:tr h="225710">
                <a:tc>
                  <a:txBody>
                    <a:bodyPr/>
                    <a:lstStyle/>
                    <a:p>
                      <a:pPr>
                        <a:lnSpc>
                          <a:spcPct val="115000"/>
                        </a:lnSpc>
                        <a:spcAft>
                          <a:spcPts val="800"/>
                        </a:spcAft>
                        <a:buNone/>
                      </a:pPr>
                      <a:r>
                        <a:rPr lang="en-US" sz="1200" kern="100">
                          <a:effectLst/>
                        </a:rPr>
                        <a:t>Ugali</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1, 3, 5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2753966"/>
                  </a:ext>
                </a:extLst>
              </a:tr>
              <a:tr h="225710">
                <a:tc>
                  <a:txBody>
                    <a:bodyPr/>
                    <a:lstStyle/>
                    <a:p>
                      <a:pPr>
                        <a:lnSpc>
                          <a:spcPct val="115000"/>
                        </a:lnSpc>
                        <a:spcAft>
                          <a:spcPts val="800"/>
                        </a:spcAft>
                        <a:buNone/>
                      </a:pPr>
                      <a:r>
                        <a:rPr lang="en-US" sz="1200" kern="100">
                          <a:effectLst/>
                        </a:rPr>
                        <a:t>Chapati</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2, 3, 4</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7250986"/>
                  </a:ext>
                </a:extLst>
              </a:tr>
              <a:tr h="225710">
                <a:tc>
                  <a:txBody>
                    <a:bodyPr/>
                    <a:lstStyle/>
                    <a:p>
                      <a:pPr>
                        <a:lnSpc>
                          <a:spcPct val="115000"/>
                        </a:lnSpc>
                        <a:spcAft>
                          <a:spcPts val="800"/>
                        </a:spcAft>
                        <a:buNone/>
                      </a:pPr>
                      <a:r>
                        <a:rPr lang="en-US" sz="1200" kern="100">
                          <a:effectLst/>
                        </a:rPr>
                        <a:t>Fish</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1, 2, 3, 5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4</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9957795"/>
                  </a:ext>
                </a:extLst>
              </a:tr>
              <a:tr h="225710">
                <a:tc>
                  <a:txBody>
                    <a:bodyPr/>
                    <a:lstStyle/>
                    <a:p>
                      <a:pPr>
                        <a:lnSpc>
                          <a:spcPct val="115000"/>
                        </a:lnSpc>
                        <a:spcAft>
                          <a:spcPts val="800"/>
                        </a:spcAft>
                        <a:buNone/>
                      </a:pPr>
                      <a:r>
                        <a:rPr lang="en-US" sz="1200" kern="100">
                          <a:effectLst/>
                        </a:rPr>
                        <a:t>Managu</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4769855"/>
                  </a:ext>
                </a:extLst>
              </a:tr>
              <a:tr h="225710">
                <a:tc>
                  <a:txBody>
                    <a:bodyPr/>
                    <a:lstStyle/>
                    <a:p>
                      <a:pPr>
                        <a:lnSpc>
                          <a:spcPct val="115000"/>
                        </a:lnSpc>
                        <a:spcAft>
                          <a:spcPts val="800"/>
                        </a:spcAft>
                        <a:buNone/>
                      </a:pPr>
                      <a:r>
                        <a:rPr lang="en-US" sz="1200" kern="100">
                          <a:effectLst/>
                        </a:rPr>
                        <a:t>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2, 3, 4, 5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4</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5142560"/>
                  </a:ext>
                </a:extLst>
              </a:tr>
              <a:tr h="225710">
                <a:tc>
                  <a:txBody>
                    <a:bodyPr/>
                    <a:lstStyle/>
                    <a:p>
                      <a:pPr>
                        <a:lnSpc>
                          <a:spcPct val="115000"/>
                        </a:lnSpc>
                        <a:spcAft>
                          <a:spcPts val="800"/>
                        </a:spcAft>
                        <a:buNone/>
                      </a:pPr>
                      <a:r>
                        <a:rPr lang="en-US" sz="1200" kern="100">
                          <a:effectLst/>
                        </a:rPr>
                        <a:t>Juice</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1</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3880286"/>
                  </a:ext>
                </a:extLst>
              </a:tr>
            </a:tbl>
          </a:graphicData>
        </a:graphic>
      </p:graphicFrame>
      <p:graphicFrame>
        <p:nvGraphicFramePr>
          <p:cNvPr id="6" name="Table 5">
            <a:extLst>
              <a:ext uri="{FF2B5EF4-FFF2-40B4-BE49-F238E27FC236}">
                <a16:creationId xmlns:a16="http://schemas.microsoft.com/office/drawing/2014/main" id="{F4A56E09-FF3B-6855-AC4B-7A3A5FBD9DF7}"/>
              </a:ext>
            </a:extLst>
          </p:cNvPr>
          <p:cNvGraphicFramePr>
            <a:graphicFrameLocks noGrp="1"/>
          </p:cNvGraphicFramePr>
          <p:nvPr/>
        </p:nvGraphicFramePr>
        <p:xfrm>
          <a:off x="2716583" y="4716384"/>
          <a:ext cx="6308146" cy="1691045"/>
        </p:xfrm>
        <a:graphic>
          <a:graphicData uri="http://schemas.openxmlformats.org/drawingml/2006/table">
            <a:tbl>
              <a:tblPr firstRow="1" firstCol="1" bandRow="1">
                <a:tableStyleId>{5C22544A-7EE6-4342-B048-85BDC9FD1C3A}</a:tableStyleId>
              </a:tblPr>
              <a:tblGrid>
                <a:gridCol w="2100383">
                  <a:extLst>
                    <a:ext uri="{9D8B030D-6E8A-4147-A177-3AD203B41FA5}">
                      <a16:colId xmlns:a16="http://schemas.microsoft.com/office/drawing/2014/main" val="3696624952"/>
                    </a:ext>
                  </a:extLst>
                </a:gridCol>
                <a:gridCol w="2286493">
                  <a:extLst>
                    <a:ext uri="{9D8B030D-6E8A-4147-A177-3AD203B41FA5}">
                      <a16:colId xmlns:a16="http://schemas.microsoft.com/office/drawing/2014/main" val="2151525817"/>
                    </a:ext>
                  </a:extLst>
                </a:gridCol>
                <a:gridCol w="1921270">
                  <a:extLst>
                    <a:ext uri="{9D8B030D-6E8A-4147-A177-3AD203B41FA5}">
                      <a16:colId xmlns:a16="http://schemas.microsoft.com/office/drawing/2014/main" val="1885489532"/>
                    </a:ext>
                  </a:extLst>
                </a:gridCol>
              </a:tblGrid>
              <a:tr h="338209">
                <a:tc>
                  <a:txBody>
                    <a:bodyPr/>
                    <a:lstStyle/>
                    <a:p>
                      <a:pPr>
                        <a:lnSpc>
                          <a:spcPct val="115000"/>
                        </a:lnSpc>
                        <a:spcAft>
                          <a:spcPts val="800"/>
                        </a:spcAft>
                        <a:buNone/>
                      </a:pPr>
                      <a:r>
                        <a:rPr lang="en-US" sz="1200" kern="100">
                          <a:effectLst/>
                        </a:rPr>
                        <a:t>Items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Transaction</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Support Count</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47524604"/>
                  </a:ext>
                </a:extLst>
              </a:tr>
              <a:tr h="338209">
                <a:tc>
                  <a:txBody>
                    <a:bodyPr/>
                    <a:lstStyle/>
                    <a:p>
                      <a:pPr>
                        <a:lnSpc>
                          <a:spcPct val="115000"/>
                        </a:lnSpc>
                        <a:spcAft>
                          <a:spcPts val="800"/>
                        </a:spcAft>
                        <a:buNone/>
                      </a:pPr>
                      <a:r>
                        <a:rPr lang="en-US" sz="1200" kern="100">
                          <a:effectLst/>
                        </a:rPr>
                        <a:t>Ugali</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1, 3, 5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1662329"/>
                  </a:ext>
                </a:extLst>
              </a:tr>
              <a:tr h="338209">
                <a:tc>
                  <a:txBody>
                    <a:bodyPr/>
                    <a:lstStyle/>
                    <a:p>
                      <a:pPr>
                        <a:lnSpc>
                          <a:spcPct val="115000"/>
                        </a:lnSpc>
                        <a:spcAft>
                          <a:spcPts val="800"/>
                        </a:spcAft>
                        <a:buNone/>
                      </a:pPr>
                      <a:r>
                        <a:rPr lang="en-US" sz="1200" kern="100">
                          <a:effectLst/>
                        </a:rPr>
                        <a:t>Chapati</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2, 3, 4</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8174511"/>
                  </a:ext>
                </a:extLst>
              </a:tr>
              <a:tr h="338209">
                <a:tc>
                  <a:txBody>
                    <a:bodyPr/>
                    <a:lstStyle/>
                    <a:p>
                      <a:pPr>
                        <a:lnSpc>
                          <a:spcPct val="115000"/>
                        </a:lnSpc>
                        <a:spcAft>
                          <a:spcPts val="800"/>
                        </a:spcAft>
                        <a:buNone/>
                      </a:pPr>
                      <a:r>
                        <a:rPr lang="en-US" sz="1200" kern="100">
                          <a:effectLst/>
                        </a:rPr>
                        <a:t>Fish</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1, 2, 3, 5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4</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2597426"/>
                  </a:ext>
                </a:extLst>
              </a:tr>
              <a:tr h="338209">
                <a:tc>
                  <a:txBody>
                    <a:bodyPr/>
                    <a:lstStyle/>
                    <a:p>
                      <a:pPr>
                        <a:lnSpc>
                          <a:spcPct val="115000"/>
                        </a:lnSpc>
                        <a:spcAft>
                          <a:spcPts val="800"/>
                        </a:spcAft>
                        <a:buNone/>
                      </a:pPr>
                      <a:r>
                        <a:rPr lang="en-US" sz="1200" kern="100">
                          <a:effectLst/>
                        </a:rPr>
                        <a:t>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2, 3, 4, 5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4</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972203"/>
                  </a:ext>
                </a:extLst>
              </a:tr>
            </a:tbl>
          </a:graphicData>
        </a:graphic>
      </p:graphicFrame>
      <p:sp>
        <p:nvSpPr>
          <p:cNvPr id="7" name="Arrow: Down 6">
            <a:extLst>
              <a:ext uri="{FF2B5EF4-FFF2-40B4-BE49-F238E27FC236}">
                <a16:creationId xmlns:a16="http://schemas.microsoft.com/office/drawing/2014/main" id="{6D604A01-435E-B034-875D-F9C8E5BDE3C2}"/>
              </a:ext>
            </a:extLst>
          </p:cNvPr>
          <p:cNvSpPr/>
          <p:nvPr/>
        </p:nvSpPr>
        <p:spPr>
          <a:xfrm>
            <a:off x="5485936" y="3975653"/>
            <a:ext cx="484632" cy="62285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2912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964A1-3F43-DE7E-2E63-BA9D40007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34393-D3A9-4927-15E7-6B51FBC4D06D}"/>
              </a:ext>
            </a:extLst>
          </p:cNvPr>
          <p:cNvSpPr>
            <a:spLocks noGrp="1"/>
          </p:cNvSpPr>
          <p:nvPr>
            <p:ph type="title"/>
          </p:nvPr>
        </p:nvSpPr>
        <p:spPr/>
        <p:txBody>
          <a:bodyPr>
            <a:normAutofit fontScale="90000"/>
          </a:bodyPr>
          <a:lstStyle/>
          <a:p>
            <a:r>
              <a:rPr dirty="0"/>
              <a:t>Example </a:t>
            </a:r>
            <a:r>
              <a:rPr lang="en-US" dirty="0"/>
              <a:t>- Repeat intersections to generate larger </a:t>
            </a:r>
            <a:r>
              <a:rPr lang="en-US" dirty="0" err="1"/>
              <a:t>itemsets</a:t>
            </a:r>
            <a:br>
              <a:rPr lang="en-US" dirty="0"/>
            </a:br>
            <a:endParaRPr dirty="0"/>
          </a:p>
        </p:txBody>
      </p:sp>
      <p:graphicFrame>
        <p:nvGraphicFramePr>
          <p:cNvPr id="4" name="Table 3">
            <a:extLst>
              <a:ext uri="{FF2B5EF4-FFF2-40B4-BE49-F238E27FC236}">
                <a16:creationId xmlns:a16="http://schemas.microsoft.com/office/drawing/2014/main" id="{FB8201EF-74F4-24C5-1D96-F0C3B4EF3CFC}"/>
              </a:ext>
            </a:extLst>
          </p:cNvPr>
          <p:cNvGraphicFramePr>
            <a:graphicFrameLocks noGrp="1"/>
          </p:cNvGraphicFramePr>
          <p:nvPr/>
        </p:nvGraphicFramePr>
        <p:xfrm>
          <a:off x="1855193" y="1417639"/>
          <a:ext cx="5572650" cy="1955037"/>
        </p:xfrm>
        <a:graphic>
          <a:graphicData uri="http://schemas.openxmlformats.org/drawingml/2006/table">
            <a:tbl>
              <a:tblPr firstRow="1" firstCol="1" bandRow="1">
                <a:tableStyleId>{5C22544A-7EE6-4342-B048-85BDC9FD1C3A}</a:tableStyleId>
              </a:tblPr>
              <a:tblGrid>
                <a:gridCol w="1855490">
                  <a:extLst>
                    <a:ext uri="{9D8B030D-6E8A-4147-A177-3AD203B41FA5}">
                      <a16:colId xmlns:a16="http://schemas.microsoft.com/office/drawing/2014/main" val="626365296"/>
                    </a:ext>
                  </a:extLst>
                </a:gridCol>
                <a:gridCol w="2019900">
                  <a:extLst>
                    <a:ext uri="{9D8B030D-6E8A-4147-A177-3AD203B41FA5}">
                      <a16:colId xmlns:a16="http://schemas.microsoft.com/office/drawing/2014/main" val="1809558425"/>
                    </a:ext>
                  </a:extLst>
                </a:gridCol>
                <a:gridCol w="1697260">
                  <a:extLst>
                    <a:ext uri="{9D8B030D-6E8A-4147-A177-3AD203B41FA5}">
                      <a16:colId xmlns:a16="http://schemas.microsoft.com/office/drawing/2014/main" val="3046926137"/>
                    </a:ext>
                  </a:extLst>
                </a:gridCol>
              </a:tblGrid>
              <a:tr h="279291">
                <a:tc>
                  <a:txBody>
                    <a:bodyPr/>
                    <a:lstStyle/>
                    <a:p>
                      <a:pPr>
                        <a:lnSpc>
                          <a:spcPct val="115000"/>
                        </a:lnSpc>
                        <a:spcAft>
                          <a:spcPts val="800"/>
                        </a:spcAft>
                        <a:buNone/>
                      </a:pPr>
                      <a:r>
                        <a:rPr lang="en-US" sz="1200" kern="100">
                          <a:effectLst/>
                        </a:rPr>
                        <a:t>Items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Transaction</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Support Count</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7204919"/>
                  </a:ext>
                </a:extLst>
              </a:tr>
              <a:tr h="279291">
                <a:tc>
                  <a:txBody>
                    <a:bodyPr/>
                    <a:lstStyle/>
                    <a:p>
                      <a:pPr>
                        <a:lnSpc>
                          <a:spcPct val="115000"/>
                        </a:lnSpc>
                        <a:spcAft>
                          <a:spcPts val="800"/>
                        </a:spcAft>
                        <a:buNone/>
                      </a:pPr>
                      <a:r>
                        <a:rPr lang="en-US" sz="1200" kern="100">
                          <a:effectLst/>
                        </a:rPr>
                        <a:t>Ugali, Chapati</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5466810"/>
                  </a:ext>
                </a:extLst>
              </a:tr>
              <a:tr h="279291">
                <a:tc>
                  <a:txBody>
                    <a:bodyPr/>
                    <a:lstStyle/>
                    <a:p>
                      <a:pPr>
                        <a:lnSpc>
                          <a:spcPct val="115000"/>
                        </a:lnSpc>
                        <a:spcAft>
                          <a:spcPts val="800"/>
                        </a:spcAft>
                        <a:buNone/>
                      </a:pPr>
                      <a:r>
                        <a:rPr lang="en-US" sz="1200" kern="100">
                          <a:effectLst/>
                        </a:rPr>
                        <a:t>Ugali, Fish</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1, 3, 5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0566101"/>
                  </a:ext>
                </a:extLst>
              </a:tr>
              <a:tr h="279291">
                <a:tc>
                  <a:txBody>
                    <a:bodyPr/>
                    <a:lstStyle/>
                    <a:p>
                      <a:pPr>
                        <a:lnSpc>
                          <a:spcPct val="115000"/>
                        </a:lnSpc>
                        <a:spcAft>
                          <a:spcPts val="800"/>
                        </a:spcAft>
                        <a:buNone/>
                      </a:pPr>
                      <a:r>
                        <a:rPr lang="en-US" sz="1200" kern="100">
                          <a:effectLst/>
                        </a:rPr>
                        <a:t>Ugali, 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3486775"/>
                  </a:ext>
                </a:extLst>
              </a:tr>
              <a:tr h="279291">
                <a:tc>
                  <a:txBody>
                    <a:bodyPr/>
                    <a:lstStyle/>
                    <a:p>
                      <a:pPr>
                        <a:lnSpc>
                          <a:spcPct val="115000"/>
                        </a:lnSpc>
                        <a:spcAft>
                          <a:spcPts val="800"/>
                        </a:spcAft>
                        <a:buNone/>
                      </a:pPr>
                      <a:r>
                        <a:rPr lang="en-US" sz="1200" kern="100">
                          <a:effectLst/>
                        </a:rPr>
                        <a:t>Chapati, Fish</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2, 3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2</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6582419"/>
                  </a:ext>
                </a:extLst>
              </a:tr>
              <a:tr h="279291">
                <a:tc>
                  <a:txBody>
                    <a:bodyPr/>
                    <a:lstStyle/>
                    <a:p>
                      <a:pPr>
                        <a:lnSpc>
                          <a:spcPct val="115000"/>
                        </a:lnSpc>
                        <a:spcAft>
                          <a:spcPts val="800"/>
                        </a:spcAft>
                        <a:buNone/>
                      </a:pPr>
                      <a:r>
                        <a:rPr lang="en-US" sz="1200" kern="100">
                          <a:effectLst/>
                        </a:rPr>
                        <a:t>Chapati, 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2, 3, 4</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3</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4714302"/>
                  </a:ext>
                </a:extLst>
              </a:tr>
              <a:tr h="279291">
                <a:tc>
                  <a:txBody>
                    <a:bodyPr/>
                    <a:lstStyle/>
                    <a:p>
                      <a:pPr>
                        <a:lnSpc>
                          <a:spcPct val="115000"/>
                        </a:lnSpc>
                        <a:spcAft>
                          <a:spcPts val="800"/>
                        </a:spcAft>
                        <a:buNone/>
                      </a:pPr>
                      <a:r>
                        <a:rPr lang="en-US" sz="1200" kern="100">
                          <a:effectLst/>
                        </a:rPr>
                        <a:t>Fish, 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2, 3, 5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3</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4650828"/>
                  </a:ext>
                </a:extLst>
              </a:tr>
            </a:tbl>
          </a:graphicData>
        </a:graphic>
      </p:graphicFrame>
      <p:graphicFrame>
        <p:nvGraphicFramePr>
          <p:cNvPr id="5" name="Table 4">
            <a:extLst>
              <a:ext uri="{FF2B5EF4-FFF2-40B4-BE49-F238E27FC236}">
                <a16:creationId xmlns:a16="http://schemas.microsoft.com/office/drawing/2014/main" id="{50B4E36E-7FE9-A3B6-5DCE-57DAE2509948}"/>
              </a:ext>
            </a:extLst>
          </p:cNvPr>
          <p:cNvGraphicFramePr>
            <a:graphicFrameLocks noGrp="1"/>
          </p:cNvGraphicFramePr>
          <p:nvPr/>
        </p:nvGraphicFramePr>
        <p:xfrm>
          <a:off x="1855194" y="4191698"/>
          <a:ext cx="5572651" cy="1871175"/>
        </p:xfrm>
        <a:graphic>
          <a:graphicData uri="http://schemas.openxmlformats.org/drawingml/2006/table">
            <a:tbl>
              <a:tblPr firstRow="1" firstCol="1" bandRow="1">
                <a:tableStyleId>{5C22544A-7EE6-4342-B048-85BDC9FD1C3A}</a:tableStyleId>
              </a:tblPr>
              <a:tblGrid>
                <a:gridCol w="1855490">
                  <a:extLst>
                    <a:ext uri="{9D8B030D-6E8A-4147-A177-3AD203B41FA5}">
                      <a16:colId xmlns:a16="http://schemas.microsoft.com/office/drawing/2014/main" val="3109064104"/>
                    </a:ext>
                  </a:extLst>
                </a:gridCol>
                <a:gridCol w="2019901">
                  <a:extLst>
                    <a:ext uri="{9D8B030D-6E8A-4147-A177-3AD203B41FA5}">
                      <a16:colId xmlns:a16="http://schemas.microsoft.com/office/drawing/2014/main" val="952925855"/>
                    </a:ext>
                  </a:extLst>
                </a:gridCol>
                <a:gridCol w="1697260">
                  <a:extLst>
                    <a:ext uri="{9D8B030D-6E8A-4147-A177-3AD203B41FA5}">
                      <a16:colId xmlns:a16="http://schemas.microsoft.com/office/drawing/2014/main" val="1250379045"/>
                    </a:ext>
                  </a:extLst>
                </a:gridCol>
              </a:tblGrid>
              <a:tr h="374235">
                <a:tc>
                  <a:txBody>
                    <a:bodyPr/>
                    <a:lstStyle/>
                    <a:p>
                      <a:pPr>
                        <a:lnSpc>
                          <a:spcPct val="115000"/>
                        </a:lnSpc>
                        <a:spcAft>
                          <a:spcPts val="800"/>
                        </a:spcAft>
                        <a:buNone/>
                      </a:pPr>
                      <a:r>
                        <a:rPr lang="en-US" sz="1200" kern="100">
                          <a:effectLst/>
                        </a:rPr>
                        <a:t>Items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Transaction</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Support Count</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6490615"/>
                  </a:ext>
                </a:extLst>
              </a:tr>
              <a:tr h="374235">
                <a:tc>
                  <a:txBody>
                    <a:bodyPr/>
                    <a:lstStyle/>
                    <a:p>
                      <a:pPr>
                        <a:lnSpc>
                          <a:spcPct val="115000"/>
                        </a:lnSpc>
                        <a:spcAft>
                          <a:spcPts val="800"/>
                        </a:spcAft>
                        <a:buNone/>
                      </a:pPr>
                      <a:r>
                        <a:rPr lang="en-US" sz="1200" kern="100">
                          <a:effectLst/>
                        </a:rPr>
                        <a:t>Ugali, Chapati, Fish</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1</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5896562"/>
                  </a:ext>
                </a:extLst>
              </a:tr>
              <a:tr h="374235">
                <a:tc>
                  <a:txBody>
                    <a:bodyPr/>
                    <a:lstStyle/>
                    <a:p>
                      <a:pPr>
                        <a:lnSpc>
                          <a:spcPct val="115000"/>
                        </a:lnSpc>
                        <a:spcAft>
                          <a:spcPts val="800"/>
                        </a:spcAft>
                        <a:buNone/>
                      </a:pPr>
                      <a:r>
                        <a:rPr lang="en-US" sz="1200" kern="100">
                          <a:effectLst/>
                        </a:rPr>
                        <a:t>Ugali, Chapati, 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1</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79788706"/>
                  </a:ext>
                </a:extLst>
              </a:tr>
              <a:tr h="374235">
                <a:tc>
                  <a:txBody>
                    <a:bodyPr/>
                    <a:lstStyle/>
                    <a:p>
                      <a:pPr>
                        <a:lnSpc>
                          <a:spcPct val="115000"/>
                        </a:lnSpc>
                        <a:spcAft>
                          <a:spcPts val="800"/>
                        </a:spcAft>
                        <a:buNone/>
                      </a:pPr>
                      <a:r>
                        <a:rPr lang="en-US" sz="1200" kern="100">
                          <a:effectLst/>
                        </a:rPr>
                        <a:t>Ugali, Fish, 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3, 5</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9775368"/>
                  </a:ext>
                </a:extLst>
              </a:tr>
              <a:tr h="374235">
                <a:tc>
                  <a:txBody>
                    <a:bodyPr/>
                    <a:lstStyle/>
                    <a:p>
                      <a:pPr>
                        <a:lnSpc>
                          <a:spcPct val="115000"/>
                        </a:lnSpc>
                        <a:spcAft>
                          <a:spcPts val="800"/>
                        </a:spcAft>
                        <a:buNone/>
                      </a:pPr>
                      <a:r>
                        <a:rPr lang="en-US" sz="1200" kern="100">
                          <a:effectLst/>
                        </a:rPr>
                        <a:t>Chapati, Fish, Tea</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a:effectLst/>
                        </a:rPr>
                        <a:t>2, 3</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US" sz="1200" kern="100" dirty="0">
                          <a:effectLst/>
                        </a:rPr>
                        <a:t>2</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6233020"/>
                  </a:ext>
                </a:extLst>
              </a:tr>
            </a:tbl>
          </a:graphicData>
        </a:graphic>
      </p:graphicFrame>
      <p:sp>
        <p:nvSpPr>
          <p:cNvPr id="6" name="Arrow: Right 5">
            <a:extLst>
              <a:ext uri="{FF2B5EF4-FFF2-40B4-BE49-F238E27FC236}">
                <a16:creationId xmlns:a16="http://schemas.microsoft.com/office/drawing/2014/main" id="{C19B48BB-C37B-362C-8404-07D33C1B17C6}"/>
              </a:ext>
            </a:extLst>
          </p:cNvPr>
          <p:cNvSpPr/>
          <p:nvPr/>
        </p:nvSpPr>
        <p:spPr>
          <a:xfrm>
            <a:off x="7686262" y="4806762"/>
            <a:ext cx="978408"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Content Placeholder 2">
            <a:extLst>
              <a:ext uri="{FF2B5EF4-FFF2-40B4-BE49-F238E27FC236}">
                <a16:creationId xmlns:a16="http://schemas.microsoft.com/office/drawing/2014/main" id="{F09B7431-EACD-6348-9674-00688223EEB9}"/>
              </a:ext>
            </a:extLst>
          </p:cNvPr>
          <p:cNvSpPr>
            <a:spLocks noGrp="1"/>
          </p:cNvSpPr>
          <p:nvPr>
            <p:ph idx="1"/>
          </p:nvPr>
        </p:nvSpPr>
        <p:spPr>
          <a:xfrm>
            <a:off x="8733183" y="4796824"/>
            <a:ext cx="1868556" cy="484632"/>
          </a:xfrm>
        </p:spPr>
        <p:txBody>
          <a:bodyPr>
            <a:normAutofit fontScale="85000" lnSpcReduction="10000"/>
          </a:bodyPr>
          <a:lstStyle/>
          <a:p>
            <a:pPr marL="0" indent="0">
              <a:buNone/>
            </a:pPr>
            <a:r>
              <a:rPr lang="en-US" b="1" dirty="0">
                <a:solidFill>
                  <a:srgbClr val="FF0000"/>
                </a:solidFill>
              </a:rPr>
              <a:t>STOP HERE</a:t>
            </a:r>
            <a:endParaRPr dirty="0">
              <a:solidFill>
                <a:srgbClr val="FF0000"/>
              </a:solidFill>
            </a:endParaRPr>
          </a:p>
        </p:txBody>
      </p:sp>
    </p:spTree>
    <p:extLst>
      <p:ext uri="{BB962C8B-B14F-4D97-AF65-F5344CB8AC3E}">
        <p14:creationId xmlns:p14="http://schemas.microsoft.com/office/powerpoint/2010/main" val="3895339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EB614C-EB96-E0E0-ED22-03C28A6469A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4FBC99-EADC-13F3-5862-9E2A4C934882}"/>
              </a:ext>
            </a:extLst>
          </p:cNvPr>
          <p:cNvSpPr>
            <a:spLocks noGrp="1"/>
          </p:cNvSpPr>
          <p:nvPr>
            <p:ph type="title"/>
          </p:nvPr>
        </p:nvSpPr>
        <p:spPr>
          <a:xfrm>
            <a:off x="1371599" y="5510253"/>
            <a:ext cx="9895951" cy="1033669"/>
          </a:xfrm>
        </p:spPr>
        <p:txBody>
          <a:bodyPr>
            <a:normAutofit/>
          </a:bodyPr>
          <a:lstStyle/>
          <a:p>
            <a:r>
              <a:rPr lang="en-US" sz="4000">
                <a:solidFill>
                  <a:srgbClr val="FFFFFF"/>
                </a:solidFill>
              </a:rPr>
              <a:t>Example - Frequent Itemsets</a:t>
            </a:r>
          </a:p>
        </p:txBody>
      </p:sp>
      <p:sp>
        <p:nvSpPr>
          <p:cNvPr id="5" name="Content Placeholder 2">
            <a:extLst>
              <a:ext uri="{FF2B5EF4-FFF2-40B4-BE49-F238E27FC236}">
                <a16:creationId xmlns:a16="http://schemas.microsoft.com/office/drawing/2014/main" id="{7478EE30-4924-3D86-0718-53F586B90D1F}"/>
              </a:ext>
            </a:extLst>
          </p:cNvPr>
          <p:cNvSpPr>
            <a:spLocks noGrp="1"/>
          </p:cNvSpPr>
          <p:nvPr>
            <p:ph idx="1"/>
          </p:nvPr>
        </p:nvSpPr>
        <p:spPr>
          <a:xfrm>
            <a:off x="1940256" y="3833199"/>
            <a:ext cx="8332826" cy="1119982"/>
          </a:xfrm>
        </p:spPr>
        <p:txBody>
          <a:bodyPr anchor="ctr">
            <a:normAutofit/>
          </a:bodyPr>
          <a:lstStyle/>
          <a:p>
            <a:pPr marL="0" indent="0">
              <a:buNone/>
            </a:pPr>
            <a:r>
              <a:rPr lang="en-US" sz="2000" b="1"/>
              <a:t>All itemsets that meet MinSup = 3</a:t>
            </a:r>
            <a:endParaRPr lang="en-US" sz="2000"/>
          </a:p>
          <a:p>
            <a:pPr marL="0" indent="0">
              <a:buNone/>
            </a:pPr>
            <a:endParaRPr lang="en-US" sz="2000"/>
          </a:p>
        </p:txBody>
      </p:sp>
      <p:graphicFrame>
        <p:nvGraphicFramePr>
          <p:cNvPr id="4" name="Table 3">
            <a:extLst>
              <a:ext uri="{FF2B5EF4-FFF2-40B4-BE49-F238E27FC236}">
                <a16:creationId xmlns:a16="http://schemas.microsoft.com/office/drawing/2014/main" id="{30923549-3078-4657-44C2-D42F9704E011}"/>
              </a:ext>
            </a:extLst>
          </p:cNvPr>
          <p:cNvGraphicFramePr>
            <a:graphicFrameLocks noGrp="1"/>
          </p:cNvGraphicFramePr>
          <p:nvPr>
            <p:extLst>
              <p:ext uri="{D42A27DB-BD31-4B8C-83A1-F6EECF244321}">
                <p14:modId xmlns:p14="http://schemas.microsoft.com/office/powerpoint/2010/main" val="1010461923"/>
              </p:ext>
            </p:extLst>
          </p:nvPr>
        </p:nvGraphicFramePr>
        <p:xfrm>
          <a:off x="1940256" y="590831"/>
          <a:ext cx="8311487" cy="2838752"/>
        </p:xfrm>
        <a:graphic>
          <a:graphicData uri="http://schemas.openxmlformats.org/drawingml/2006/table">
            <a:tbl>
              <a:tblPr firstRow="1" firstCol="1" bandRow="1">
                <a:tableStyleId>{5C22544A-7EE6-4342-B048-85BDC9FD1C3A}</a:tableStyleId>
              </a:tblPr>
              <a:tblGrid>
                <a:gridCol w="2683294">
                  <a:extLst>
                    <a:ext uri="{9D8B030D-6E8A-4147-A177-3AD203B41FA5}">
                      <a16:colId xmlns:a16="http://schemas.microsoft.com/office/drawing/2014/main" val="1196626510"/>
                    </a:ext>
                  </a:extLst>
                </a:gridCol>
                <a:gridCol w="2571199">
                  <a:extLst>
                    <a:ext uri="{9D8B030D-6E8A-4147-A177-3AD203B41FA5}">
                      <a16:colId xmlns:a16="http://schemas.microsoft.com/office/drawing/2014/main" val="3630758020"/>
                    </a:ext>
                  </a:extLst>
                </a:gridCol>
                <a:gridCol w="3056994">
                  <a:extLst>
                    <a:ext uri="{9D8B030D-6E8A-4147-A177-3AD203B41FA5}">
                      <a16:colId xmlns:a16="http://schemas.microsoft.com/office/drawing/2014/main" val="4234594958"/>
                    </a:ext>
                  </a:extLst>
                </a:gridCol>
              </a:tblGrid>
              <a:tr h="354844">
                <a:tc>
                  <a:txBody>
                    <a:bodyPr/>
                    <a:lstStyle/>
                    <a:p>
                      <a:pPr>
                        <a:lnSpc>
                          <a:spcPct val="115000"/>
                        </a:lnSpc>
                        <a:spcAft>
                          <a:spcPts val="800"/>
                        </a:spcAft>
                        <a:buNone/>
                      </a:pPr>
                      <a:r>
                        <a:rPr lang="en-US" sz="1800" kern="100">
                          <a:effectLst/>
                        </a:rPr>
                        <a:t>Items</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Transaction</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Support Count</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4119412840"/>
                  </a:ext>
                </a:extLst>
              </a:tr>
              <a:tr h="354844">
                <a:tc>
                  <a:txBody>
                    <a:bodyPr/>
                    <a:lstStyle/>
                    <a:p>
                      <a:pPr>
                        <a:lnSpc>
                          <a:spcPct val="115000"/>
                        </a:lnSpc>
                        <a:spcAft>
                          <a:spcPts val="800"/>
                        </a:spcAft>
                        <a:buNone/>
                      </a:pPr>
                      <a:r>
                        <a:rPr lang="en-US" sz="1800" kern="100">
                          <a:effectLst/>
                        </a:rPr>
                        <a:t>Ugali</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1, 3, 5</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3</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2212551069"/>
                  </a:ext>
                </a:extLst>
              </a:tr>
              <a:tr h="354844">
                <a:tc>
                  <a:txBody>
                    <a:bodyPr/>
                    <a:lstStyle/>
                    <a:p>
                      <a:pPr>
                        <a:lnSpc>
                          <a:spcPct val="115000"/>
                        </a:lnSpc>
                        <a:spcAft>
                          <a:spcPts val="800"/>
                        </a:spcAft>
                        <a:buNone/>
                      </a:pPr>
                      <a:r>
                        <a:rPr lang="en-US" sz="1800" kern="100">
                          <a:effectLst/>
                        </a:rPr>
                        <a:t>Chapati</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2, 3, 4</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3</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2416692962"/>
                  </a:ext>
                </a:extLst>
              </a:tr>
              <a:tr h="354844">
                <a:tc>
                  <a:txBody>
                    <a:bodyPr/>
                    <a:lstStyle/>
                    <a:p>
                      <a:pPr>
                        <a:lnSpc>
                          <a:spcPct val="115000"/>
                        </a:lnSpc>
                        <a:spcAft>
                          <a:spcPts val="800"/>
                        </a:spcAft>
                        <a:buNone/>
                      </a:pPr>
                      <a:r>
                        <a:rPr lang="en-US" sz="1800" kern="100">
                          <a:effectLst/>
                        </a:rPr>
                        <a:t>Fish</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1, 2, 3, 5</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4</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2227312433"/>
                  </a:ext>
                </a:extLst>
              </a:tr>
              <a:tr h="354844">
                <a:tc>
                  <a:txBody>
                    <a:bodyPr/>
                    <a:lstStyle/>
                    <a:p>
                      <a:pPr>
                        <a:lnSpc>
                          <a:spcPct val="115000"/>
                        </a:lnSpc>
                        <a:spcAft>
                          <a:spcPts val="800"/>
                        </a:spcAft>
                        <a:buNone/>
                      </a:pPr>
                      <a:r>
                        <a:rPr lang="en-US" sz="1800" kern="100">
                          <a:effectLst/>
                        </a:rPr>
                        <a:t>Tea</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2, 3, 4, 5</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4</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4036773173"/>
                  </a:ext>
                </a:extLst>
              </a:tr>
              <a:tr h="354844">
                <a:tc>
                  <a:txBody>
                    <a:bodyPr/>
                    <a:lstStyle/>
                    <a:p>
                      <a:pPr>
                        <a:lnSpc>
                          <a:spcPct val="115000"/>
                        </a:lnSpc>
                        <a:spcAft>
                          <a:spcPts val="800"/>
                        </a:spcAft>
                        <a:buNone/>
                      </a:pPr>
                      <a:r>
                        <a:rPr lang="en-US" sz="1800" kern="100">
                          <a:effectLst/>
                        </a:rPr>
                        <a:t>Ugali, Fish</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1, 3, 5</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3</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1644297645"/>
                  </a:ext>
                </a:extLst>
              </a:tr>
              <a:tr h="354844">
                <a:tc>
                  <a:txBody>
                    <a:bodyPr/>
                    <a:lstStyle/>
                    <a:p>
                      <a:pPr>
                        <a:lnSpc>
                          <a:spcPct val="115000"/>
                        </a:lnSpc>
                        <a:spcAft>
                          <a:spcPts val="800"/>
                        </a:spcAft>
                        <a:buNone/>
                      </a:pPr>
                      <a:r>
                        <a:rPr lang="en-US" sz="1800" kern="100">
                          <a:effectLst/>
                        </a:rPr>
                        <a:t>Chapati, Tea</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2, 3, 4</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3</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2091404977"/>
                  </a:ext>
                </a:extLst>
              </a:tr>
              <a:tr h="354844">
                <a:tc>
                  <a:txBody>
                    <a:bodyPr/>
                    <a:lstStyle/>
                    <a:p>
                      <a:pPr>
                        <a:lnSpc>
                          <a:spcPct val="115000"/>
                        </a:lnSpc>
                        <a:spcAft>
                          <a:spcPts val="800"/>
                        </a:spcAft>
                        <a:buNone/>
                      </a:pPr>
                      <a:r>
                        <a:rPr lang="en-US" sz="1800" kern="100">
                          <a:effectLst/>
                        </a:rPr>
                        <a:t>Fish, Tea</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2, 3, 5</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tc>
                  <a:txBody>
                    <a:bodyPr/>
                    <a:lstStyle/>
                    <a:p>
                      <a:pPr>
                        <a:lnSpc>
                          <a:spcPct val="115000"/>
                        </a:lnSpc>
                        <a:spcAft>
                          <a:spcPts val="800"/>
                        </a:spcAft>
                        <a:buNone/>
                      </a:pPr>
                      <a:r>
                        <a:rPr lang="en-US" sz="1800" kern="100">
                          <a:effectLst/>
                        </a:rPr>
                        <a:t>3</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103632" marR="103632" marT="0" marB="0"/>
                </a:tc>
                <a:extLst>
                  <a:ext uri="{0D108BD9-81ED-4DB2-BD59-A6C34878D82A}">
                    <a16:rowId xmlns:a16="http://schemas.microsoft.com/office/drawing/2014/main" val="3393187078"/>
                  </a:ext>
                </a:extLst>
              </a:tr>
            </a:tbl>
          </a:graphicData>
        </a:graphic>
      </p:graphicFrame>
    </p:spTree>
    <p:extLst>
      <p:ext uri="{BB962C8B-B14F-4D97-AF65-F5344CB8AC3E}">
        <p14:creationId xmlns:p14="http://schemas.microsoft.com/office/powerpoint/2010/main" val="1357439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EEAC99-03C1-19D5-F319-81434DA863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E4D4C8-13CE-1870-AAE0-E97B94F8562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Example - Association Rules and Confidence</a:t>
            </a:r>
          </a:p>
        </p:txBody>
      </p:sp>
      <p:graphicFrame>
        <p:nvGraphicFramePr>
          <p:cNvPr id="3" name="Table 2">
            <a:extLst>
              <a:ext uri="{FF2B5EF4-FFF2-40B4-BE49-F238E27FC236}">
                <a16:creationId xmlns:a16="http://schemas.microsoft.com/office/drawing/2014/main" id="{6CD0F1C1-EBCA-2DD9-D00F-402794E8D292}"/>
              </a:ext>
            </a:extLst>
          </p:cNvPr>
          <p:cNvGraphicFramePr>
            <a:graphicFrameLocks noGrp="1"/>
          </p:cNvGraphicFramePr>
          <p:nvPr>
            <p:extLst>
              <p:ext uri="{D42A27DB-BD31-4B8C-83A1-F6EECF244321}">
                <p14:modId xmlns:p14="http://schemas.microsoft.com/office/powerpoint/2010/main" val="4091524960"/>
              </p:ext>
            </p:extLst>
          </p:nvPr>
        </p:nvGraphicFramePr>
        <p:xfrm>
          <a:off x="1132383" y="1966293"/>
          <a:ext cx="9927234" cy="4452162"/>
        </p:xfrm>
        <a:graphic>
          <a:graphicData uri="http://schemas.openxmlformats.org/drawingml/2006/table">
            <a:tbl>
              <a:tblPr firstRow="1" firstCol="1" bandRow="1">
                <a:tableStyleId>{5C22544A-7EE6-4342-B048-85BDC9FD1C3A}</a:tableStyleId>
              </a:tblPr>
              <a:tblGrid>
                <a:gridCol w="1874969">
                  <a:extLst>
                    <a:ext uri="{9D8B030D-6E8A-4147-A177-3AD203B41FA5}">
                      <a16:colId xmlns:a16="http://schemas.microsoft.com/office/drawing/2014/main" val="452820009"/>
                    </a:ext>
                  </a:extLst>
                </a:gridCol>
                <a:gridCol w="1767710">
                  <a:extLst>
                    <a:ext uri="{9D8B030D-6E8A-4147-A177-3AD203B41FA5}">
                      <a16:colId xmlns:a16="http://schemas.microsoft.com/office/drawing/2014/main" val="34730698"/>
                    </a:ext>
                  </a:extLst>
                </a:gridCol>
                <a:gridCol w="2097588">
                  <a:extLst>
                    <a:ext uri="{9D8B030D-6E8A-4147-A177-3AD203B41FA5}">
                      <a16:colId xmlns:a16="http://schemas.microsoft.com/office/drawing/2014/main" val="3081974403"/>
                    </a:ext>
                  </a:extLst>
                </a:gridCol>
                <a:gridCol w="2357528">
                  <a:extLst>
                    <a:ext uri="{9D8B030D-6E8A-4147-A177-3AD203B41FA5}">
                      <a16:colId xmlns:a16="http://schemas.microsoft.com/office/drawing/2014/main" val="3111494439"/>
                    </a:ext>
                  </a:extLst>
                </a:gridCol>
                <a:gridCol w="1829439">
                  <a:extLst>
                    <a:ext uri="{9D8B030D-6E8A-4147-A177-3AD203B41FA5}">
                      <a16:colId xmlns:a16="http://schemas.microsoft.com/office/drawing/2014/main" val="3138199067"/>
                    </a:ext>
                  </a:extLst>
                </a:gridCol>
              </a:tblGrid>
              <a:tr h="404742">
                <a:tc>
                  <a:txBody>
                    <a:bodyPr/>
                    <a:lstStyle/>
                    <a:p>
                      <a:pPr>
                        <a:lnSpc>
                          <a:spcPct val="115000"/>
                        </a:lnSpc>
                        <a:spcAft>
                          <a:spcPts val="800"/>
                        </a:spcAft>
                        <a:buNone/>
                      </a:pPr>
                      <a:r>
                        <a:rPr lang="en-US" sz="2100" kern="100">
                          <a:effectLst/>
                        </a:rPr>
                        <a:t>Items</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Transaction</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Support Count</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Association Rule</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Confidence</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247410025"/>
                  </a:ext>
                </a:extLst>
              </a:tr>
              <a:tr h="404742">
                <a:tc>
                  <a:txBody>
                    <a:bodyPr/>
                    <a:lstStyle/>
                    <a:p>
                      <a:pPr>
                        <a:lnSpc>
                          <a:spcPct val="115000"/>
                        </a:lnSpc>
                        <a:spcAft>
                          <a:spcPts val="800"/>
                        </a:spcAft>
                        <a:buNone/>
                      </a:pPr>
                      <a:r>
                        <a:rPr lang="en-US" sz="2100" kern="100">
                          <a:effectLst/>
                        </a:rPr>
                        <a:t>Ugali</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1, 3, 5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3</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4122740463"/>
                  </a:ext>
                </a:extLst>
              </a:tr>
              <a:tr h="404742">
                <a:tc>
                  <a:txBody>
                    <a:bodyPr/>
                    <a:lstStyle/>
                    <a:p>
                      <a:pPr>
                        <a:lnSpc>
                          <a:spcPct val="115000"/>
                        </a:lnSpc>
                        <a:spcAft>
                          <a:spcPts val="800"/>
                        </a:spcAft>
                        <a:buNone/>
                      </a:pPr>
                      <a:r>
                        <a:rPr lang="en-US" sz="2100" kern="100">
                          <a:effectLst/>
                        </a:rPr>
                        <a:t>Chapati</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2, 3, 4</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3</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4168863156"/>
                  </a:ext>
                </a:extLst>
              </a:tr>
              <a:tr h="404742">
                <a:tc>
                  <a:txBody>
                    <a:bodyPr/>
                    <a:lstStyle/>
                    <a:p>
                      <a:pPr>
                        <a:lnSpc>
                          <a:spcPct val="115000"/>
                        </a:lnSpc>
                        <a:spcAft>
                          <a:spcPts val="800"/>
                        </a:spcAft>
                        <a:buNone/>
                      </a:pPr>
                      <a:r>
                        <a:rPr lang="en-US" sz="2100" kern="100">
                          <a:effectLst/>
                        </a:rPr>
                        <a:t>Fish</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1, 2, 3, 5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4</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4147464885"/>
                  </a:ext>
                </a:extLst>
              </a:tr>
              <a:tr h="404742">
                <a:tc>
                  <a:txBody>
                    <a:bodyPr/>
                    <a:lstStyle/>
                    <a:p>
                      <a:pPr>
                        <a:lnSpc>
                          <a:spcPct val="115000"/>
                        </a:lnSpc>
                        <a:spcAft>
                          <a:spcPts val="800"/>
                        </a:spcAft>
                        <a:buNone/>
                      </a:pPr>
                      <a:r>
                        <a:rPr lang="en-US" sz="2100" kern="100">
                          <a:effectLst/>
                        </a:rPr>
                        <a:t>Tea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2, 3, 4, 5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4</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N/A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1958883084"/>
                  </a:ext>
                </a:extLst>
              </a:tr>
              <a:tr h="404742">
                <a:tc rowSpan="2">
                  <a:txBody>
                    <a:bodyPr/>
                    <a:lstStyle/>
                    <a:p>
                      <a:pPr>
                        <a:lnSpc>
                          <a:spcPct val="115000"/>
                        </a:lnSpc>
                        <a:spcAft>
                          <a:spcPts val="800"/>
                        </a:spcAft>
                        <a:buNone/>
                      </a:pPr>
                      <a:r>
                        <a:rPr lang="en-US" sz="2100" kern="100">
                          <a:effectLst/>
                        </a:rPr>
                        <a:t>Ugali, Fish</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rowSpan="2">
                  <a:txBody>
                    <a:bodyPr/>
                    <a:lstStyle/>
                    <a:p>
                      <a:pPr>
                        <a:lnSpc>
                          <a:spcPct val="115000"/>
                        </a:lnSpc>
                        <a:spcAft>
                          <a:spcPts val="800"/>
                        </a:spcAft>
                        <a:buNone/>
                      </a:pPr>
                      <a:r>
                        <a:rPr lang="en-US" sz="2100" kern="100">
                          <a:effectLst/>
                        </a:rPr>
                        <a:t>1, 3, 5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rowSpan="2">
                  <a:txBody>
                    <a:bodyPr/>
                    <a:lstStyle/>
                    <a:p>
                      <a:pPr>
                        <a:lnSpc>
                          <a:spcPct val="115000"/>
                        </a:lnSpc>
                        <a:spcAft>
                          <a:spcPts val="800"/>
                        </a:spcAft>
                        <a:buNone/>
                      </a:pPr>
                      <a:r>
                        <a:rPr lang="en-US" sz="2100" kern="100">
                          <a:effectLst/>
                        </a:rPr>
                        <a:t>3</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Ugali -&gt; Fish</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3/3 -&gt; 100%</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1408777281"/>
                  </a:ext>
                </a:extLst>
              </a:tr>
              <a:tr h="404742">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a:lnSpc>
                          <a:spcPct val="115000"/>
                        </a:lnSpc>
                        <a:spcAft>
                          <a:spcPts val="800"/>
                        </a:spcAft>
                        <a:buNone/>
                      </a:pPr>
                      <a:r>
                        <a:rPr lang="en-US" sz="2100" kern="100">
                          <a:effectLst/>
                        </a:rPr>
                        <a:t>Fish -&gt; Ugali</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¾ -&gt; 75%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1397566173"/>
                  </a:ext>
                </a:extLst>
              </a:tr>
              <a:tr h="404742">
                <a:tc rowSpan="2">
                  <a:txBody>
                    <a:bodyPr/>
                    <a:lstStyle/>
                    <a:p>
                      <a:pPr>
                        <a:lnSpc>
                          <a:spcPct val="115000"/>
                        </a:lnSpc>
                        <a:spcAft>
                          <a:spcPts val="800"/>
                        </a:spcAft>
                        <a:buNone/>
                      </a:pPr>
                      <a:r>
                        <a:rPr lang="en-US" sz="2100" kern="100">
                          <a:effectLst/>
                        </a:rPr>
                        <a:t>Chapati, Tea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rowSpan="2">
                  <a:txBody>
                    <a:bodyPr/>
                    <a:lstStyle/>
                    <a:p>
                      <a:pPr>
                        <a:lnSpc>
                          <a:spcPct val="115000"/>
                        </a:lnSpc>
                        <a:spcAft>
                          <a:spcPts val="800"/>
                        </a:spcAft>
                        <a:buNone/>
                      </a:pPr>
                      <a:r>
                        <a:rPr lang="en-US" sz="2100" kern="100">
                          <a:effectLst/>
                        </a:rPr>
                        <a:t>2, 3, 4</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rowSpan="2">
                  <a:txBody>
                    <a:bodyPr/>
                    <a:lstStyle/>
                    <a:p>
                      <a:pPr>
                        <a:lnSpc>
                          <a:spcPct val="115000"/>
                        </a:lnSpc>
                        <a:spcAft>
                          <a:spcPts val="800"/>
                        </a:spcAft>
                        <a:buNone/>
                      </a:pPr>
                      <a:r>
                        <a:rPr lang="en-US" sz="2100" kern="100">
                          <a:effectLst/>
                        </a:rPr>
                        <a:t>3</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Chapati -&gt; Tea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3/3 -&gt; 100%</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1195785839"/>
                  </a:ext>
                </a:extLst>
              </a:tr>
              <a:tr h="404742">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a:lnSpc>
                          <a:spcPct val="115000"/>
                        </a:lnSpc>
                        <a:spcAft>
                          <a:spcPts val="800"/>
                        </a:spcAft>
                        <a:buNone/>
                      </a:pPr>
                      <a:r>
                        <a:rPr lang="en-US" sz="2100" kern="100">
                          <a:effectLst/>
                        </a:rPr>
                        <a:t>Tea -&gt; Chapati</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¾ -&gt; 75%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2012489533"/>
                  </a:ext>
                </a:extLst>
              </a:tr>
              <a:tr h="404742">
                <a:tc rowSpan="2">
                  <a:txBody>
                    <a:bodyPr/>
                    <a:lstStyle/>
                    <a:p>
                      <a:pPr>
                        <a:lnSpc>
                          <a:spcPct val="115000"/>
                        </a:lnSpc>
                        <a:spcAft>
                          <a:spcPts val="800"/>
                        </a:spcAft>
                        <a:buNone/>
                      </a:pPr>
                      <a:r>
                        <a:rPr lang="en-US" sz="2100" kern="100">
                          <a:effectLst/>
                        </a:rPr>
                        <a:t>Fish, Tea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rowSpan="2">
                  <a:txBody>
                    <a:bodyPr/>
                    <a:lstStyle/>
                    <a:p>
                      <a:pPr>
                        <a:lnSpc>
                          <a:spcPct val="115000"/>
                        </a:lnSpc>
                        <a:spcAft>
                          <a:spcPts val="800"/>
                        </a:spcAft>
                        <a:buNone/>
                      </a:pPr>
                      <a:r>
                        <a:rPr lang="en-US" sz="2100" kern="100">
                          <a:effectLst/>
                        </a:rPr>
                        <a:t>2, 3, 5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rowSpan="2">
                  <a:txBody>
                    <a:bodyPr/>
                    <a:lstStyle/>
                    <a:p>
                      <a:pPr>
                        <a:lnSpc>
                          <a:spcPct val="115000"/>
                        </a:lnSpc>
                        <a:spcAft>
                          <a:spcPts val="800"/>
                        </a:spcAft>
                        <a:buNone/>
                      </a:pPr>
                      <a:r>
                        <a:rPr lang="en-US" sz="2100" kern="100">
                          <a:effectLst/>
                        </a:rPr>
                        <a:t>3</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Fish -&gt; Tea</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¾ -&gt; 75%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137058225"/>
                  </a:ext>
                </a:extLst>
              </a:tr>
              <a:tr h="404742">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a:lnSpc>
                          <a:spcPct val="115000"/>
                        </a:lnSpc>
                        <a:spcAft>
                          <a:spcPts val="800"/>
                        </a:spcAft>
                        <a:buNone/>
                      </a:pPr>
                      <a:r>
                        <a:rPr lang="en-US" sz="2100" kern="100">
                          <a:effectLst/>
                        </a:rPr>
                        <a:t>Tea -&gt; Fish</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tc>
                  <a:txBody>
                    <a:bodyPr/>
                    <a:lstStyle/>
                    <a:p>
                      <a:pPr>
                        <a:lnSpc>
                          <a:spcPct val="115000"/>
                        </a:lnSpc>
                        <a:spcAft>
                          <a:spcPts val="800"/>
                        </a:spcAft>
                        <a:buNone/>
                      </a:pPr>
                      <a:r>
                        <a:rPr lang="en-US" sz="2100" kern="100">
                          <a:effectLst/>
                        </a:rPr>
                        <a:t>¾ -&gt; 75%</a:t>
                      </a:r>
                      <a:endParaRPr lang="en-GB" sz="2100" kern="100">
                        <a:effectLst/>
                        <a:latin typeface="Aptos" panose="020B0004020202020204" pitchFamily="34" charset="0"/>
                        <a:ea typeface="Aptos" panose="020B0004020202020204" pitchFamily="34" charset="0"/>
                        <a:cs typeface="Times New Roman" panose="02020603050405020304" pitchFamily="18" charset="0"/>
                      </a:endParaRPr>
                    </a:p>
                  </a:txBody>
                  <a:tcPr marL="118205" marR="118205" marT="0" marB="0"/>
                </a:tc>
                <a:extLst>
                  <a:ext uri="{0D108BD9-81ED-4DB2-BD59-A6C34878D82A}">
                    <a16:rowId xmlns:a16="http://schemas.microsoft.com/office/drawing/2014/main" val="153674734"/>
                  </a:ext>
                </a:extLst>
              </a:tr>
            </a:tbl>
          </a:graphicData>
        </a:graphic>
      </p:graphicFrame>
    </p:spTree>
    <p:extLst>
      <p:ext uri="{BB962C8B-B14F-4D97-AF65-F5344CB8AC3E}">
        <p14:creationId xmlns:p14="http://schemas.microsoft.com/office/powerpoint/2010/main" val="1922380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954014-93FE-CB55-D2DD-29AD101470C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95ADB-70A3-B042-F56F-F3A60AFE49C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Finally – Power of the Association Rules</a:t>
            </a:r>
          </a:p>
        </p:txBody>
      </p:sp>
      <p:graphicFrame>
        <p:nvGraphicFramePr>
          <p:cNvPr id="4" name="Table 3">
            <a:extLst>
              <a:ext uri="{FF2B5EF4-FFF2-40B4-BE49-F238E27FC236}">
                <a16:creationId xmlns:a16="http://schemas.microsoft.com/office/drawing/2014/main" id="{E9BC6F61-3ABA-0789-D7B6-02F514FC2898}"/>
              </a:ext>
            </a:extLst>
          </p:cNvPr>
          <p:cNvGraphicFramePr>
            <a:graphicFrameLocks noGrp="1"/>
          </p:cNvGraphicFramePr>
          <p:nvPr>
            <p:extLst>
              <p:ext uri="{D42A27DB-BD31-4B8C-83A1-F6EECF244321}">
                <p14:modId xmlns:p14="http://schemas.microsoft.com/office/powerpoint/2010/main" val="4016258354"/>
              </p:ext>
            </p:extLst>
          </p:nvPr>
        </p:nvGraphicFramePr>
        <p:xfrm>
          <a:off x="432225" y="2194669"/>
          <a:ext cx="11327551" cy="3995412"/>
        </p:xfrm>
        <a:graphic>
          <a:graphicData uri="http://schemas.openxmlformats.org/drawingml/2006/table">
            <a:tbl>
              <a:tblPr firstRow="1" firstCol="1" bandRow="1">
                <a:solidFill>
                  <a:schemeClr val="accent1">
                    <a:lumMod val="20000"/>
                    <a:lumOff val="80000"/>
                  </a:schemeClr>
                </a:solidFill>
                <a:tableStyleId>{5C22544A-7EE6-4342-B048-85BDC9FD1C3A}</a:tableStyleId>
              </a:tblPr>
              <a:tblGrid>
                <a:gridCol w="3470382">
                  <a:extLst>
                    <a:ext uri="{9D8B030D-6E8A-4147-A177-3AD203B41FA5}">
                      <a16:colId xmlns:a16="http://schemas.microsoft.com/office/drawing/2014/main" val="4160443483"/>
                    </a:ext>
                  </a:extLst>
                </a:gridCol>
                <a:gridCol w="4663012">
                  <a:extLst>
                    <a:ext uri="{9D8B030D-6E8A-4147-A177-3AD203B41FA5}">
                      <a16:colId xmlns:a16="http://schemas.microsoft.com/office/drawing/2014/main" val="1477162589"/>
                    </a:ext>
                  </a:extLst>
                </a:gridCol>
                <a:gridCol w="3194157">
                  <a:extLst>
                    <a:ext uri="{9D8B030D-6E8A-4147-A177-3AD203B41FA5}">
                      <a16:colId xmlns:a16="http://schemas.microsoft.com/office/drawing/2014/main" val="2900896995"/>
                    </a:ext>
                  </a:extLst>
                </a:gridCol>
              </a:tblGrid>
              <a:tr h="710346">
                <a:tc>
                  <a:txBody>
                    <a:bodyPr/>
                    <a:lstStyle/>
                    <a:p>
                      <a:pPr>
                        <a:lnSpc>
                          <a:spcPct val="115000"/>
                        </a:lnSpc>
                        <a:spcAft>
                          <a:spcPts val="800"/>
                        </a:spcAft>
                        <a:buNone/>
                      </a:pPr>
                      <a:r>
                        <a:rPr lang="en-US" sz="1700" b="1" kern="100" cap="all" spc="60" dirty="0">
                          <a:solidFill>
                            <a:schemeClr val="tx1"/>
                          </a:solidFill>
                          <a:effectLst/>
                        </a:rPr>
                        <a:t>Item Ordered</a:t>
                      </a:r>
                      <a:endParaRPr lang="en-GB" sz="1700" b="1" kern="100"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91363" marR="191363" marT="191363" marB="19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1700" b="1" kern="100" cap="all" spc="60">
                          <a:solidFill>
                            <a:schemeClr val="tx1"/>
                          </a:solidFill>
                          <a:effectLst/>
                        </a:rPr>
                        <a:t>Recommended With</a:t>
                      </a:r>
                      <a:endParaRPr lang="en-GB" sz="1700" b="1" kern="100" cap="all" spc="6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91363" marR="191363" marT="191363" marB="19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1700" b="1" kern="100" cap="all" spc="60">
                          <a:solidFill>
                            <a:schemeClr val="tx1"/>
                          </a:solidFill>
                          <a:effectLst/>
                        </a:rPr>
                        <a:t>Confidence</a:t>
                      </a:r>
                      <a:endParaRPr lang="en-GB" sz="1700" b="1" kern="100" cap="all" spc="6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91363" marR="191363" marT="191363" marB="19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677399"/>
                  </a:ext>
                </a:extLst>
              </a:tr>
              <a:tr h="547511">
                <a:tc>
                  <a:txBody>
                    <a:bodyPr/>
                    <a:lstStyle/>
                    <a:p>
                      <a:pPr>
                        <a:lnSpc>
                          <a:spcPct val="115000"/>
                        </a:lnSpc>
                        <a:spcAft>
                          <a:spcPts val="800"/>
                        </a:spcAft>
                        <a:buNone/>
                      </a:pPr>
                      <a:r>
                        <a:rPr lang="en-US" sz="1700" b="1" kern="100" cap="none" spc="0" dirty="0">
                          <a:solidFill>
                            <a:schemeClr val="tx1"/>
                          </a:solidFill>
                          <a:effectLst/>
                        </a:rPr>
                        <a:t>Ugali</a:t>
                      </a:r>
                      <a:endParaRPr lang="en-GB" sz="1700" b="1"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2200" kern="100" cap="none" spc="0">
                          <a:solidFill>
                            <a:schemeClr val="tx1"/>
                          </a:solidFill>
                          <a:effectLst/>
                        </a:rPr>
                        <a:t>Fish</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2200" kern="100" cap="none" spc="0">
                          <a:solidFill>
                            <a:schemeClr val="tx1"/>
                          </a:solidFill>
                          <a:effectLst/>
                        </a:rPr>
                        <a:t>100%</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9344353"/>
                  </a:ext>
                </a:extLst>
              </a:tr>
              <a:tr h="547511">
                <a:tc>
                  <a:txBody>
                    <a:bodyPr/>
                    <a:lstStyle/>
                    <a:p>
                      <a:pPr>
                        <a:lnSpc>
                          <a:spcPct val="115000"/>
                        </a:lnSpc>
                        <a:spcAft>
                          <a:spcPts val="800"/>
                        </a:spcAft>
                        <a:buNone/>
                      </a:pPr>
                      <a:r>
                        <a:rPr lang="en-US" sz="1700" b="1" kern="100" cap="none" spc="0">
                          <a:solidFill>
                            <a:schemeClr val="tx1"/>
                          </a:solidFill>
                          <a:effectLst/>
                        </a:rPr>
                        <a:t>Fish</a:t>
                      </a:r>
                      <a:endParaRPr lang="en-GB"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tc>
                  <a:txBody>
                    <a:bodyPr/>
                    <a:lstStyle/>
                    <a:p>
                      <a:pPr>
                        <a:lnSpc>
                          <a:spcPct val="115000"/>
                        </a:lnSpc>
                        <a:spcAft>
                          <a:spcPts val="800"/>
                        </a:spcAft>
                        <a:buNone/>
                      </a:pPr>
                      <a:r>
                        <a:rPr lang="en-US" sz="2200" kern="100" cap="none" spc="0">
                          <a:solidFill>
                            <a:schemeClr val="tx1"/>
                          </a:solidFill>
                          <a:effectLst/>
                        </a:rPr>
                        <a:t>Ugali</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tc>
                  <a:txBody>
                    <a:bodyPr/>
                    <a:lstStyle/>
                    <a:p>
                      <a:pPr>
                        <a:lnSpc>
                          <a:spcPct val="115000"/>
                        </a:lnSpc>
                        <a:spcAft>
                          <a:spcPts val="800"/>
                        </a:spcAft>
                        <a:buNone/>
                      </a:pPr>
                      <a:r>
                        <a:rPr lang="en-US" sz="2200" kern="100" cap="none" spc="0">
                          <a:solidFill>
                            <a:schemeClr val="tx1"/>
                          </a:solidFill>
                          <a:effectLst/>
                        </a:rPr>
                        <a:t>75%</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extLst>
                  <a:ext uri="{0D108BD9-81ED-4DB2-BD59-A6C34878D82A}">
                    <a16:rowId xmlns:a16="http://schemas.microsoft.com/office/drawing/2014/main" val="2288222676"/>
                  </a:ext>
                </a:extLst>
              </a:tr>
              <a:tr h="547511">
                <a:tc>
                  <a:txBody>
                    <a:bodyPr/>
                    <a:lstStyle/>
                    <a:p>
                      <a:pPr>
                        <a:lnSpc>
                          <a:spcPct val="115000"/>
                        </a:lnSpc>
                        <a:spcAft>
                          <a:spcPts val="800"/>
                        </a:spcAft>
                        <a:buNone/>
                      </a:pPr>
                      <a:r>
                        <a:rPr lang="en-US" sz="1700" b="1" kern="100" cap="none" spc="0">
                          <a:solidFill>
                            <a:schemeClr val="tx1"/>
                          </a:solidFill>
                          <a:effectLst/>
                        </a:rPr>
                        <a:t>Chapati</a:t>
                      </a:r>
                      <a:endParaRPr lang="en-GB"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2200" kern="100" cap="none" spc="0">
                          <a:solidFill>
                            <a:schemeClr val="tx1"/>
                          </a:solidFill>
                          <a:effectLst/>
                        </a:rPr>
                        <a:t>Tea</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2200" kern="100" cap="none" spc="0">
                          <a:solidFill>
                            <a:schemeClr val="tx1"/>
                          </a:solidFill>
                          <a:effectLst/>
                        </a:rPr>
                        <a:t>100%</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5317821"/>
                  </a:ext>
                </a:extLst>
              </a:tr>
              <a:tr h="547511">
                <a:tc>
                  <a:txBody>
                    <a:bodyPr/>
                    <a:lstStyle/>
                    <a:p>
                      <a:pPr>
                        <a:lnSpc>
                          <a:spcPct val="115000"/>
                        </a:lnSpc>
                        <a:spcAft>
                          <a:spcPts val="800"/>
                        </a:spcAft>
                        <a:buNone/>
                      </a:pPr>
                      <a:r>
                        <a:rPr lang="en-US" sz="1700" b="1" kern="100" cap="none" spc="0">
                          <a:solidFill>
                            <a:schemeClr val="tx1"/>
                          </a:solidFill>
                          <a:effectLst/>
                        </a:rPr>
                        <a:t>Tea</a:t>
                      </a:r>
                      <a:endParaRPr lang="en-GB"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tc>
                  <a:txBody>
                    <a:bodyPr/>
                    <a:lstStyle/>
                    <a:p>
                      <a:pPr>
                        <a:lnSpc>
                          <a:spcPct val="115000"/>
                        </a:lnSpc>
                        <a:spcAft>
                          <a:spcPts val="800"/>
                        </a:spcAft>
                        <a:buNone/>
                      </a:pPr>
                      <a:r>
                        <a:rPr lang="en-US" sz="2200" kern="100" cap="none" spc="0">
                          <a:solidFill>
                            <a:schemeClr val="tx1"/>
                          </a:solidFill>
                          <a:effectLst/>
                        </a:rPr>
                        <a:t>Chapati</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tc>
                  <a:txBody>
                    <a:bodyPr/>
                    <a:lstStyle/>
                    <a:p>
                      <a:pPr>
                        <a:lnSpc>
                          <a:spcPct val="115000"/>
                        </a:lnSpc>
                        <a:spcAft>
                          <a:spcPts val="800"/>
                        </a:spcAft>
                        <a:buNone/>
                      </a:pPr>
                      <a:r>
                        <a:rPr lang="en-US" sz="2200" kern="100" cap="none" spc="0">
                          <a:solidFill>
                            <a:schemeClr val="tx1"/>
                          </a:solidFill>
                          <a:effectLst/>
                        </a:rPr>
                        <a:t>75%</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extLst>
                  <a:ext uri="{0D108BD9-81ED-4DB2-BD59-A6C34878D82A}">
                    <a16:rowId xmlns:a16="http://schemas.microsoft.com/office/drawing/2014/main" val="4218595063"/>
                  </a:ext>
                </a:extLst>
              </a:tr>
              <a:tr h="547511">
                <a:tc>
                  <a:txBody>
                    <a:bodyPr/>
                    <a:lstStyle/>
                    <a:p>
                      <a:pPr>
                        <a:lnSpc>
                          <a:spcPct val="115000"/>
                        </a:lnSpc>
                        <a:spcAft>
                          <a:spcPts val="800"/>
                        </a:spcAft>
                        <a:buNone/>
                      </a:pPr>
                      <a:r>
                        <a:rPr lang="en-US" sz="1700" b="1" kern="100" cap="none" spc="0">
                          <a:solidFill>
                            <a:schemeClr val="tx1"/>
                          </a:solidFill>
                          <a:effectLst/>
                        </a:rPr>
                        <a:t>Fish</a:t>
                      </a:r>
                      <a:endParaRPr lang="en-GB"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2200" kern="100" cap="none" spc="0">
                          <a:solidFill>
                            <a:schemeClr val="tx1"/>
                          </a:solidFill>
                          <a:effectLst/>
                        </a:rPr>
                        <a:t>Tea</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800"/>
                        </a:spcAft>
                        <a:buNone/>
                      </a:pPr>
                      <a:r>
                        <a:rPr lang="en-US" sz="2200" kern="100" cap="none" spc="0">
                          <a:solidFill>
                            <a:schemeClr val="tx1"/>
                          </a:solidFill>
                          <a:effectLst/>
                        </a:rPr>
                        <a:t>75%</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773446"/>
                  </a:ext>
                </a:extLst>
              </a:tr>
              <a:tr h="547511">
                <a:tc>
                  <a:txBody>
                    <a:bodyPr/>
                    <a:lstStyle/>
                    <a:p>
                      <a:pPr>
                        <a:lnSpc>
                          <a:spcPct val="115000"/>
                        </a:lnSpc>
                        <a:spcAft>
                          <a:spcPts val="800"/>
                        </a:spcAft>
                        <a:buNone/>
                      </a:pPr>
                      <a:r>
                        <a:rPr lang="en-US" sz="1700" b="1" kern="100" cap="none" spc="0">
                          <a:solidFill>
                            <a:schemeClr val="tx1"/>
                          </a:solidFill>
                          <a:effectLst/>
                        </a:rPr>
                        <a:t>Tea</a:t>
                      </a:r>
                      <a:endParaRPr lang="en-GB"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tc>
                  <a:txBody>
                    <a:bodyPr/>
                    <a:lstStyle/>
                    <a:p>
                      <a:pPr>
                        <a:lnSpc>
                          <a:spcPct val="115000"/>
                        </a:lnSpc>
                        <a:spcAft>
                          <a:spcPts val="800"/>
                        </a:spcAft>
                        <a:buNone/>
                      </a:pPr>
                      <a:r>
                        <a:rPr lang="en-US" sz="2200" kern="100" cap="none" spc="0">
                          <a:solidFill>
                            <a:schemeClr val="tx1"/>
                          </a:solidFill>
                          <a:effectLst/>
                        </a:rPr>
                        <a:t>Fish</a:t>
                      </a:r>
                      <a:endParaRPr lang="en-GB" sz="22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tc>
                  <a:txBody>
                    <a:bodyPr/>
                    <a:lstStyle/>
                    <a:p>
                      <a:pPr>
                        <a:lnSpc>
                          <a:spcPct val="115000"/>
                        </a:lnSpc>
                        <a:spcAft>
                          <a:spcPts val="800"/>
                        </a:spcAft>
                        <a:buNone/>
                      </a:pPr>
                      <a:r>
                        <a:rPr lang="en-US" sz="2200" kern="100" cap="none" spc="0" dirty="0">
                          <a:solidFill>
                            <a:schemeClr val="tx1"/>
                          </a:solidFill>
                          <a:effectLst/>
                        </a:rPr>
                        <a:t>75%</a:t>
                      </a:r>
                      <a:endParaRPr lang="en-GB" sz="22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681" marR="95681" marT="0" marB="1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3F3">
                        <a:alpha val="50196"/>
                      </a:srgbClr>
                    </a:solidFill>
                  </a:tcPr>
                </a:tc>
                <a:extLst>
                  <a:ext uri="{0D108BD9-81ED-4DB2-BD59-A6C34878D82A}">
                    <a16:rowId xmlns:a16="http://schemas.microsoft.com/office/drawing/2014/main" val="4282215043"/>
                  </a:ext>
                </a:extLst>
              </a:tr>
            </a:tbl>
          </a:graphicData>
        </a:graphic>
      </p:graphicFrame>
    </p:spTree>
    <p:extLst>
      <p:ext uri="{BB962C8B-B14F-4D97-AF65-F5344CB8AC3E}">
        <p14:creationId xmlns:p14="http://schemas.microsoft.com/office/powerpoint/2010/main" val="788894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Applications in Kenya</a:t>
            </a:r>
          </a:p>
        </p:txBody>
      </p:sp>
      <p:graphicFrame>
        <p:nvGraphicFramePr>
          <p:cNvPr id="5" name="Content Placeholder 2">
            <a:extLst>
              <a:ext uri="{FF2B5EF4-FFF2-40B4-BE49-F238E27FC236}">
                <a16:creationId xmlns:a16="http://schemas.microsoft.com/office/drawing/2014/main" id="{9C56BC65-6CC3-DAFA-961A-97A1FE5C1DE7}"/>
              </a:ext>
            </a:extLst>
          </p:cNvPr>
          <p:cNvGraphicFramePr>
            <a:graphicFrameLocks noGrp="1"/>
          </p:cNvGraphicFramePr>
          <p:nvPr>
            <p:ph idx="1"/>
            <p:extLst>
              <p:ext uri="{D42A27DB-BD31-4B8C-83A1-F6EECF244321}">
                <p14:modId xmlns:p14="http://schemas.microsoft.com/office/powerpoint/2010/main" val="19244240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Choosing the Right Algorithm</a:t>
            </a:r>
          </a:p>
        </p:txBody>
      </p:sp>
      <p:sp>
        <p:nvSpPr>
          <p:cNvPr id="3" name="Content Placeholder 2"/>
          <p:cNvSpPr>
            <a:spLocks noGrp="1"/>
          </p:cNvSpPr>
          <p:nvPr>
            <p:ph idx="1"/>
          </p:nvPr>
        </p:nvSpPr>
        <p:spPr>
          <a:xfrm>
            <a:off x="6503158" y="649480"/>
            <a:ext cx="4862447" cy="5546047"/>
          </a:xfrm>
        </p:spPr>
        <p:txBody>
          <a:bodyPr anchor="ctr">
            <a:normAutofit/>
          </a:bodyPr>
          <a:lstStyle/>
          <a:p>
            <a:r>
              <a:rPr lang="en-US" sz="2000" b="1" dirty="0"/>
              <a:t>Data Size &amp; Density</a:t>
            </a:r>
            <a:r>
              <a:rPr lang="en-US" sz="2000" dirty="0"/>
              <a:t>:</a:t>
            </a:r>
          </a:p>
          <a:p>
            <a:pPr lvl="1"/>
            <a:r>
              <a:rPr lang="en-US" sz="2000" dirty="0"/>
              <a:t>ECLAT &amp; FP-Growth → large/dense datasets</a:t>
            </a:r>
          </a:p>
          <a:p>
            <a:pPr lvl="1"/>
            <a:r>
              <a:rPr lang="en-US" sz="2000" dirty="0" err="1"/>
              <a:t>Apriori</a:t>
            </a:r>
            <a:r>
              <a:rPr lang="en-US" sz="2000" dirty="0"/>
              <a:t> → small datasets</a:t>
            </a:r>
          </a:p>
          <a:p>
            <a:endParaRPr lang="en-US" sz="2000" dirty="0"/>
          </a:p>
          <a:p>
            <a:r>
              <a:rPr lang="en-US" sz="2000" b="1" dirty="0"/>
              <a:t>Memory:</a:t>
            </a:r>
          </a:p>
          <a:p>
            <a:pPr lvl="1"/>
            <a:r>
              <a:rPr lang="en-US" sz="2000" dirty="0"/>
              <a:t>ECLAT → high (TID lists)</a:t>
            </a:r>
          </a:p>
          <a:p>
            <a:pPr lvl="1"/>
            <a:r>
              <a:rPr lang="en-US" sz="2000" dirty="0"/>
              <a:t>FP-Growth → compact</a:t>
            </a:r>
          </a:p>
          <a:p>
            <a:endParaRPr lang="en-US" sz="2000" dirty="0"/>
          </a:p>
          <a:p>
            <a:r>
              <a:rPr lang="en-US" sz="2000" b="1" dirty="0"/>
              <a:t>Ease:</a:t>
            </a:r>
          </a:p>
          <a:p>
            <a:pPr lvl="1"/>
            <a:r>
              <a:rPr lang="en-US" sz="2000" dirty="0" err="1"/>
              <a:t>Apriori</a:t>
            </a:r>
            <a:r>
              <a:rPr lang="en-US" sz="2000" dirty="0"/>
              <a:t> easiest</a:t>
            </a:r>
          </a:p>
          <a:p>
            <a:pPr lvl="1"/>
            <a:r>
              <a:rPr lang="en-US" sz="2000" dirty="0"/>
              <a:t>ECLAT &amp; FP-Growth faster but complex</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Algorithm Comparison</a:t>
            </a:r>
          </a:p>
        </p:txBody>
      </p:sp>
      <p:pic>
        <p:nvPicPr>
          <p:cNvPr id="7" name="Picture 6">
            <a:extLst>
              <a:ext uri="{FF2B5EF4-FFF2-40B4-BE49-F238E27FC236}">
                <a16:creationId xmlns:a16="http://schemas.microsoft.com/office/drawing/2014/main" id="{1A8B04D3-616F-EFE6-2F29-174D05B8E39F}"/>
              </a:ext>
            </a:extLst>
          </p:cNvPr>
          <p:cNvPicPr>
            <a:picLocks noChangeAspect="1"/>
          </p:cNvPicPr>
          <p:nvPr/>
        </p:nvPicPr>
        <p:blipFill>
          <a:blip r:embed="rId2"/>
          <a:stretch>
            <a:fillRect/>
          </a:stretch>
        </p:blipFill>
        <p:spPr>
          <a:xfrm>
            <a:off x="432225" y="2549879"/>
            <a:ext cx="11327549" cy="328498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D1F3C"/>
          </a:solidFill>
          <a:ln w="12700">
            <a:solidFill>
              <a:srgbClr val="0D1F3C"/>
            </a:solidFill>
            <a:prstDash val="solid"/>
          </a:ln>
        </p:spPr>
        <p:txBody>
          <a:bodyPr/>
          <a:lstStyle/>
          <a:p>
            <a:pPr defTabSz="1219170"/>
            <a:endParaRPr lang="en-KE" sz="2400">
              <a:solidFill>
                <a:prstClr val="black"/>
              </a:solidFill>
              <a:latin typeface="Calibri" panose="020F0502020204030204"/>
            </a:endParaRPr>
          </a:p>
        </p:txBody>
      </p:sp>
      <p:sp>
        <p:nvSpPr>
          <p:cNvPr id="3" name="Text 1"/>
          <p:cNvSpPr/>
          <p:nvPr/>
        </p:nvSpPr>
        <p:spPr>
          <a:xfrm>
            <a:off x="487680" y="121920"/>
            <a:ext cx="9753600" cy="975360"/>
          </a:xfrm>
          <a:prstGeom prst="rect">
            <a:avLst/>
          </a:prstGeom>
          <a:noFill/>
          <a:ln/>
        </p:spPr>
        <p:txBody>
          <a:bodyPr wrap="square" lIns="0" tIns="0" rIns="0" bIns="0" rtlCol="0" anchor="ctr"/>
          <a:lstStyle/>
          <a:p>
            <a:pPr defTabSz="1219170"/>
            <a:r>
              <a:rPr lang="en-US" sz="3200" b="1" dirty="0">
                <a:solidFill>
                  <a:srgbClr val="FFFFFF"/>
                </a:solidFill>
                <a:latin typeface="Calibri" pitchFamily="34" charset="0"/>
                <a:ea typeface="Calibri" pitchFamily="34" charset="-122"/>
                <a:cs typeface="Calibri" pitchFamily="34" charset="-120"/>
              </a:rPr>
              <a:t>Challenges of ARM in Big Data</a:t>
            </a:r>
            <a:endParaRPr lang="en-US" sz="3200" dirty="0">
              <a:solidFill>
                <a:prstClr val="black"/>
              </a:solidFill>
              <a:latin typeface="Calibri" panose="020F0502020204030204"/>
            </a:endParaRPr>
          </a:p>
        </p:txBody>
      </p:sp>
      <p:sp>
        <p:nvSpPr>
          <p:cNvPr id="4" name="Text 2"/>
          <p:cNvSpPr/>
          <p:nvPr/>
        </p:nvSpPr>
        <p:spPr>
          <a:xfrm>
            <a:off x="10363200" y="243840"/>
            <a:ext cx="1463040" cy="731520"/>
          </a:xfrm>
          <a:prstGeom prst="rect">
            <a:avLst/>
          </a:prstGeom>
          <a:noFill/>
          <a:ln/>
        </p:spPr>
        <p:txBody>
          <a:bodyPr wrap="square" lIns="0" tIns="0" rIns="0" bIns="0" rtlCol="0" anchor="ctr"/>
          <a:lstStyle/>
          <a:p>
            <a:pPr algn="r" defTabSz="1219170"/>
            <a:r>
              <a:rPr lang="en-US" sz="1600" dirty="0">
                <a:solidFill>
                  <a:srgbClr val="14B8D4"/>
                </a:solidFill>
                <a:latin typeface="Calibri" pitchFamily="34" charset="0"/>
                <a:ea typeface="Calibri" pitchFamily="34" charset="-122"/>
                <a:cs typeface="Calibri" pitchFamily="34" charset="-120"/>
              </a:rPr>
              <a:t>1 of 2</a:t>
            </a:r>
            <a:endParaRPr lang="en-US" sz="1600" dirty="0">
              <a:solidFill>
                <a:prstClr val="black"/>
              </a:solidFill>
              <a:latin typeface="Calibri" panose="020F0502020204030204"/>
            </a:endParaRPr>
          </a:p>
        </p:txBody>
      </p:sp>
      <p:sp>
        <p:nvSpPr>
          <p:cNvPr id="5" name="Shape 3"/>
          <p:cNvSpPr/>
          <p:nvPr/>
        </p:nvSpPr>
        <p:spPr>
          <a:xfrm>
            <a:off x="487680" y="1463040"/>
            <a:ext cx="11216640" cy="1463040"/>
          </a:xfrm>
          <a:prstGeom prst="rect">
            <a:avLst/>
          </a:prstGeom>
          <a:solidFill>
            <a:srgbClr val="FFFFFF"/>
          </a:solidFill>
          <a:ln/>
          <a:effectLst>
            <a:outerShdw blurRad="50800" dist="25400" dir="8100000" algn="bl" rotWithShape="0">
              <a:srgbClr val="000000">
                <a:alpha val="7000"/>
              </a:srgbClr>
            </a:outerShdw>
          </a:effectLst>
        </p:spPr>
        <p:txBody>
          <a:bodyPr/>
          <a:lstStyle/>
          <a:p>
            <a:pPr defTabSz="1219170"/>
            <a:endParaRPr lang="en-KE" sz="2400">
              <a:solidFill>
                <a:prstClr val="black"/>
              </a:solidFill>
              <a:latin typeface="Calibri" panose="020F0502020204030204"/>
            </a:endParaRPr>
          </a:p>
        </p:txBody>
      </p:sp>
      <p:sp>
        <p:nvSpPr>
          <p:cNvPr id="6" name="Shape 4"/>
          <p:cNvSpPr/>
          <p:nvPr/>
        </p:nvSpPr>
        <p:spPr>
          <a:xfrm>
            <a:off x="487680" y="1463040"/>
            <a:ext cx="853440" cy="1463040"/>
          </a:xfrm>
          <a:prstGeom prst="rect">
            <a:avLst/>
          </a:prstGeom>
          <a:solidFill>
            <a:srgbClr val="0A7EA4"/>
          </a:solidFill>
          <a:ln w="12700">
            <a:solidFill>
              <a:srgbClr val="0A7EA4"/>
            </a:solidFill>
            <a:prstDash val="solid"/>
          </a:ln>
        </p:spPr>
        <p:txBody>
          <a:bodyPr/>
          <a:lstStyle/>
          <a:p>
            <a:pPr defTabSz="1219170"/>
            <a:endParaRPr lang="en-KE" sz="2400">
              <a:solidFill>
                <a:prstClr val="black"/>
              </a:solidFill>
              <a:latin typeface="Calibri" panose="020F0502020204030204"/>
            </a:endParaRPr>
          </a:p>
        </p:txBody>
      </p:sp>
      <p:sp>
        <p:nvSpPr>
          <p:cNvPr id="7" name="Text 5"/>
          <p:cNvSpPr/>
          <p:nvPr/>
        </p:nvSpPr>
        <p:spPr>
          <a:xfrm>
            <a:off x="487680" y="1828800"/>
            <a:ext cx="853440" cy="7315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01</a:t>
            </a:r>
            <a:endParaRPr lang="en-US" sz="2400" dirty="0">
              <a:solidFill>
                <a:prstClr val="black"/>
              </a:solidFill>
              <a:latin typeface="Calibri" panose="020F0502020204030204"/>
            </a:endParaRPr>
          </a:p>
        </p:txBody>
      </p:sp>
      <p:sp>
        <p:nvSpPr>
          <p:cNvPr id="8" name="Text 6"/>
          <p:cNvSpPr/>
          <p:nvPr/>
        </p:nvSpPr>
        <p:spPr>
          <a:xfrm>
            <a:off x="1463040" y="1560576"/>
            <a:ext cx="9997440" cy="463296"/>
          </a:xfrm>
          <a:prstGeom prst="rect">
            <a:avLst/>
          </a:prstGeom>
          <a:noFill/>
          <a:ln/>
        </p:spPr>
        <p:txBody>
          <a:bodyPr wrap="square" lIns="0" tIns="0" rIns="0" bIns="0" rtlCol="0" anchor="ctr"/>
          <a:lstStyle/>
          <a:p>
            <a:pPr defTabSz="1219170"/>
            <a:r>
              <a:rPr lang="en-US" sz="1867" b="1" dirty="0">
                <a:solidFill>
                  <a:srgbClr val="0D1F3C"/>
                </a:solidFill>
                <a:latin typeface="Calibri" pitchFamily="34" charset="0"/>
                <a:ea typeface="Calibri" pitchFamily="34" charset="-122"/>
                <a:cs typeface="Calibri" pitchFamily="34" charset="-120"/>
              </a:rPr>
              <a:t>High Computational Complexity</a:t>
            </a:r>
            <a:endParaRPr lang="en-US" sz="1867" dirty="0">
              <a:solidFill>
                <a:prstClr val="black"/>
              </a:solidFill>
              <a:latin typeface="Calibri" panose="020F0502020204030204"/>
            </a:endParaRPr>
          </a:p>
        </p:txBody>
      </p:sp>
      <p:sp>
        <p:nvSpPr>
          <p:cNvPr id="9" name="Text 7"/>
          <p:cNvSpPr/>
          <p:nvPr/>
        </p:nvSpPr>
        <p:spPr>
          <a:xfrm>
            <a:off x="1463040" y="2048256"/>
            <a:ext cx="9997440" cy="792480"/>
          </a:xfrm>
          <a:prstGeom prst="rect">
            <a:avLst/>
          </a:prstGeom>
          <a:noFill/>
          <a:ln/>
        </p:spPr>
        <p:txBody>
          <a:bodyPr wrap="square" lIns="0" tIns="0" rIns="0" bIns="0" rtlCol="0" anchor="ctr"/>
          <a:lstStyle/>
          <a:p>
            <a:pPr defTabSz="1219170"/>
            <a:r>
              <a:rPr lang="en-US" sz="1533" dirty="0">
                <a:solidFill>
                  <a:srgbClr val="64748B"/>
                </a:solidFill>
                <a:latin typeface="Calibri" pitchFamily="34" charset="0"/>
                <a:ea typeface="Calibri" pitchFamily="34" charset="-122"/>
                <a:cs typeface="Calibri" pitchFamily="34" charset="-120"/>
              </a:rPr>
              <a:t>Mining frequent itemsets requires exponential search space (2ᵐ for m items). A retail dataset with 10,000 unique products generates over 50 million possible itemsets.</a:t>
            </a:r>
            <a:endParaRPr lang="en-US" sz="1533" dirty="0">
              <a:solidFill>
                <a:prstClr val="black"/>
              </a:solidFill>
              <a:latin typeface="Calibri" panose="020F0502020204030204"/>
            </a:endParaRPr>
          </a:p>
        </p:txBody>
      </p:sp>
      <p:sp>
        <p:nvSpPr>
          <p:cNvPr id="10" name="Shape 8"/>
          <p:cNvSpPr/>
          <p:nvPr/>
        </p:nvSpPr>
        <p:spPr>
          <a:xfrm>
            <a:off x="487680" y="3108960"/>
            <a:ext cx="11216640" cy="1463040"/>
          </a:xfrm>
          <a:prstGeom prst="rect">
            <a:avLst/>
          </a:prstGeom>
          <a:solidFill>
            <a:srgbClr val="FFFFFF"/>
          </a:solidFill>
          <a:ln/>
          <a:effectLst>
            <a:outerShdw blurRad="50800" dist="25400" dir="8100000" algn="bl" rotWithShape="0">
              <a:srgbClr val="000000">
                <a:alpha val="7000"/>
              </a:srgbClr>
            </a:outerShdw>
          </a:effectLst>
        </p:spPr>
        <p:txBody>
          <a:bodyPr/>
          <a:lstStyle/>
          <a:p>
            <a:pPr defTabSz="1219170"/>
            <a:endParaRPr lang="en-KE" sz="2400">
              <a:solidFill>
                <a:prstClr val="black"/>
              </a:solidFill>
              <a:latin typeface="Calibri" panose="020F0502020204030204"/>
            </a:endParaRPr>
          </a:p>
        </p:txBody>
      </p:sp>
      <p:sp>
        <p:nvSpPr>
          <p:cNvPr id="11" name="Shape 9"/>
          <p:cNvSpPr/>
          <p:nvPr/>
        </p:nvSpPr>
        <p:spPr>
          <a:xfrm>
            <a:off x="487680" y="3108960"/>
            <a:ext cx="853440" cy="1463040"/>
          </a:xfrm>
          <a:prstGeom prst="rect">
            <a:avLst/>
          </a:prstGeom>
          <a:solidFill>
            <a:srgbClr val="0D1F3C"/>
          </a:solidFill>
          <a:ln w="12700">
            <a:solidFill>
              <a:srgbClr val="0D1F3C"/>
            </a:solidFill>
            <a:prstDash val="solid"/>
          </a:ln>
        </p:spPr>
        <p:txBody>
          <a:bodyPr/>
          <a:lstStyle/>
          <a:p>
            <a:pPr defTabSz="1219170"/>
            <a:endParaRPr lang="en-KE" sz="2400">
              <a:solidFill>
                <a:prstClr val="black"/>
              </a:solidFill>
              <a:latin typeface="Calibri" panose="020F0502020204030204"/>
            </a:endParaRPr>
          </a:p>
        </p:txBody>
      </p:sp>
      <p:sp>
        <p:nvSpPr>
          <p:cNvPr id="12" name="Text 10"/>
          <p:cNvSpPr/>
          <p:nvPr/>
        </p:nvSpPr>
        <p:spPr>
          <a:xfrm>
            <a:off x="487680" y="3474720"/>
            <a:ext cx="853440" cy="7315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02</a:t>
            </a:r>
            <a:endParaRPr lang="en-US" sz="2400" dirty="0">
              <a:solidFill>
                <a:prstClr val="black"/>
              </a:solidFill>
              <a:latin typeface="Calibri" panose="020F0502020204030204"/>
            </a:endParaRPr>
          </a:p>
        </p:txBody>
      </p:sp>
      <p:sp>
        <p:nvSpPr>
          <p:cNvPr id="13" name="Text 11"/>
          <p:cNvSpPr/>
          <p:nvPr/>
        </p:nvSpPr>
        <p:spPr>
          <a:xfrm>
            <a:off x="1463040" y="3206496"/>
            <a:ext cx="9997440" cy="463296"/>
          </a:xfrm>
          <a:prstGeom prst="rect">
            <a:avLst/>
          </a:prstGeom>
          <a:noFill/>
          <a:ln/>
        </p:spPr>
        <p:txBody>
          <a:bodyPr wrap="square" lIns="0" tIns="0" rIns="0" bIns="0" rtlCol="0" anchor="ctr"/>
          <a:lstStyle/>
          <a:p>
            <a:pPr defTabSz="1219170"/>
            <a:r>
              <a:rPr lang="en-US" sz="1867" b="1" dirty="0">
                <a:solidFill>
                  <a:srgbClr val="0D1F3C"/>
                </a:solidFill>
                <a:latin typeface="Calibri" pitchFamily="34" charset="0"/>
                <a:ea typeface="Calibri" pitchFamily="34" charset="-122"/>
                <a:cs typeface="Calibri" pitchFamily="34" charset="-120"/>
              </a:rPr>
              <a:t>Memory &amp; Storage Limitations</a:t>
            </a:r>
            <a:endParaRPr lang="en-US" sz="1867" dirty="0">
              <a:solidFill>
                <a:prstClr val="black"/>
              </a:solidFill>
              <a:latin typeface="Calibri" panose="020F0502020204030204"/>
            </a:endParaRPr>
          </a:p>
        </p:txBody>
      </p:sp>
      <p:sp>
        <p:nvSpPr>
          <p:cNvPr id="14" name="Text 12"/>
          <p:cNvSpPr/>
          <p:nvPr/>
        </p:nvSpPr>
        <p:spPr>
          <a:xfrm>
            <a:off x="1463040" y="3694176"/>
            <a:ext cx="9997440" cy="792480"/>
          </a:xfrm>
          <a:prstGeom prst="rect">
            <a:avLst/>
          </a:prstGeom>
          <a:noFill/>
          <a:ln/>
        </p:spPr>
        <p:txBody>
          <a:bodyPr wrap="square" lIns="0" tIns="0" rIns="0" bIns="0" rtlCol="0" anchor="ctr"/>
          <a:lstStyle/>
          <a:p>
            <a:pPr defTabSz="1219170"/>
            <a:r>
              <a:rPr lang="en-US" sz="1533" dirty="0">
                <a:solidFill>
                  <a:srgbClr val="64748B"/>
                </a:solidFill>
                <a:latin typeface="Calibri" pitchFamily="34" charset="0"/>
                <a:ea typeface="Calibri" pitchFamily="34" charset="-122"/>
                <a:cs typeface="Calibri" pitchFamily="34" charset="-120"/>
              </a:rPr>
              <a:t>Traditional algorithms need to store intermediate candidate sets in memory. A social media platform analyzing 1 billion posts cannot hold all candidate pairs in RAM.</a:t>
            </a:r>
            <a:endParaRPr lang="en-US" sz="1533" dirty="0">
              <a:solidFill>
                <a:prstClr val="black"/>
              </a:solidFill>
              <a:latin typeface="Calibri" panose="020F0502020204030204"/>
            </a:endParaRPr>
          </a:p>
        </p:txBody>
      </p:sp>
      <p:sp>
        <p:nvSpPr>
          <p:cNvPr id="15" name="Shape 13"/>
          <p:cNvSpPr/>
          <p:nvPr/>
        </p:nvSpPr>
        <p:spPr>
          <a:xfrm>
            <a:off x="487680" y="4754880"/>
            <a:ext cx="11216640" cy="1463040"/>
          </a:xfrm>
          <a:prstGeom prst="rect">
            <a:avLst/>
          </a:prstGeom>
          <a:solidFill>
            <a:srgbClr val="FFFFFF"/>
          </a:solidFill>
          <a:ln/>
          <a:effectLst>
            <a:outerShdw blurRad="50800" dist="25400" dir="8100000" algn="bl" rotWithShape="0">
              <a:srgbClr val="000000">
                <a:alpha val="7000"/>
              </a:srgbClr>
            </a:outerShdw>
          </a:effectLst>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487680" y="4754880"/>
            <a:ext cx="853440" cy="1463040"/>
          </a:xfrm>
          <a:prstGeom prst="rect">
            <a:avLst/>
          </a:prstGeom>
          <a:solidFill>
            <a:srgbClr val="F97316"/>
          </a:solidFill>
          <a:ln w="12700">
            <a:solidFill>
              <a:srgbClr val="F97316"/>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487680" y="5120640"/>
            <a:ext cx="853440" cy="7315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03</a:t>
            </a:r>
            <a:endParaRPr lang="en-US" sz="2400" dirty="0">
              <a:solidFill>
                <a:prstClr val="black"/>
              </a:solidFill>
              <a:latin typeface="Calibri" panose="020F0502020204030204"/>
            </a:endParaRPr>
          </a:p>
        </p:txBody>
      </p:sp>
      <p:sp>
        <p:nvSpPr>
          <p:cNvPr id="18" name="Text 16"/>
          <p:cNvSpPr/>
          <p:nvPr/>
        </p:nvSpPr>
        <p:spPr>
          <a:xfrm>
            <a:off x="1463040" y="4852416"/>
            <a:ext cx="9997440" cy="463296"/>
          </a:xfrm>
          <a:prstGeom prst="rect">
            <a:avLst/>
          </a:prstGeom>
          <a:noFill/>
          <a:ln/>
        </p:spPr>
        <p:txBody>
          <a:bodyPr wrap="square" lIns="0" tIns="0" rIns="0" bIns="0" rtlCol="0" anchor="ctr"/>
          <a:lstStyle/>
          <a:p>
            <a:pPr defTabSz="1219170"/>
            <a:r>
              <a:rPr lang="en-US" sz="1867" b="1" dirty="0">
                <a:solidFill>
                  <a:srgbClr val="0D1F3C"/>
                </a:solidFill>
                <a:latin typeface="Calibri" pitchFamily="34" charset="0"/>
                <a:ea typeface="Calibri" pitchFamily="34" charset="-122"/>
                <a:cs typeface="Calibri" pitchFamily="34" charset="-120"/>
              </a:rPr>
              <a:t>Data Sparsity &amp; High Dimensionality</a:t>
            </a:r>
            <a:endParaRPr lang="en-US" sz="1867" dirty="0">
              <a:solidFill>
                <a:prstClr val="black"/>
              </a:solidFill>
              <a:latin typeface="Calibri" panose="020F0502020204030204"/>
            </a:endParaRPr>
          </a:p>
        </p:txBody>
      </p:sp>
      <p:sp>
        <p:nvSpPr>
          <p:cNvPr id="19" name="Text 17"/>
          <p:cNvSpPr/>
          <p:nvPr/>
        </p:nvSpPr>
        <p:spPr>
          <a:xfrm>
            <a:off x="1463040" y="5340096"/>
            <a:ext cx="9997440" cy="792480"/>
          </a:xfrm>
          <a:prstGeom prst="rect">
            <a:avLst/>
          </a:prstGeom>
          <a:noFill/>
          <a:ln/>
        </p:spPr>
        <p:txBody>
          <a:bodyPr wrap="square" lIns="0" tIns="0" rIns="0" bIns="0" rtlCol="0" anchor="ctr"/>
          <a:lstStyle/>
          <a:p>
            <a:pPr defTabSz="1219170"/>
            <a:r>
              <a:rPr lang="en-US" sz="1533" dirty="0">
                <a:solidFill>
                  <a:srgbClr val="64748B"/>
                </a:solidFill>
                <a:latin typeface="Calibri" pitchFamily="34" charset="0"/>
                <a:ea typeface="Calibri" pitchFamily="34" charset="-122"/>
                <a:cs typeface="Calibri" pitchFamily="34" charset="-120"/>
              </a:rPr>
              <a:t>Many big datasets are sparse but have extremely high item dimensions. In web clickstream data, meaningful long-tail patterns become very hard to capture.</a:t>
            </a:r>
            <a:endParaRPr lang="en-US" sz="1533" dirty="0">
              <a:solidFill>
                <a:prstClr val="black"/>
              </a:solidFill>
              <a:latin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D1F3C"/>
          </a:solidFill>
          <a:ln w="12700">
            <a:solidFill>
              <a:srgbClr val="0D1F3C"/>
            </a:solidFill>
            <a:prstDash val="solid"/>
          </a:ln>
        </p:spPr>
        <p:txBody>
          <a:bodyPr/>
          <a:lstStyle/>
          <a:p>
            <a:pPr defTabSz="1219170"/>
            <a:endParaRPr lang="en-KE" sz="2400">
              <a:solidFill>
                <a:prstClr val="black"/>
              </a:solidFill>
              <a:latin typeface="Calibri" panose="020F0502020204030204"/>
            </a:endParaRPr>
          </a:p>
        </p:txBody>
      </p:sp>
      <p:sp>
        <p:nvSpPr>
          <p:cNvPr id="3" name="Text 1"/>
          <p:cNvSpPr/>
          <p:nvPr/>
        </p:nvSpPr>
        <p:spPr>
          <a:xfrm>
            <a:off x="487680" y="121920"/>
            <a:ext cx="9753600" cy="975360"/>
          </a:xfrm>
          <a:prstGeom prst="rect">
            <a:avLst/>
          </a:prstGeom>
          <a:noFill/>
          <a:ln/>
        </p:spPr>
        <p:txBody>
          <a:bodyPr wrap="square" lIns="0" tIns="0" rIns="0" bIns="0" rtlCol="0" anchor="ctr"/>
          <a:lstStyle/>
          <a:p>
            <a:pPr defTabSz="1219170"/>
            <a:r>
              <a:rPr lang="en-US" sz="3200" b="1" dirty="0">
                <a:solidFill>
                  <a:srgbClr val="FFFFFF"/>
                </a:solidFill>
                <a:latin typeface="Calibri" pitchFamily="34" charset="0"/>
                <a:ea typeface="Calibri" pitchFamily="34" charset="-122"/>
                <a:cs typeface="Calibri" pitchFamily="34" charset="-120"/>
              </a:rPr>
              <a:t>Challenges of ARM in Big Data</a:t>
            </a:r>
            <a:endParaRPr lang="en-US" sz="3200" dirty="0">
              <a:solidFill>
                <a:prstClr val="black"/>
              </a:solidFill>
              <a:latin typeface="Calibri" panose="020F0502020204030204"/>
            </a:endParaRPr>
          </a:p>
        </p:txBody>
      </p:sp>
      <p:sp>
        <p:nvSpPr>
          <p:cNvPr id="4" name="Text 2"/>
          <p:cNvSpPr/>
          <p:nvPr/>
        </p:nvSpPr>
        <p:spPr>
          <a:xfrm>
            <a:off x="10363200" y="243840"/>
            <a:ext cx="1463040" cy="731520"/>
          </a:xfrm>
          <a:prstGeom prst="rect">
            <a:avLst/>
          </a:prstGeom>
          <a:noFill/>
          <a:ln/>
        </p:spPr>
        <p:txBody>
          <a:bodyPr wrap="square" lIns="0" tIns="0" rIns="0" bIns="0" rtlCol="0" anchor="ctr"/>
          <a:lstStyle/>
          <a:p>
            <a:pPr algn="r" defTabSz="1219170"/>
            <a:r>
              <a:rPr lang="en-US" sz="1600" dirty="0">
                <a:solidFill>
                  <a:srgbClr val="14B8D4"/>
                </a:solidFill>
                <a:latin typeface="Calibri" pitchFamily="34" charset="0"/>
                <a:ea typeface="Calibri" pitchFamily="34" charset="-122"/>
                <a:cs typeface="Calibri" pitchFamily="34" charset="-120"/>
              </a:rPr>
              <a:t>2 of 2</a:t>
            </a:r>
            <a:endParaRPr lang="en-US" sz="1600" dirty="0">
              <a:solidFill>
                <a:prstClr val="black"/>
              </a:solidFill>
              <a:latin typeface="Calibri" panose="020F0502020204030204"/>
            </a:endParaRPr>
          </a:p>
        </p:txBody>
      </p:sp>
      <p:sp>
        <p:nvSpPr>
          <p:cNvPr id="5" name="Shape 3"/>
          <p:cNvSpPr/>
          <p:nvPr/>
        </p:nvSpPr>
        <p:spPr>
          <a:xfrm>
            <a:off x="487680" y="1463040"/>
            <a:ext cx="11216640" cy="1463040"/>
          </a:xfrm>
          <a:prstGeom prst="rect">
            <a:avLst/>
          </a:prstGeom>
          <a:solidFill>
            <a:srgbClr val="FFFFFF"/>
          </a:solidFill>
          <a:ln/>
          <a:effectLst>
            <a:outerShdw blurRad="50800" dist="25400" dir="8100000" algn="bl" rotWithShape="0">
              <a:srgbClr val="000000">
                <a:alpha val="7000"/>
              </a:srgbClr>
            </a:outerShdw>
          </a:effectLst>
        </p:spPr>
        <p:txBody>
          <a:bodyPr/>
          <a:lstStyle/>
          <a:p>
            <a:pPr defTabSz="1219170"/>
            <a:endParaRPr lang="en-KE" sz="2400">
              <a:solidFill>
                <a:prstClr val="black"/>
              </a:solidFill>
              <a:latin typeface="Calibri" panose="020F0502020204030204"/>
            </a:endParaRPr>
          </a:p>
        </p:txBody>
      </p:sp>
      <p:sp>
        <p:nvSpPr>
          <p:cNvPr id="6" name="Shape 4"/>
          <p:cNvSpPr/>
          <p:nvPr/>
        </p:nvSpPr>
        <p:spPr>
          <a:xfrm>
            <a:off x="487680" y="1463040"/>
            <a:ext cx="853440" cy="1463040"/>
          </a:xfrm>
          <a:prstGeom prst="rect">
            <a:avLst/>
          </a:prstGeom>
          <a:solidFill>
            <a:srgbClr val="0A7EA4"/>
          </a:solidFill>
          <a:ln w="12700">
            <a:solidFill>
              <a:srgbClr val="0A7EA4"/>
            </a:solidFill>
            <a:prstDash val="solid"/>
          </a:ln>
        </p:spPr>
        <p:txBody>
          <a:bodyPr/>
          <a:lstStyle/>
          <a:p>
            <a:pPr defTabSz="1219170"/>
            <a:endParaRPr lang="en-KE" sz="2400">
              <a:solidFill>
                <a:prstClr val="black"/>
              </a:solidFill>
              <a:latin typeface="Calibri" panose="020F0502020204030204"/>
            </a:endParaRPr>
          </a:p>
        </p:txBody>
      </p:sp>
      <p:sp>
        <p:nvSpPr>
          <p:cNvPr id="7" name="Text 5"/>
          <p:cNvSpPr/>
          <p:nvPr/>
        </p:nvSpPr>
        <p:spPr>
          <a:xfrm>
            <a:off x="487680" y="1828800"/>
            <a:ext cx="853440" cy="7315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04</a:t>
            </a:r>
            <a:endParaRPr lang="en-US" sz="2400" dirty="0">
              <a:solidFill>
                <a:prstClr val="black"/>
              </a:solidFill>
              <a:latin typeface="Calibri" panose="020F0502020204030204"/>
            </a:endParaRPr>
          </a:p>
        </p:txBody>
      </p:sp>
      <p:sp>
        <p:nvSpPr>
          <p:cNvPr id="8" name="Text 6"/>
          <p:cNvSpPr/>
          <p:nvPr/>
        </p:nvSpPr>
        <p:spPr>
          <a:xfrm>
            <a:off x="1463040" y="1560576"/>
            <a:ext cx="9997440" cy="463296"/>
          </a:xfrm>
          <a:prstGeom prst="rect">
            <a:avLst/>
          </a:prstGeom>
          <a:noFill/>
          <a:ln/>
        </p:spPr>
        <p:txBody>
          <a:bodyPr wrap="square" lIns="0" tIns="0" rIns="0" bIns="0" rtlCol="0" anchor="ctr"/>
          <a:lstStyle/>
          <a:p>
            <a:pPr defTabSz="1219170"/>
            <a:r>
              <a:rPr lang="en-US" sz="1867" b="1" dirty="0">
                <a:solidFill>
                  <a:srgbClr val="0D1F3C"/>
                </a:solidFill>
                <a:latin typeface="Calibri" pitchFamily="34" charset="0"/>
                <a:ea typeface="Calibri" pitchFamily="34" charset="-122"/>
                <a:cs typeface="Calibri" pitchFamily="34" charset="-120"/>
              </a:rPr>
              <a:t>Distributed Processing Overheads</a:t>
            </a:r>
            <a:endParaRPr lang="en-US" sz="1867" dirty="0">
              <a:solidFill>
                <a:prstClr val="black"/>
              </a:solidFill>
              <a:latin typeface="Calibri" panose="020F0502020204030204"/>
            </a:endParaRPr>
          </a:p>
        </p:txBody>
      </p:sp>
      <p:sp>
        <p:nvSpPr>
          <p:cNvPr id="9" name="Text 7"/>
          <p:cNvSpPr/>
          <p:nvPr/>
        </p:nvSpPr>
        <p:spPr>
          <a:xfrm>
            <a:off x="1463040" y="2048256"/>
            <a:ext cx="9997440" cy="792480"/>
          </a:xfrm>
          <a:prstGeom prst="rect">
            <a:avLst/>
          </a:prstGeom>
          <a:noFill/>
          <a:ln/>
        </p:spPr>
        <p:txBody>
          <a:bodyPr wrap="square" lIns="0" tIns="0" rIns="0" bIns="0" rtlCol="0" anchor="ctr"/>
          <a:lstStyle/>
          <a:p>
            <a:pPr defTabSz="1219170"/>
            <a:r>
              <a:rPr lang="en-US" sz="1533" dirty="0">
                <a:solidFill>
                  <a:srgbClr val="64748B"/>
                </a:solidFill>
                <a:latin typeface="Calibri" pitchFamily="34" charset="0"/>
                <a:ea typeface="Calibri" pitchFamily="34" charset="-122"/>
                <a:cs typeface="Calibri" pitchFamily="34" charset="-120"/>
              </a:rPr>
              <a:t>Parallelizing ARM introduces synchronization, shuffling, and load-balancing overheads. Running Apriori on a 100-node Spark cluster for genomic data can cause network bottlenecks.</a:t>
            </a:r>
            <a:endParaRPr lang="en-US" sz="1533" dirty="0">
              <a:solidFill>
                <a:prstClr val="black"/>
              </a:solidFill>
              <a:latin typeface="Calibri" panose="020F0502020204030204"/>
            </a:endParaRPr>
          </a:p>
        </p:txBody>
      </p:sp>
      <p:sp>
        <p:nvSpPr>
          <p:cNvPr id="10" name="Shape 8"/>
          <p:cNvSpPr/>
          <p:nvPr/>
        </p:nvSpPr>
        <p:spPr>
          <a:xfrm>
            <a:off x="487680" y="3108960"/>
            <a:ext cx="11216640" cy="1463040"/>
          </a:xfrm>
          <a:prstGeom prst="rect">
            <a:avLst/>
          </a:prstGeom>
          <a:solidFill>
            <a:srgbClr val="FFFFFF"/>
          </a:solidFill>
          <a:ln/>
          <a:effectLst>
            <a:outerShdw blurRad="50800" dist="25400" dir="8100000" algn="bl" rotWithShape="0">
              <a:srgbClr val="000000">
                <a:alpha val="7000"/>
              </a:srgbClr>
            </a:outerShdw>
          </a:effectLst>
        </p:spPr>
        <p:txBody>
          <a:bodyPr/>
          <a:lstStyle/>
          <a:p>
            <a:pPr defTabSz="1219170"/>
            <a:endParaRPr lang="en-KE" sz="2400">
              <a:solidFill>
                <a:prstClr val="black"/>
              </a:solidFill>
              <a:latin typeface="Calibri" panose="020F0502020204030204"/>
            </a:endParaRPr>
          </a:p>
        </p:txBody>
      </p:sp>
      <p:sp>
        <p:nvSpPr>
          <p:cNvPr id="11" name="Shape 9"/>
          <p:cNvSpPr/>
          <p:nvPr/>
        </p:nvSpPr>
        <p:spPr>
          <a:xfrm>
            <a:off x="487680" y="3108960"/>
            <a:ext cx="853440" cy="1463040"/>
          </a:xfrm>
          <a:prstGeom prst="rect">
            <a:avLst/>
          </a:prstGeom>
          <a:solidFill>
            <a:srgbClr val="0D1F3C"/>
          </a:solidFill>
          <a:ln w="12700">
            <a:solidFill>
              <a:srgbClr val="0D1F3C"/>
            </a:solidFill>
            <a:prstDash val="solid"/>
          </a:ln>
        </p:spPr>
        <p:txBody>
          <a:bodyPr/>
          <a:lstStyle/>
          <a:p>
            <a:pPr defTabSz="1219170"/>
            <a:endParaRPr lang="en-KE" sz="2400">
              <a:solidFill>
                <a:prstClr val="black"/>
              </a:solidFill>
              <a:latin typeface="Calibri" panose="020F0502020204030204"/>
            </a:endParaRPr>
          </a:p>
        </p:txBody>
      </p:sp>
      <p:sp>
        <p:nvSpPr>
          <p:cNvPr id="12" name="Text 10"/>
          <p:cNvSpPr/>
          <p:nvPr/>
        </p:nvSpPr>
        <p:spPr>
          <a:xfrm>
            <a:off x="487680" y="3474720"/>
            <a:ext cx="853440" cy="7315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05</a:t>
            </a:r>
            <a:endParaRPr lang="en-US" sz="2400" dirty="0">
              <a:solidFill>
                <a:prstClr val="black"/>
              </a:solidFill>
              <a:latin typeface="Calibri" panose="020F0502020204030204"/>
            </a:endParaRPr>
          </a:p>
        </p:txBody>
      </p:sp>
      <p:sp>
        <p:nvSpPr>
          <p:cNvPr id="13" name="Text 11"/>
          <p:cNvSpPr/>
          <p:nvPr/>
        </p:nvSpPr>
        <p:spPr>
          <a:xfrm>
            <a:off x="1463040" y="3206496"/>
            <a:ext cx="9997440" cy="463296"/>
          </a:xfrm>
          <a:prstGeom prst="rect">
            <a:avLst/>
          </a:prstGeom>
          <a:noFill/>
          <a:ln/>
        </p:spPr>
        <p:txBody>
          <a:bodyPr wrap="square" lIns="0" tIns="0" rIns="0" bIns="0" rtlCol="0" anchor="ctr"/>
          <a:lstStyle/>
          <a:p>
            <a:pPr defTabSz="1219170"/>
            <a:r>
              <a:rPr lang="en-US" sz="1867" b="1" dirty="0">
                <a:solidFill>
                  <a:srgbClr val="0D1F3C"/>
                </a:solidFill>
                <a:latin typeface="Calibri" pitchFamily="34" charset="0"/>
                <a:ea typeface="Calibri" pitchFamily="34" charset="-122"/>
                <a:cs typeface="Calibri" pitchFamily="34" charset="-120"/>
              </a:rPr>
              <a:t>Handling Data Velocity (Streaming)</a:t>
            </a:r>
            <a:endParaRPr lang="en-US" sz="1867" dirty="0">
              <a:solidFill>
                <a:prstClr val="black"/>
              </a:solidFill>
              <a:latin typeface="Calibri" panose="020F0502020204030204"/>
            </a:endParaRPr>
          </a:p>
        </p:txBody>
      </p:sp>
      <p:sp>
        <p:nvSpPr>
          <p:cNvPr id="14" name="Text 12"/>
          <p:cNvSpPr/>
          <p:nvPr/>
        </p:nvSpPr>
        <p:spPr>
          <a:xfrm>
            <a:off x="1463040" y="3694176"/>
            <a:ext cx="9997440" cy="792480"/>
          </a:xfrm>
          <a:prstGeom prst="rect">
            <a:avLst/>
          </a:prstGeom>
          <a:noFill/>
          <a:ln/>
        </p:spPr>
        <p:txBody>
          <a:bodyPr wrap="square" lIns="0" tIns="0" rIns="0" bIns="0" rtlCol="0" anchor="ctr"/>
          <a:lstStyle/>
          <a:p>
            <a:pPr defTabSz="1219170"/>
            <a:r>
              <a:rPr lang="en-US" sz="1533" dirty="0">
                <a:solidFill>
                  <a:srgbClr val="64748B"/>
                </a:solidFill>
                <a:latin typeface="Calibri" pitchFamily="34" charset="0"/>
                <a:ea typeface="Calibri" pitchFamily="34" charset="-122"/>
                <a:cs typeface="Calibri" pitchFamily="34" charset="-120"/>
              </a:rPr>
              <a:t>Big data often arrives in real-time. Batch ARM cannot update rules incrementally. In network intrusion detection, rules must adapt within seconds to new attack patterns.</a:t>
            </a:r>
            <a:endParaRPr lang="en-US" sz="1533" dirty="0">
              <a:solidFill>
                <a:prstClr val="black"/>
              </a:solidFill>
              <a:latin typeface="Calibri" panose="020F0502020204030204"/>
            </a:endParaRPr>
          </a:p>
        </p:txBody>
      </p:sp>
      <p:sp>
        <p:nvSpPr>
          <p:cNvPr id="15" name="Shape 13"/>
          <p:cNvSpPr/>
          <p:nvPr/>
        </p:nvSpPr>
        <p:spPr>
          <a:xfrm>
            <a:off x="487680" y="4754880"/>
            <a:ext cx="11216640" cy="1463040"/>
          </a:xfrm>
          <a:prstGeom prst="rect">
            <a:avLst/>
          </a:prstGeom>
          <a:solidFill>
            <a:srgbClr val="FFFFFF"/>
          </a:solidFill>
          <a:ln/>
          <a:effectLst>
            <a:outerShdw blurRad="50800" dist="25400" dir="8100000" algn="bl" rotWithShape="0">
              <a:srgbClr val="000000">
                <a:alpha val="7000"/>
              </a:srgbClr>
            </a:outerShdw>
          </a:effectLst>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487680" y="4754880"/>
            <a:ext cx="853440" cy="1463040"/>
          </a:xfrm>
          <a:prstGeom prst="rect">
            <a:avLst/>
          </a:prstGeom>
          <a:solidFill>
            <a:srgbClr val="F97316"/>
          </a:solidFill>
          <a:ln w="12700">
            <a:solidFill>
              <a:srgbClr val="F97316"/>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487680" y="5120640"/>
            <a:ext cx="853440" cy="73152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06</a:t>
            </a:r>
            <a:endParaRPr lang="en-US" sz="2400" dirty="0">
              <a:solidFill>
                <a:prstClr val="black"/>
              </a:solidFill>
              <a:latin typeface="Calibri" panose="020F0502020204030204"/>
            </a:endParaRPr>
          </a:p>
        </p:txBody>
      </p:sp>
      <p:sp>
        <p:nvSpPr>
          <p:cNvPr id="18" name="Text 16"/>
          <p:cNvSpPr/>
          <p:nvPr/>
        </p:nvSpPr>
        <p:spPr>
          <a:xfrm>
            <a:off x="1463040" y="4852416"/>
            <a:ext cx="9997440" cy="463296"/>
          </a:xfrm>
          <a:prstGeom prst="rect">
            <a:avLst/>
          </a:prstGeom>
          <a:noFill/>
          <a:ln/>
        </p:spPr>
        <p:txBody>
          <a:bodyPr wrap="square" lIns="0" tIns="0" rIns="0" bIns="0" rtlCol="0" anchor="ctr"/>
          <a:lstStyle/>
          <a:p>
            <a:pPr defTabSz="1219170"/>
            <a:r>
              <a:rPr lang="en-US" sz="1867" b="1" dirty="0">
                <a:solidFill>
                  <a:srgbClr val="0D1F3C"/>
                </a:solidFill>
                <a:latin typeface="Calibri" pitchFamily="34" charset="0"/>
                <a:ea typeface="Calibri" pitchFamily="34" charset="-122"/>
                <a:cs typeface="Calibri" pitchFamily="34" charset="-120"/>
              </a:rPr>
              <a:t>Interpreting &amp; Validating Numerous Rules</a:t>
            </a:r>
            <a:endParaRPr lang="en-US" sz="1867" dirty="0">
              <a:solidFill>
                <a:prstClr val="black"/>
              </a:solidFill>
              <a:latin typeface="Calibri" panose="020F0502020204030204"/>
            </a:endParaRPr>
          </a:p>
        </p:txBody>
      </p:sp>
      <p:sp>
        <p:nvSpPr>
          <p:cNvPr id="19" name="Text 17"/>
          <p:cNvSpPr/>
          <p:nvPr/>
        </p:nvSpPr>
        <p:spPr>
          <a:xfrm>
            <a:off x="1463040" y="5340096"/>
            <a:ext cx="9997440" cy="792480"/>
          </a:xfrm>
          <a:prstGeom prst="rect">
            <a:avLst/>
          </a:prstGeom>
          <a:noFill/>
          <a:ln/>
        </p:spPr>
        <p:txBody>
          <a:bodyPr wrap="square" lIns="0" tIns="0" rIns="0" bIns="0" rtlCol="0" anchor="ctr"/>
          <a:lstStyle/>
          <a:p>
            <a:pPr defTabSz="1219170"/>
            <a:r>
              <a:rPr lang="en-US" sz="1533" dirty="0">
                <a:solidFill>
                  <a:srgbClr val="64748B"/>
                </a:solidFill>
                <a:latin typeface="Calibri" pitchFamily="34" charset="0"/>
                <a:ea typeface="Calibri" pitchFamily="34" charset="-122"/>
                <a:cs typeface="Calibri" pitchFamily="34" charset="-120"/>
              </a:rPr>
              <a:t>Big data produces millions of rules, many being redundant, trivial, or spurious. Mining hospital records may yield uninteresting rules; separating actionable rules from noise is a major challenge.</a:t>
            </a:r>
            <a:endParaRPr lang="en-US" sz="1533" dirty="0">
              <a:solidFill>
                <a:prstClr val="black"/>
              </a:solidFill>
              <a:latin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D1F3C"/>
        </a:solidFill>
        <a:effectLst/>
      </p:bgPr>
    </p:bg>
    <p:spTree>
      <p:nvGrpSpPr>
        <p:cNvPr id="1" name=""/>
        <p:cNvGrpSpPr/>
        <p:nvPr/>
      </p:nvGrpSpPr>
      <p:grpSpPr>
        <a:xfrm>
          <a:off x="0" y="0"/>
          <a:ext cx="0" cy="0"/>
          <a:chOff x="0" y="0"/>
          <a:chExt cx="0" cy="0"/>
        </a:xfrm>
      </p:grpSpPr>
      <p:sp>
        <p:nvSpPr>
          <p:cNvPr id="2" name="Text 0"/>
          <p:cNvSpPr/>
          <p:nvPr/>
        </p:nvSpPr>
        <p:spPr>
          <a:xfrm>
            <a:off x="487680" y="243840"/>
            <a:ext cx="11216640" cy="853440"/>
          </a:xfrm>
          <a:prstGeom prst="rect">
            <a:avLst/>
          </a:prstGeom>
          <a:noFill/>
          <a:ln/>
        </p:spPr>
        <p:txBody>
          <a:bodyPr wrap="square" lIns="0" tIns="0" rIns="0" bIns="0" rtlCol="0" anchor="ctr"/>
          <a:lstStyle/>
          <a:p>
            <a:pPr defTabSz="1219170"/>
            <a:r>
              <a:rPr lang="en-US" sz="3467" b="1" dirty="0">
                <a:solidFill>
                  <a:srgbClr val="FFFFFF"/>
                </a:solidFill>
                <a:latin typeface="Calibri" pitchFamily="34" charset="0"/>
                <a:ea typeface="Calibri" pitchFamily="34" charset="-122"/>
                <a:cs typeface="Calibri" pitchFamily="34" charset="-120"/>
              </a:rPr>
              <a:t>Tools &amp; Frameworks for ARM</a:t>
            </a:r>
            <a:endParaRPr lang="en-US" sz="3467" dirty="0">
              <a:solidFill>
                <a:prstClr val="black"/>
              </a:solidFill>
              <a:latin typeface="Calibri" panose="020F0502020204030204"/>
            </a:endParaRPr>
          </a:p>
        </p:txBody>
      </p:sp>
      <p:sp>
        <p:nvSpPr>
          <p:cNvPr id="3" name="Text 1"/>
          <p:cNvSpPr/>
          <p:nvPr/>
        </p:nvSpPr>
        <p:spPr>
          <a:xfrm>
            <a:off x="487680" y="975360"/>
            <a:ext cx="11216640" cy="487680"/>
          </a:xfrm>
          <a:prstGeom prst="rect">
            <a:avLst/>
          </a:prstGeom>
          <a:noFill/>
          <a:ln/>
        </p:spPr>
        <p:txBody>
          <a:bodyPr wrap="square" lIns="0" tIns="0" rIns="0" bIns="0" rtlCol="0" anchor="ctr"/>
          <a:lstStyle/>
          <a:p>
            <a:pPr defTabSz="1219170"/>
            <a:r>
              <a:rPr lang="en-US" sz="2133" i="1" dirty="0">
                <a:solidFill>
                  <a:srgbClr val="14B8D4"/>
                </a:solidFill>
                <a:latin typeface="Calibri" pitchFamily="34" charset="0"/>
                <a:ea typeface="Calibri" pitchFamily="34" charset="-122"/>
                <a:cs typeface="Calibri" pitchFamily="34" charset="-120"/>
              </a:rPr>
              <a:t>in Big Data</a:t>
            </a:r>
            <a:endParaRPr lang="en-US" sz="2133" dirty="0">
              <a:solidFill>
                <a:prstClr val="black"/>
              </a:solidFill>
              <a:latin typeface="Calibri" panose="020F0502020204030204"/>
            </a:endParaRPr>
          </a:p>
        </p:txBody>
      </p:sp>
      <p:sp>
        <p:nvSpPr>
          <p:cNvPr id="4" name="Shape 2"/>
          <p:cNvSpPr/>
          <p:nvPr/>
        </p:nvSpPr>
        <p:spPr>
          <a:xfrm>
            <a:off x="426720" y="1767840"/>
            <a:ext cx="3657600" cy="2072640"/>
          </a:xfrm>
          <a:prstGeom prst="rect">
            <a:avLst/>
          </a:prstGeom>
          <a:solidFill>
            <a:srgbClr val="1A2F4A"/>
          </a:solidFill>
          <a:ln/>
          <a:effectLst>
            <a:outerShdw blurRad="101600" dist="38100" dir="8100000" algn="bl" rotWithShape="0">
              <a:srgbClr val="000000">
                <a:alpha val="20000"/>
              </a:srgbClr>
            </a:outerShdw>
          </a:effectLst>
        </p:spPr>
        <p:txBody>
          <a:bodyPr/>
          <a:lstStyle/>
          <a:p>
            <a:pPr defTabSz="1219170"/>
            <a:endParaRPr lang="en-KE" sz="2400">
              <a:solidFill>
                <a:prstClr val="black"/>
              </a:solidFill>
              <a:latin typeface="Calibri" panose="020F0502020204030204"/>
            </a:endParaRPr>
          </a:p>
        </p:txBody>
      </p:sp>
      <p:sp>
        <p:nvSpPr>
          <p:cNvPr id="5" name="Shape 3"/>
          <p:cNvSpPr/>
          <p:nvPr/>
        </p:nvSpPr>
        <p:spPr>
          <a:xfrm>
            <a:off x="426720" y="1767840"/>
            <a:ext cx="3657600" cy="121920"/>
          </a:xfrm>
          <a:prstGeom prst="rect">
            <a:avLst/>
          </a:prstGeom>
          <a:solidFill>
            <a:srgbClr val="0A7EA4"/>
          </a:solidFill>
          <a:ln w="12700">
            <a:solidFill>
              <a:srgbClr val="0A7EA4"/>
            </a:solidFill>
            <a:prstDash val="solid"/>
          </a:ln>
        </p:spPr>
        <p:txBody>
          <a:bodyPr/>
          <a:lstStyle/>
          <a:p>
            <a:pPr defTabSz="1219170"/>
            <a:endParaRPr lang="en-KE" sz="2400">
              <a:solidFill>
                <a:prstClr val="black"/>
              </a:solidFill>
              <a:latin typeface="Calibri" panose="020F0502020204030204"/>
            </a:endParaRPr>
          </a:p>
        </p:txBody>
      </p:sp>
      <p:sp>
        <p:nvSpPr>
          <p:cNvPr id="6" name="Text 4"/>
          <p:cNvSpPr/>
          <p:nvPr/>
        </p:nvSpPr>
        <p:spPr>
          <a:xfrm>
            <a:off x="609600" y="1950720"/>
            <a:ext cx="3291840" cy="792480"/>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Apache Spark</a:t>
            </a:r>
            <a:endParaRPr lang="en-US" sz="1733" dirty="0">
              <a:solidFill>
                <a:prstClr val="black"/>
              </a:solidFill>
              <a:latin typeface="Calibri" panose="020F0502020204030204"/>
            </a:endParaRPr>
          </a:p>
          <a:p>
            <a:pPr defTabSz="1219170"/>
            <a:r>
              <a:rPr lang="en-US" sz="1733" b="1" dirty="0">
                <a:solidFill>
                  <a:srgbClr val="FFFFFF"/>
                </a:solidFill>
                <a:latin typeface="Calibri" pitchFamily="34" charset="0"/>
                <a:ea typeface="Calibri" pitchFamily="34" charset="-122"/>
                <a:cs typeface="Calibri" pitchFamily="34" charset="-120"/>
              </a:rPr>
              <a:t>(MLlib)</a:t>
            </a:r>
            <a:endParaRPr lang="en-US" sz="1733" dirty="0">
              <a:solidFill>
                <a:prstClr val="black"/>
              </a:solidFill>
              <a:latin typeface="Calibri" panose="020F0502020204030204"/>
            </a:endParaRPr>
          </a:p>
        </p:txBody>
      </p:sp>
      <p:sp>
        <p:nvSpPr>
          <p:cNvPr id="7" name="Text 5"/>
          <p:cNvSpPr/>
          <p:nvPr/>
        </p:nvSpPr>
        <p:spPr>
          <a:xfrm>
            <a:off x="609600" y="2804160"/>
            <a:ext cx="3291840" cy="975360"/>
          </a:xfrm>
          <a:prstGeom prst="rect">
            <a:avLst/>
          </a:prstGeom>
          <a:noFill/>
          <a:ln/>
        </p:spPr>
        <p:txBody>
          <a:bodyPr wrap="square" lIns="0" tIns="0" rIns="0" bIns="0" rtlCol="0" anchor="ctr"/>
          <a:lstStyle/>
          <a:p>
            <a:pPr defTabSz="1219170"/>
            <a:r>
              <a:rPr lang="en-US" sz="1400" dirty="0">
                <a:solidFill>
                  <a:srgbClr val="CBD5E1"/>
                </a:solidFill>
                <a:latin typeface="Calibri" pitchFamily="34" charset="0"/>
                <a:ea typeface="Calibri" pitchFamily="34" charset="-122"/>
                <a:cs typeface="Calibri" pitchFamily="34" charset="-120"/>
              </a:rPr>
              <a:t>FP-Growth, Parallel PFP, scales to billions of transactions</a:t>
            </a:r>
            <a:endParaRPr lang="en-US" sz="1400" dirty="0">
              <a:solidFill>
                <a:prstClr val="black"/>
              </a:solidFill>
              <a:latin typeface="Calibri" panose="020F0502020204030204"/>
            </a:endParaRPr>
          </a:p>
        </p:txBody>
      </p:sp>
      <p:sp>
        <p:nvSpPr>
          <p:cNvPr id="8" name="Shape 6"/>
          <p:cNvSpPr/>
          <p:nvPr/>
        </p:nvSpPr>
        <p:spPr>
          <a:xfrm>
            <a:off x="4267200" y="1767840"/>
            <a:ext cx="3657600" cy="2072640"/>
          </a:xfrm>
          <a:prstGeom prst="rect">
            <a:avLst/>
          </a:prstGeom>
          <a:solidFill>
            <a:srgbClr val="1A2F4A"/>
          </a:solidFill>
          <a:ln/>
          <a:effectLst>
            <a:outerShdw blurRad="101600" dist="38100" dir="8100000" algn="bl" rotWithShape="0">
              <a:srgbClr val="000000">
                <a:alpha val="20000"/>
              </a:srgbClr>
            </a:outerShdw>
          </a:effectLst>
        </p:spPr>
        <p:txBody>
          <a:bodyPr/>
          <a:lstStyle/>
          <a:p>
            <a:pPr defTabSz="1219170"/>
            <a:endParaRPr lang="en-KE" sz="2400">
              <a:solidFill>
                <a:prstClr val="black"/>
              </a:solidFill>
              <a:latin typeface="Calibri" panose="020F0502020204030204"/>
            </a:endParaRPr>
          </a:p>
        </p:txBody>
      </p:sp>
      <p:sp>
        <p:nvSpPr>
          <p:cNvPr id="9" name="Shape 7"/>
          <p:cNvSpPr/>
          <p:nvPr/>
        </p:nvSpPr>
        <p:spPr>
          <a:xfrm>
            <a:off x="4267200" y="1767840"/>
            <a:ext cx="3657600" cy="121920"/>
          </a:xfrm>
          <a:prstGeom prst="rect">
            <a:avLst/>
          </a:prstGeom>
          <a:solidFill>
            <a:srgbClr val="1565C0"/>
          </a:solidFill>
          <a:ln w="12700">
            <a:solidFill>
              <a:srgbClr val="1565C0"/>
            </a:solidFill>
            <a:prstDash val="solid"/>
          </a:ln>
        </p:spPr>
        <p:txBody>
          <a:bodyPr/>
          <a:lstStyle/>
          <a:p>
            <a:pPr defTabSz="1219170"/>
            <a:endParaRPr lang="en-KE" sz="2400">
              <a:solidFill>
                <a:prstClr val="black"/>
              </a:solidFill>
              <a:latin typeface="Calibri" panose="020F0502020204030204"/>
            </a:endParaRPr>
          </a:p>
        </p:txBody>
      </p:sp>
      <p:sp>
        <p:nvSpPr>
          <p:cNvPr id="10" name="Text 8"/>
          <p:cNvSpPr/>
          <p:nvPr/>
        </p:nvSpPr>
        <p:spPr>
          <a:xfrm>
            <a:off x="4450080" y="1950720"/>
            <a:ext cx="3291840" cy="792480"/>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PAMI</a:t>
            </a:r>
            <a:endParaRPr lang="en-US" sz="1733" dirty="0">
              <a:solidFill>
                <a:prstClr val="black"/>
              </a:solidFill>
              <a:latin typeface="Calibri" panose="020F0502020204030204"/>
            </a:endParaRPr>
          </a:p>
          <a:p>
            <a:pPr defTabSz="1219170"/>
            <a:r>
              <a:rPr lang="en-US" sz="1733" b="1" dirty="0">
                <a:solidFill>
                  <a:srgbClr val="FFFFFF"/>
                </a:solidFill>
                <a:latin typeface="Calibri" pitchFamily="34" charset="0"/>
                <a:ea typeface="Calibri" pitchFamily="34" charset="-122"/>
                <a:cs typeface="Calibri" pitchFamily="34" charset="-120"/>
              </a:rPr>
              <a:t>(Python)</a:t>
            </a:r>
            <a:endParaRPr lang="en-US" sz="1733" dirty="0">
              <a:solidFill>
                <a:prstClr val="black"/>
              </a:solidFill>
              <a:latin typeface="Calibri" panose="020F0502020204030204"/>
            </a:endParaRPr>
          </a:p>
        </p:txBody>
      </p:sp>
      <p:sp>
        <p:nvSpPr>
          <p:cNvPr id="11" name="Text 9"/>
          <p:cNvSpPr/>
          <p:nvPr/>
        </p:nvSpPr>
        <p:spPr>
          <a:xfrm>
            <a:off x="4450080" y="2804160"/>
            <a:ext cx="3291840" cy="975360"/>
          </a:xfrm>
          <a:prstGeom prst="rect">
            <a:avLst/>
          </a:prstGeom>
          <a:noFill/>
          <a:ln/>
        </p:spPr>
        <p:txBody>
          <a:bodyPr wrap="square" lIns="0" tIns="0" rIns="0" bIns="0" rtlCol="0" anchor="ctr"/>
          <a:lstStyle/>
          <a:p>
            <a:pPr defTabSz="1219170"/>
            <a:r>
              <a:rPr lang="en-US" sz="1400" dirty="0">
                <a:solidFill>
                  <a:srgbClr val="CBD5E1"/>
                </a:solidFill>
                <a:latin typeface="Calibri" pitchFamily="34" charset="0"/>
                <a:ea typeface="Calibri" pitchFamily="34" charset="-122"/>
                <a:cs typeface="Calibri" pitchFamily="34" charset="-120"/>
              </a:rPr>
              <a:t>Parallel Apriori, ECLAT, FP-Growth with multi-core processing</a:t>
            </a:r>
            <a:endParaRPr lang="en-US" sz="1400" dirty="0">
              <a:solidFill>
                <a:prstClr val="black"/>
              </a:solidFill>
              <a:latin typeface="Calibri" panose="020F0502020204030204"/>
            </a:endParaRPr>
          </a:p>
        </p:txBody>
      </p:sp>
      <p:sp>
        <p:nvSpPr>
          <p:cNvPr id="12" name="Shape 10"/>
          <p:cNvSpPr/>
          <p:nvPr/>
        </p:nvSpPr>
        <p:spPr>
          <a:xfrm>
            <a:off x="8107680" y="1767840"/>
            <a:ext cx="3657600" cy="2072640"/>
          </a:xfrm>
          <a:prstGeom prst="rect">
            <a:avLst/>
          </a:prstGeom>
          <a:solidFill>
            <a:srgbClr val="1A2F4A"/>
          </a:solidFill>
          <a:ln/>
          <a:effectLst>
            <a:outerShdw blurRad="101600" dist="38100" dir="8100000" algn="bl" rotWithShape="0">
              <a:srgbClr val="000000">
                <a:alpha val="20000"/>
              </a:srgbClr>
            </a:outerShdw>
          </a:effectLst>
        </p:spPr>
        <p:txBody>
          <a:bodyPr/>
          <a:lstStyle/>
          <a:p>
            <a:pPr defTabSz="1219170"/>
            <a:endParaRPr lang="en-KE" sz="2400">
              <a:solidFill>
                <a:prstClr val="black"/>
              </a:solidFill>
              <a:latin typeface="Calibri" panose="020F0502020204030204"/>
            </a:endParaRPr>
          </a:p>
        </p:txBody>
      </p:sp>
      <p:sp>
        <p:nvSpPr>
          <p:cNvPr id="13" name="Shape 11"/>
          <p:cNvSpPr/>
          <p:nvPr/>
        </p:nvSpPr>
        <p:spPr>
          <a:xfrm>
            <a:off x="8107680" y="1767840"/>
            <a:ext cx="3657600" cy="121920"/>
          </a:xfrm>
          <a:prstGeom prst="rect">
            <a:avLst/>
          </a:prstGeom>
          <a:solidFill>
            <a:srgbClr val="6A1B9A"/>
          </a:solidFill>
          <a:ln w="12700">
            <a:solidFill>
              <a:srgbClr val="6A1B9A"/>
            </a:solidFill>
            <a:prstDash val="solid"/>
          </a:ln>
        </p:spPr>
        <p:txBody>
          <a:bodyPr/>
          <a:lstStyle/>
          <a:p>
            <a:pPr defTabSz="1219170"/>
            <a:endParaRPr lang="en-KE" sz="2400">
              <a:solidFill>
                <a:prstClr val="black"/>
              </a:solidFill>
              <a:latin typeface="Calibri" panose="020F0502020204030204"/>
            </a:endParaRPr>
          </a:p>
        </p:txBody>
      </p:sp>
      <p:sp>
        <p:nvSpPr>
          <p:cNvPr id="14" name="Text 12"/>
          <p:cNvSpPr/>
          <p:nvPr/>
        </p:nvSpPr>
        <p:spPr>
          <a:xfrm>
            <a:off x="8290560" y="1950720"/>
            <a:ext cx="3291840" cy="792480"/>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KNIME +</a:t>
            </a:r>
            <a:endParaRPr lang="en-US" sz="1733" dirty="0">
              <a:solidFill>
                <a:prstClr val="black"/>
              </a:solidFill>
              <a:latin typeface="Calibri" panose="020F0502020204030204"/>
            </a:endParaRPr>
          </a:p>
          <a:p>
            <a:pPr defTabSz="1219170"/>
            <a:r>
              <a:rPr lang="en-US" sz="1733" b="1" dirty="0">
                <a:solidFill>
                  <a:srgbClr val="FFFFFF"/>
                </a:solidFill>
                <a:latin typeface="Calibri" pitchFamily="34" charset="0"/>
                <a:ea typeface="Calibri" pitchFamily="34" charset="-122"/>
                <a:cs typeface="Calibri" pitchFamily="34" charset="-120"/>
              </a:rPr>
              <a:t>Spark Ext.</a:t>
            </a:r>
            <a:endParaRPr lang="en-US" sz="1733" dirty="0">
              <a:solidFill>
                <a:prstClr val="black"/>
              </a:solidFill>
              <a:latin typeface="Calibri" panose="020F0502020204030204"/>
            </a:endParaRPr>
          </a:p>
        </p:txBody>
      </p:sp>
      <p:sp>
        <p:nvSpPr>
          <p:cNvPr id="15" name="Text 13"/>
          <p:cNvSpPr/>
          <p:nvPr/>
        </p:nvSpPr>
        <p:spPr>
          <a:xfrm>
            <a:off x="8290560" y="2804160"/>
            <a:ext cx="3291840" cy="975360"/>
          </a:xfrm>
          <a:prstGeom prst="rect">
            <a:avLst/>
          </a:prstGeom>
          <a:noFill/>
          <a:ln/>
        </p:spPr>
        <p:txBody>
          <a:bodyPr wrap="square" lIns="0" tIns="0" rIns="0" bIns="0" rtlCol="0" anchor="ctr"/>
          <a:lstStyle/>
          <a:p>
            <a:pPr defTabSz="1219170"/>
            <a:r>
              <a:rPr lang="en-US" sz="1400" dirty="0">
                <a:solidFill>
                  <a:srgbClr val="CBD5E1"/>
                </a:solidFill>
                <a:latin typeface="Calibri" pitchFamily="34" charset="0"/>
                <a:ea typeface="Calibri" pitchFamily="34" charset="-122"/>
                <a:cs typeface="Calibri" pitchFamily="34" charset="-120"/>
              </a:rPr>
              <a:t>Visual drag-and-drop distributed FP-Growth, no coding required</a:t>
            </a:r>
            <a:endParaRPr lang="en-US" sz="1400" dirty="0">
              <a:solidFill>
                <a:prstClr val="black"/>
              </a:solidFill>
              <a:latin typeface="Calibri" panose="020F0502020204030204"/>
            </a:endParaRPr>
          </a:p>
        </p:txBody>
      </p:sp>
      <p:sp>
        <p:nvSpPr>
          <p:cNvPr id="16" name="Shape 14"/>
          <p:cNvSpPr/>
          <p:nvPr/>
        </p:nvSpPr>
        <p:spPr>
          <a:xfrm>
            <a:off x="426720" y="4084320"/>
            <a:ext cx="3657600" cy="2072640"/>
          </a:xfrm>
          <a:prstGeom prst="rect">
            <a:avLst/>
          </a:prstGeom>
          <a:solidFill>
            <a:srgbClr val="1A2F4A"/>
          </a:solidFill>
          <a:ln/>
          <a:effectLst>
            <a:outerShdw blurRad="101600" dist="38100" dir="8100000" algn="bl" rotWithShape="0">
              <a:srgbClr val="000000">
                <a:alpha val="20000"/>
              </a:srgbClr>
            </a:outerShdw>
          </a:effectLst>
        </p:spPr>
        <p:txBody>
          <a:bodyPr/>
          <a:lstStyle/>
          <a:p>
            <a:pPr defTabSz="1219170"/>
            <a:endParaRPr lang="en-KE" sz="2400">
              <a:solidFill>
                <a:prstClr val="black"/>
              </a:solidFill>
              <a:latin typeface="Calibri" panose="020F0502020204030204"/>
            </a:endParaRPr>
          </a:p>
        </p:txBody>
      </p:sp>
      <p:sp>
        <p:nvSpPr>
          <p:cNvPr id="17" name="Shape 15"/>
          <p:cNvSpPr/>
          <p:nvPr/>
        </p:nvSpPr>
        <p:spPr>
          <a:xfrm>
            <a:off x="426720" y="4084320"/>
            <a:ext cx="3657600" cy="121920"/>
          </a:xfrm>
          <a:prstGeom prst="rect">
            <a:avLst/>
          </a:prstGeom>
          <a:solidFill>
            <a:srgbClr val="00838F"/>
          </a:solidFill>
          <a:ln w="12700">
            <a:solidFill>
              <a:srgbClr val="00838F"/>
            </a:solidFill>
            <a:prstDash val="solid"/>
          </a:ln>
        </p:spPr>
        <p:txBody>
          <a:bodyPr/>
          <a:lstStyle/>
          <a:p>
            <a:pPr defTabSz="1219170"/>
            <a:endParaRPr lang="en-KE" sz="2400">
              <a:solidFill>
                <a:prstClr val="black"/>
              </a:solidFill>
              <a:latin typeface="Calibri" panose="020F0502020204030204"/>
            </a:endParaRPr>
          </a:p>
        </p:txBody>
      </p:sp>
      <p:sp>
        <p:nvSpPr>
          <p:cNvPr id="18" name="Text 16"/>
          <p:cNvSpPr/>
          <p:nvPr/>
        </p:nvSpPr>
        <p:spPr>
          <a:xfrm>
            <a:off x="609600" y="4267200"/>
            <a:ext cx="3291840" cy="792480"/>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R: arules &amp;</a:t>
            </a:r>
            <a:endParaRPr lang="en-US" sz="1733" dirty="0">
              <a:solidFill>
                <a:prstClr val="black"/>
              </a:solidFill>
              <a:latin typeface="Calibri" panose="020F0502020204030204"/>
            </a:endParaRPr>
          </a:p>
          <a:p>
            <a:pPr defTabSz="1219170"/>
            <a:r>
              <a:rPr lang="en-US" sz="1733" b="1" dirty="0">
                <a:solidFill>
                  <a:srgbClr val="FFFFFF"/>
                </a:solidFill>
                <a:latin typeface="Calibri" pitchFamily="34" charset="0"/>
                <a:ea typeface="Calibri" pitchFamily="34" charset="-122"/>
                <a:cs typeface="Calibri" pitchFamily="34" charset="-120"/>
              </a:rPr>
              <a:t>niarules</a:t>
            </a:r>
            <a:endParaRPr lang="en-US" sz="1733" dirty="0">
              <a:solidFill>
                <a:prstClr val="black"/>
              </a:solidFill>
              <a:latin typeface="Calibri" panose="020F0502020204030204"/>
            </a:endParaRPr>
          </a:p>
        </p:txBody>
      </p:sp>
      <p:sp>
        <p:nvSpPr>
          <p:cNvPr id="19" name="Text 17"/>
          <p:cNvSpPr/>
          <p:nvPr/>
        </p:nvSpPr>
        <p:spPr>
          <a:xfrm>
            <a:off x="609600" y="5120640"/>
            <a:ext cx="3291840" cy="975360"/>
          </a:xfrm>
          <a:prstGeom prst="rect">
            <a:avLst/>
          </a:prstGeom>
          <a:noFill/>
          <a:ln/>
        </p:spPr>
        <p:txBody>
          <a:bodyPr wrap="square" lIns="0" tIns="0" rIns="0" bIns="0" rtlCol="0" anchor="ctr"/>
          <a:lstStyle/>
          <a:p>
            <a:pPr defTabSz="1219170"/>
            <a:r>
              <a:rPr lang="en-US" sz="1400" dirty="0">
                <a:solidFill>
                  <a:srgbClr val="CBD5E1"/>
                </a:solidFill>
                <a:latin typeface="Calibri" pitchFamily="34" charset="0"/>
                <a:ea typeface="Calibri" pitchFamily="34" charset="-122"/>
                <a:cs typeface="Calibri" pitchFamily="34" charset="-120"/>
              </a:rPr>
              <a:t>Classic binary/categorical data; nature-inspired for numerical data</a:t>
            </a:r>
            <a:endParaRPr lang="en-US" sz="1400" dirty="0">
              <a:solidFill>
                <a:prstClr val="black"/>
              </a:solidFill>
              <a:latin typeface="Calibri" panose="020F0502020204030204"/>
            </a:endParaRPr>
          </a:p>
        </p:txBody>
      </p:sp>
      <p:sp>
        <p:nvSpPr>
          <p:cNvPr id="20" name="Shape 18"/>
          <p:cNvSpPr/>
          <p:nvPr/>
        </p:nvSpPr>
        <p:spPr>
          <a:xfrm>
            <a:off x="4267200" y="4084320"/>
            <a:ext cx="3657600" cy="2072640"/>
          </a:xfrm>
          <a:prstGeom prst="rect">
            <a:avLst/>
          </a:prstGeom>
          <a:solidFill>
            <a:srgbClr val="1A2F4A"/>
          </a:solidFill>
          <a:ln/>
          <a:effectLst>
            <a:outerShdw blurRad="101600" dist="38100" dir="8100000" algn="bl" rotWithShape="0">
              <a:srgbClr val="000000">
                <a:alpha val="20000"/>
              </a:srgbClr>
            </a:outerShdw>
          </a:effectLst>
        </p:spPr>
        <p:txBody>
          <a:bodyPr/>
          <a:lstStyle/>
          <a:p>
            <a:pPr defTabSz="1219170"/>
            <a:endParaRPr lang="en-KE" sz="2400">
              <a:solidFill>
                <a:prstClr val="black"/>
              </a:solidFill>
              <a:latin typeface="Calibri" panose="020F0502020204030204"/>
            </a:endParaRPr>
          </a:p>
        </p:txBody>
      </p:sp>
      <p:sp>
        <p:nvSpPr>
          <p:cNvPr id="21" name="Shape 19"/>
          <p:cNvSpPr/>
          <p:nvPr/>
        </p:nvSpPr>
        <p:spPr>
          <a:xfrm>
            <a:off x="4267200" y="4084320"/>
            <a:ext cx="3657600" cy="121920"/>
          </a:xfrm>
          <a:prstGeom prst="rect">
            <a:avLst/>
          </a:prstGeom>
          <a:solidFill>
            <a:srgbClr val="E65100"/>
          </a:solidFill>
          <a:ln w="12700">
            <a:solidFill>
              <a:srgbClr val="E65100"/>
            </a:solidFill>
            <a:prstDash val="solid"/>
          </a:ln>
        </p:spPr>
        <p:txBody>
          <a:bodyPr/>
          <a:lstStyle/>
          <a:p>
            <a:pPr defTabSz="1219170"/>
            <a:endParaRPr lang="en-KE" sz="2400">
              <a:solidFill>
                <a:prstClr val="black"/>
              </a:solidFill>
              <a:latin typeface="Calibri" panose="020F0502020204030204"/>
            </a:endParaRPr>
          </a:p>
        </p:txBody>
      </p:sp>
      <p:sp>
        <p:nvSpPr>
          <p:cNvPr id="22" name="Text 20"/>
          <p:cNvSpPr/>
          <p:nvPr/>
        </p:nvSpPr>
        <p:spPr>
          <a:xfrm>
            <a:off x="4450080" y="4267200"/>
            <a:ext cx="3291840" cy="792480"/>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Apache</a:t>
            </a:r>
            <a:endParaRPr lang="en-US" sz="1733" dirty="0">
              <a:solidFill>
                <a:prstClr val="black"/>
              </a:solidFill>
              <a:latin typeface="Calibri" panose="020F0502020204030204"/>
            </a:endParaRPr>
          </a:p>
          <a:p>
            <a:pPr defTabSz="1219170"/>
            <a:r>
              <a:rPr lang="en-US" sz="1733" b="1" dirty="0">
                <a:solidFill>
                  <a:srgbClr val="FFFFFF"/>
                </a:solidFill>
                <a:latin typeface="Calibri" pitchFamily="34" charset="0"/>
                <a:ea typeface="Calibri" pitchFamily="34" charset="-122"/>
                <a:cs typeface="Calibri" pitchFamily="34" charset="-120"/>
              </a:rPr>
              <a:t>Mahout</a:t>
            </a:r>
            <a:endParaRPr lang="en-US" sz="1733" dirty="0">
              <a:solidFill>
                <a:prstClr val="black"/>
              </a:solidFill>
              <a:latin typeface="Calibri" panose="020F0502020204030204"/>
            </a:endParaRPr>
          </a:p>
        </p:txBody>
      </p:sp>
      <p:sp>
        <p:nvSpPr>
          <p:cNvPr id="23" name="Text 21"/>
          <p:cNvSpPr/>
          <p:nvPr/>
        </p:nvSpPr>
        <p:spPr>
          <a:xfrm>
            <a:off x="4450080" y="5120640"/>
            <a:ext cx="3291840" cy="975360"/>
          </a:xfrm>
          <a:prstGeom prst="rect">
            <a:avLst/>
          </a:prstGeom>
          <a:noFill/>
          <a:ln/>
        </p:spPr>
        <p:txBody>
          <a:bodyPr wrap="square" lIns="0" tIns="0" rIns="0" bIns="0" rtlCol="0" anchor="ctr"/>
          <a:lstStyle/>
          <a:p>
            <a:pPr defTabSz="1219170"/>
            <a:r>
              <a:rPr lang="en-US" sz="1400" dirty="0">
                <a:solidFill>
                  <a:srgbClr val="CBD5E1"/>
                </a:solidFill>
                <a:latin typeface="Calibri" pitchFamily="34" charset="0"/>
                <a:ea typeface="Calibri" pitchFamily="34" charset="-122"/>
                <a:cs typeface="Calibri" pitchFamily="34" charset="-120"/>
              </a:rPr>
              <a:t>Hadoop-based Parallel FP-Growth for large cluster deployments</a:t>
            </a:r>
            <a:endParaRPr lang="en-US" sz="1400" dirty="0">
              <a:solidFill>
                <a:prstClr val="black"/>
              </a:solidFill>
              <a:latin typeface="Calibri" panose="020F0502020204030204"/>
            </a:endParaRPr>
          </a:p>
        </p:txBody>
      </p:sp>
      <p:sp>
        <p:nvSpPr>
          <p:cNvPr id="24" name="Shape 22"/>
          <p:cNvSpPr/>
          <p:nvPr/>
        </p:nvSpPr>
        <p:spPr>
          <a:xfrm>
            <a:off x="8107680" y="4084320"/>
            <a:ext cx="3657600" cy="2072640"/>
          </a:xfrm>
          <a:prstGeom prst="rect">
            <a:avLst/>
          </a:prstGeom>
          <a:solidFill>
            <a:srgbClr val="1A2F4A"/>
          </a:solidFill>
          <a:ln/>
          <a:effectLst>
            <a:outerShdw blurRad="101600" dist="38100" dir="8100000" algn="bl" rotWithShape="0">
              <a:srgbClr val="000000">
                <a:alpha val="20000"/>
              </a:srgbClr>
            </a:outerShdw>
          </a:effectLst>
        </p:spPr>
        <p:txBody>
          <a:bodyPr/>
          <a:lstStyle/>
          <a:p>
            <a:pPr defTabSz="1219170"/>
            <a:endParaRPr lang="en-KE" sz="2400">
              <a:solidFill>
                <a:prstClr val="black"/>
              </a:solidFill>
              <a:latin typeface="Calibri" panose="020F0502020204030204"/>
            </a:endParaRPr>
          </a:p>
        </p:txBody>
      </p:sp>
      <p:sp>
        <p:nvSpPr>
          <p:cNvPr id="25" name="Shape 23"/>
          <p:cNvSpPr/>
          <p:nvPr/>
        </p:nvSpPr>
        <p:spPr>
          <a:xfrm>
            <a:off x="8107680" y="4084320"/>
            <a:ext cx="3657600" cy="121920"/>
          </a:xfrm>
          <a:prstGeom prst="rect">
            <a:avLst/>
          </a:prstGeom>
          <a:solidFill>
            <a:srgbClr val="558B2F"/>
          </a:solidFill>
          <a:ln w="12700">
            <a:solidFill>
              <a:srgbClr val="558B2F"/>
            </a:solidFill>
            <a:prstDash val="solid"/>
          </a:ln>
        </p:spPr>
        <p:txBody>
          <a:bodyPr/>
          <a:lstStyle/>
          <a:p>
            <a:pPr defTabSz="1219170"/>
            <a:endParaRPr lang="en-KE" sz="2400">
              <a:solidFill>
                <a:prstClr val="black"/>
              </a:solidFill>
              <a:latin typeface="Calibri" panose="020F0502020204030204"/>
            </a:endParaRPr>
          </a:p>
        </p:txBody>
      </p:sp>
      <p:sp>
        <p:nvSpPr>
          <p:cNvPr id="26" name="Text 24"/>
          <p:cNvSpPr/>
          <p:nvPr/>
        </p:nvSpPr>
        <p:spPr>
          <a:xfrm>
            <a:off x="8290560" y="4267200"/>
            <a:ext cx="3291840" cy="792480"/>
          </a:xfrm>
          <a:prstGeom prst="rect">
            <a:avLst/>
          </a:prstGeom>
          <a:noFill/>
          <a:ln/>
        </p:spPr>
        <p:txBody>
          <a:bodyPr wrap="square" lIns="0" tIns="0" rIns="0" bIns="0" rtlCol="0" anchor="ctr"/>
          <a:lstStyle/>
          <a:p>
            <a:pPr defTabSz="1219170"/>
            <a:r>
              <a:rPr lang="en-US" sz="1733" b="1" dirty="0">
                <a:solidFill>
                  <a:srgbClr val="FFFFFF"/>
                </a:solidFill>
                <a:latin typeface="Calibri" pitchFamily="34" charset="0"/>
                <a:ea typeface="Calibri" pitchFamily="34" charset="-122"/>
                <a:cs typeface="Calibri" pitchFamily="34" charset="-120"/>
              </a:rPr>
              <a:t>Hadoop</a:t>
            </a:r>
            <a:endParaRPr lang="en-US" sz="1733" dirty="0">
              <a:solidFill>
                <a:prstClr val="black"/>
              </a:solidFill>
              <a:latin typeface="Calibri" panose="020F0502020204030204"/>
            </a:endParaRPr>
          </a:p>
          <a:p>
            <a:pPr defTabSz="1219170"/>
            <a:r>
              <a:rPr lang="en-US" sz="1733" b="1" dirty="0">
                <a:solidFill>
                  <a:srgbClr val="FFFFFF"/>
                </a:solidFill>
                <a:latin typeface="Calibri" pitchFamily="34" charset="0"/>
                <a:ea typeface="Calibri" pitchFamily="34" charset="-122"/>
                <a:cs typeface="Calibri" pitchFamily="34" charset="-120"/>
              </a:rPr>
              <a:t>MapReduce</a:t>
            </a:r>
            <a:endParaRPr lang="en-US" sz="1733" dirty="0">
              <a:solidFill>
                <a:prstClr val="black"/>
              </a:solidFill>
              <a:latin typeface="Calibri" panose="020F0502020204030204"/>
            </a:endParaRPr>
          </a:p>
        </p:txBody>
      </p:sp>
      <p:sp>
        <p:nvSpPr>
          <p:cNvPr id="27" name="Text 25"/>
          <p:cNvSpPr/>
          <p:nvPr/>
        </p:nvSpPr>
        <p:spPr>
          <a:xfrm>
            <a:off x="8290560" y="5120640"/>
            <a:ext cx="3291840" cy="975360"/>
          </a:xfrm>
          <a:prstGeom prst="rect">
            <a:avLst/>
          </a:prstGeom>
          <a:noFill/>
          <a:ln/>
        </p:spPr>
        <p:txBody>
          <a:bodyPr wrap="square" lIns="0" tIns="0" rIns="0" bIns="0" rtlCol="0" anchor="ctr"/>
          <a:lstStyle/>
          <a:p>
            <a:pPr defTabSz="1219170"/>
            <a:r>
              <a:rPr lang="en-US" sz="1400" dirty="0">
                <a:solidFill>
                  <a:srgbClr val="CBD5E1"/>
                </a:solidFill>
                <a:latin typeface="Calibri" pitchFamily="34" charset="0"/>
                <a:ea typeface="Calibri" pitchFamily="34" charset="-122"/>
                <a:cs typeface="Calibri" pitchFamily="34" charset="-120"/>
              </a:rPr>
              <a:t>Parallel Apriori across nodes; best for multi-terabyte batch jobs</a:t>
            </a:r>
            <a:endParaRPr lang="en-US" sz="1400" dirty="0">
              <a:solidFill>
                <a:prstClr val="black"/>
              </a:solidFill>
              <a:latin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D1F3C"/>
          </a:solidFill>
          <a:ln w="12700">
            <a:solidFill>
              <a:srgbClr val="0D1F3C"/>
            </a:solidFill>
            <a:prstDash val="solid"/>
          </a:ln>
        </p:spPr>
        <p:txBody>
          <a:bodyPr/>
          <a:lstStyle/>
          <a:p>
            <a:pPr defTabSz="1219170"/>
            <a:endParaRPr lang="en-KE" sz="2400">
              <a:solidFill>
                <a:prstClr val="black"/>
              </a:solidFill>
              <a:latin typeface="Calibri" panose="020F0502020204030204"/>
            </a:endParaRPr>
          </a:p>
        </p:txBody>
      </p:sp>
      <p:sp>
        <p:nvSpPr>
          <p:cNvPr id="3" name="Text 1"/>
          <p:cNvSpPr/>
          <p:nvPr/>
        </p:nvSpPr>
        <p:spPr>
          <a:xfrm>
            <a:off x="487680" y="121920"/>
            <a:ext cx="11216640" cy="975360"/>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Practical Applications of ARM in Big Data</a:t>
            </a:r>
            <a:endParaRPr lang="en-US" sz="2933" dirty="0">
              <a:solidFill>
                <a:prstClr val="black"/>
              </a:solidFill>
              <a:latin typeface="Calibri" panose="020F0502020204030204"/>
            </a:endParaRPr>
          </a:p>
        </p:txBody>
      </p:sp>
      <p:sp>
        <p:nvSpPr>
          <p:cNvPr id="4" name="Shape 2"/>
          <p:cNvSpPr/>
          <p:nvPr/>
        </p:nvSpPr>
        <p:spPr>
          <a:xfrm>
            <a:off x="426720" y="1341120"/>
            <a:ext cx="3657600" cy="2438400"/>
          </a:xfrm>
          <a:prstGeom prst="rect">
            <a:avLst/>
          </a:prstGeom>
          <a:solidFill>
            <a:srgbClr val="FFFFFF"/>
          </a:solidFill>
          <a:ln/>
          <a:effectLst>
            <a:outerShdw blurRad="63500" dist="25400" dir="8100000" algn="bl" rotWithShape="0">
              <a:srgbClr val="000000">
                <a:alpha val="8000"/>
              </a:srgbClr>
            </a:outerShdw>
          </a:effectLst>
        </p:spPr>
        <p:txBody>
          <a:bodyPr/>
          <a:lstStyle/>
          <a:p>
            <a:pPr defTabSz="1219170"/>
            <a:endParaRPr lang="en-KE" sz="2400">
              <a:solidFill>
                <a:prstClr val="black"/>
              </a:solidFill>
              <a:latin typeface="Calibri" panose="020F0502020204030204"/>
            </a:endParaRPr>
          </a:p>
        </p:txBody>
      </p:sp>
      <p:sp>
        <p:nvSpPr>
          <p:cNvPr id="5" name="Shape 3"/>
          <p:cNvSpPr/>
          <p:nvPr/>
        </p:nvSpPr>
        <p:spPr>
          <a:xfrm>
            <a:off x="426720" y="1341120"/>
            <a:ext cx="3657600" cy="97536"/>
          </a:xfrm>
          <a:prstGeom prst="rect">
            <a:avLst/>
          </a:prstGeom>
          <a:solidFill>
            <a:srgbClr val="0A7EA4"/>
          </a:solidFill>
          <a:ln w="12700">
            <a:solidFill>
              <a:srgbClr val="0A7EA4"/>
            </a:solidFill>
            <a:prstDash val="solid"/>
          </a:ln>
        </p:spPr>
        <p:txBody>
          <a:bodyPr/>
          <a:lstStyle/>
          <a:p>
            <a:pPr defTabSz="1219170"/>
            <a:endParaRPr lang="en-KE" sz="2400">
              <a:solidFill>
                <a:prstClr val="black"/>
              </a:solidFill>
              <a:latin typeface="Calibri" panose="020F0502020204030204"/>
            </a:endParaRPr>
          </a:p>
        </p:txBody>
      </p:sp>
      <p:sp>
        <p:nvSpPr>
          <p:cNvPr id="6" name="Text 4"/>
          <p:cNvSpPr/>
          <p:nvPr/>
        </p:nvSpPr>
        <p:spPr>
          <a:xfrm>
            <a:off x="609600" y="1487424"/>
            <a:ext cx="3291840" cy="463296"/>
          </a:xfrm>
          <a:prstGeom prst="rect">
            <a:avLst/>
          </a:prstGeom>
          <a:noFill/>
          <a:ln/>
        </p:spPr>
        <p:txBody>
          <a:bodyPr wrap="square" lIns="0" tIns="0" rIns="0" bIns="0" rtlCol="0" anchor="ctr"/>
          <a:lstStyle/>
          <a:p>
            <a:pPr defTabSz="1219170"/>
            <a:r>
              <a:rPr lang="en-US" sz="1733" b="1" dirty="0">
                <a:solidFill>
                  <a:srgbClr val="0D1F3C"/>
                </a:solidFill>
                <a:latin typeface="Calibri" pitchFamily="34" charset="0"/>
                <a:ea typeface="Calibri" pitchFamily="34" charset="-122"/>
                <a:cs typeface="Calibri" pitchFamily="34" charset="-120"/>
              </a:rPr>
              <a:t>Retail &amp; E-Commerce</a:t>
            </a:r>
            <a:endParaRPr lang="en-US" sz="1733" dirty="0">
              <a:solidFill>
                <a:prstClr val="black"/>
              </a:solidFill>
              <a:latin typeface="Calibri" panose="020F0502020204030204"/>
            </a:endParaRPr>
          </a:p>
        </p:txBody>
      </p:sp>
      <p:sp>
        <p:nvSpPr>
          <p:cNvPr id="7" name="Text 5"/>
          <p:cNvSpPr/>
          <p:nvPr/>
        </p:nvSpPr>
        <p:spPr>
          <a:xfrm>
            <a:off x="609600" y="1950720"/>
            <a:ext cx="3291840" cy="365760"/>
          </a:xfrm>
          <a:prstGeom prst="rect">
            <a:avLst/>
          </a:prstGeom>
          <a:noFill/>
          <a:ln/>
        </p:spPr>
        <p:txBody>
          <a:bodyPr wrap="square" lIns="0" tIns="0" rIns="0" bIns="0" rtlCol="0" anchor="ctr"/>
          <a:lstStyle/>
          <a:p>
            <a:pPr defTabSz="1219170"/>
            <a:r>
              <a:rPr lang="en-US" sz="1467" i="1" dirty="0">
                <a:solidFill>
                  <a:srgbClr val="0A7EA4"/>
                </a:solidFill>
                <a:latin typeface="Calibri" pitchFamily="34" charset="0"/>
                <a:ea typeface="Calibri" pitchFamily="34" charset="-122"/>
                <a:cs typeface="Calibri" pitchFamily="34" charset="-120"/>
              </a:rPr>
              <a:t>Market Basket Analysis</a:t>
            </a:r>
            <a:endParaRPr lang="en-US" sz="1467" dirty="0">
              <a:solidFill>
                <a:prstClr val="black"/>
              </a:solidFill>
              <a:latin typeface="Calibri" panose="020F0502020204030204"/>
            </a:endParaRPr>
          </a:p>
        </p:txBody>
      </p:sp>
      <p:sp>
        <p:nvSpPr>
          <p:cNvPr id="8" name="Text 6"/>
          <p:cNvSpPr/>
          <p:nvPr/>
        </p:nvSpPr>
        <p:spPr>
          <a:xfrm>
            <a:off x="609600" y="2340864"/>
            <a:ext cx="3291840" cy="1341120"/>
          </a:xfrm>
          <a:prstGeom prst="rect">
            <a:avLst/>
          </a:prstGeom>
          <a:noFill/>
          <a:ln/>
        </p:spPr>
        <p:txBody>
          <a:bodyPr wrap="square" lIns="0" tIns="0" rIns="0" bIns="0" rtlCol="0" anchor="ctr"/>
          <a:lstStyle/>
          <a:p>
            <a:pPr defTabSz="1219170"/>
            <a:r>
              <a:rPr lang="en-US" sz="1467" dirty="0">
                <a:solidFill>
                  <a:srgbClr val="64748B"/>
                </a:solidFill>
                <a:latin typeface="Calibri" pitchFamily="34" charset="0"/>
                <a:ea typeface="Calibri" pitchFamily="34" charset="-122"/>
                <a:cs typeface="Calibri" pitchFamily="34" charset="-120"/>
              </a:rPr>
              <a:t>Amazon/Walmart analyze millions of orders to find co-purchase patterns, driving cross-selling and smarter inventory placement.</a:t>
            </a:r>
            <a:endParaRPr lang="en-US" sz="1467" dirty="0">
              <a:solidFill>
                <a:prstClr val="black"/>
              </a:solidFill>
              <a:latin typeface="Calibri" panose="020F0502020204030204"/>
            </a:endParaRPr>
          </a:p>
        </p:txBody>
      </p:sp>
      <p:sp>
        <p:nvSpPr>
          <p:cNvPr id="9" name="Shape 7"/>
          <p:cNvSpPr/>
          <p:nvPr/>
        </p:nvSpPr>
        <p:spPr>
          <a:xfrm>
            <a:off x="4267200" y="1341120"/>
            <a:ext cx="3657600" cy="2438400"/>
          </a:xfrm>
          <a:prstGeom prst="rect">
            <a:avLst/>
          </a:prstGeom>
          <a:solidFill>
            <a:srgbClr val="FFFFFF"/>
          </a:solidFill>
          <a:ln/>
          <a:effectLst>
            <a:outerShdw blurRad="63500" dist="25400" dir="8100000" algn="bl" rotWithShape="0">
              <a:srgbClr val="000000">
                <a:alpha val="8000"/>
              </a:srgbClr>
            </a:outerShdw>
          </a:effectLst>
        </p:spPr>
        <p:txBody>
          <a:bodyPr/>
          <a:lstStyle/>
          <a:p>
            <a:pPr defTabSz="1219170"/>
            <a:endParaRPr lang="en-KE" sz="2400">
              <a:solidFill>
                <a:prstClr val="black"/>
              </a:solidFill>
              <a:latin typeface="Calibri" panose="020F0502020204030204"/>
            </a:endParaRPr>
          </a:p>
        </p:txBody>
      </p:sp>
      <p:sp>
        <p:nvSpPr>
          <p:cNvPr id="10" name="Shape 8"/>
          <p:cNvSpPr/>
          <p:nvPr/>
        </p:nvSpPr>
        <p:spPr>
          <a:xfrm>
            <a:off x="4267200" y="1341120"/>
            <a:ext cx="3657600" cy="97536"/>
          </a:xfrm>
          <a:prstGeom prst="rect">
            <a:avLst/>
          </a:prstGeom>
          <a:solidFill>
            <a:srgbClr val="0D1F3C"/>
          </a:solidFill>
          <a:ln w="12700">
            <a:solidFill>
              <a:srgbClr val="0D1F3C"/>
            </a:solidFill>
            <a:prstDash val="solid"/>
          </a:ln>
        </p:spPr>
        <p:txBody>
          <a:bodyPr/>
          <a:lstStyle/>
          <a:p>
            <a:pPr defTabSz="1219170"/>
            <a:endParaRPr lang="en-KE" sz="2400">
              <a:solidFill>
                <a:prstClr val="black"/>
              </a:solidFill>
              <a:latin typeface="Calibri" panose="020F0502020204030204"/>
            </a:endParaRPr>
          </a:p>
        </p:txBody>
      </p:sp>
      <p:sp>
        <p:nvSpPr>
          <p:cNvPr id="11" name="Text 9"/>
          <p:cNvSpPr/>
          <p:nvPr/>
        </p:nvSpPr>
        <p:spPr>
          <a:xfrm>
            <a:off x="4450080" y="1487424"/>
            <a:ext cx="3291840" cy="463296"/>
          </a:xfrm>
          <a:prstGeom prst="rect">
            <a:avLst/>
          </a:prstGeom>
          <a:noFill/>
          <a:ln/>
        </p:spPr>
        <p:txBody>
          <a:bodyPr wrap="square" lIns="0" tIns="0" rIns="0" bIns="0" rtlCol="0" anchor="ctr"/>
          <a:lstStyle/>
          <a:p>
            <a:pPr defTabSz="1219170"/>
            <a:r>
              <a:rPr lang="en-US" sz="1733" b="1" dirty="0">
                <a:solidFill>
                  <a:srgbClr val="0D1F3C"/>
                </a:solidFill>
                <a:latin typeface="Calibri" pitchFamily="34" charset="0"/>
                <a:ea typeface="Calibri" pitchFamily="34" charset="-122"/>
                <a:cs typeface="Calibri" pitchFamily="34" charset="-120"/>
              </a:rPr>
              <a:t>Healthcare</a:t>
            </a:r>
            <a:endParaRPr lang="en-US" sz="1733" dirty="0">
              <a:solidFill>
                <a:prstClr val="black"/>
              </a:solidFill>
              <a:latin typeface="Calibri" panose="020F0502020204030204"/>
            </a:endParaRPr>
          </a:p>
        </p:txBody>
      </p:sp>
      <p:sp>
        <p:nvSpPr>
          <p:cNvPr id="12" name="Text 10"/>
          <p:cNvSpPr/>
          <p:nvPr/>
        </p:nvSpPr>
        <p:spPr>
          <a:xfrm>
            <a:off x="4450080" y="1950720"/>
            <a:ext cx="3291840" cy="365760"/>
          </a:xfrm>
          <a:prstGeom prst="rect">
            <a:avLst/>
          </a:prstGeom>
          <a:noFill/>
          <a:ln/>
        </p:spPr>
        <p:txBody>
          <a:bodyPr wrap="square" lIns="0" tIns="0" rIns="0" bIns="0" rtlCol="0" anchor="ctr"/>
          <a:lstStyle/>
          <a:p>
            <a:pPr defTabSz="1219170"/>
            <a:r>
              <a:rPr lang="en-US" sz="1467" i="1" dirty="0">
                <a:solidFill>
                  <a:srgbClr val="0D1F3C"/>
                </a:solidFill>
                <a:latin typeface="Calibri" pitchFamily="34" charset="0"/>
                <a:ea typeface="Calibri" pitchFamily="34" charset="-122"/>
                <a:cs typeface="Calibri" pitchFamily="34" charset="-120"/>
              </a:rPr>
              <a:t>Clinical Informatics</a:t>
            </a:r>
            <a:endParaRPr lang="en-US" sz="1467" dirty="0">
              <a:solidFill>
                <a:prstClr val="black"/>
              </a:solidFill>
              <a:latin typeface="Calibri" panose="020F0502020204030204"/>
            </a:endParaRPr>
          </a:p>
        </p:txBody>
      </p:sp>
      <p:sp>
        <p:nvSpPr>
          <p:cNvPr id="13" name="Text 11"/>
          <p:cNvSpPr/>
          <p:nvPr/>
        </p:nvSpPr>
        <p:spPr>
          <a:xfrm>
            <a:off x="4450080" y="2340864"/>
            <a:ext cx="3291840" cy="1341120"/>
          </a:xfrm>
          <a:prstGeom prst="rect">
            <a:avLst/>
          </a:prstGeom>
          <a:noFill/>
          <a:ln/>
        </p:spPr>
        <p:txBody>
          <a:bodyPr wrap="square" lIns="0" tIns="0" rIns="0" bIns="0" rtlCol="0" anchor="ctr"/>
          <a:lstStyle/>
          <a:p>
            <a:pPr defTabSz="1219170"/>
            <a:r>
              <a:rPr lang="en-US" sz="1467" dirty="0">
                <a:solidFill>
                  <a:srgbClr val="64748B"/>
                </a:solidFill>
                <a:latin typeface="Calibri" pitchFamily="34" charset="0"/>
                <a:ea typeface="Calibri" pitchFamily="34" charset="-122"/>
                <a:cs typeface="Calibri" pitchFamily="34" charset="-120"/>
              </a:rPr>
              <a:t>Mining EHRs reveals symptom-diagnosis or drug-reaction patterns, enabling early alerts for physicians on patient risk.</a:t>
            </a:r>
            <a:endParaRPr lang="en-US" sz="1467" dirty="0">
              <a:solidFill>
                <a:prstClr val="black"/>
              </a:solidFill>
              <a:latin typeface="Calibri" panose="020F0502020204030204"/>
            </a:endParaRPr>
          </a:p>
        </p:txBody>
      </p:sp>
      <p:sp>
        <p:nvSpPr>
          <p:cNvPr id="14" name="Shape 12"/>
          <p:cNvSpPr/>
          <p:nvPr/>
        </p:nvSpPr>
        <p:spPr>
          <a:xfrm>
            <a:off x="8107680" y="1341120"/>
            <a:ext cx="3657600" cy="2438400"/>
          </a:xfrm>
          <a:prstGeom prst="rect">
            <a:avLst/>
          </a:prstGeom>
          <a:solidFill>
            <a:srgbClr val="FFFFFF"/>
          </a:solidFill>
          <a:ln/>
          <a:effectLst>
            <a:outerShdw blurRad="63500" dist="25400" dir="8100000" algn="bl" rotWithShape="0">
              <a:srgbClr val="000000">
                <a:alpha val="8000"/>
              </a:srgbClr>
            </a:outerShdw>
          </a:effectLst>
        </p:spPr>
        <p:txBody>
          <a:bodyPr/>
          <a:lstStyle/>
          <a:p>
            <a:pPr defTabSz="1219170"/>
            <a:endParaRPr lang="en-KE" sz="2400">
              <a:solidFill>
                <a:prstClr val="black"/>
              </a:solidFill>
              <a:latin typeface="Calibri" panose="020F0502020204030204"/>
            </a:endParaRPr>
          </a:p>
        </p:txBody>
      </p:sp>
      <p:sp>
        <p:nvSpPr>
          <p:cNvPr id="15" name="Shape 13"/>
          <p:cNvSpPr/>
          <p:nvPr/>
        </p:nvSpPr>
        <p:spPr>
          <a:xfrm>
            <a:off x="8107680" y="1341120"/>
            <a:ext cx="3657600" cy="97536"/>
          </a:xfrm>
          <a:prstGeom prst="rect">
            <a:avLst/>
          </a:prstGeom>
          <a:solidFill>
            <a:srgbClr val="F97316"/>
          </a:solidFill>
          <a:ln w="12700">
            <a:solidFill>
              <a:srgbClr val="F97316"/>
            </a:solidFill>
            <a:prstDash val="solid"/>
          </a:ln>
        </p:spPr>
        <p:txBody>
          <a:bodyPr/>
          <a:lstStyle/>
          <a:p>
            <a:pPr defTabSz="1219170"/>
            <a:endParaRPr lang="en-KE" sz="2400">
              <a:solidFill>
                <a:prstClr val="black"/>
              </a:solidFill>
              <a:latin typeface="Calibri" panose="020F0502020204030204"/>
            </a:endParaRPr>
          </a:p>
        </p:txBody>
      </p:sp>
      <p:sp>
        <p:nvSpPr>
          <p:cNvPr id="16" name="Text 14"/>
          <p:cNvSpPr/>
          <p:nvPr/>
        </p:nvSpPr>
        <p:spPr>
          <a:xfrm>
            <a:off x="8290560" y="1487424"/>
            <a:ext cx="3291840" cy="463296"/>
          </a:xfrm>
          <a:prstGeom prst="rect">
            <a:avLst/>
          </a:prstGeom>
          <a:noFill/>
          <a:ln/>
        </p:spPr>
        <p:txBody>
          <a:bodyPr wrap="square" lIns="0" tIns="0" rIns="0" bIns="0" rtlCol="0" anchor="ctr"/>
          <a:lstStyle/>
          <a:p>
            <a:pPr defTabSz="1219170"/>
            <a:r>
              <a:rPr lang="en-US" sz="1733" b="1" dirty="0">
                <a:solidFill>
                  <a:srgbClr val="0D1F3C"/>
                </a:solidFill>
                <a:latin typeface="Calibri" pitchFamily="34" charset="0"/>
                <a:ea typeface="Calibri" pitchFamily="34" charset="-122"/>
                <a:cs typeface="Calibri" pitchFamily="34" charset="-120"/>
              </a:rPr>
              <a:t>Web &amp; User Behavior</a:t>
            </a:r>
            <a:endParaRPr lang="en-US" sz="1733" dirty="0">
              <a:solidFill>
                <a:prstClr val="black"/>
              </a:solidFill>
              <a:latin typeface="Calibri" panose="020F0502020204030204"/>
            </a:endParaRPr>
          </a:p>
        </p:txBody>
      </p:sp>
      <p:sp>
        <p:nvSpPr>
          <p:cNvPr id="17" name="Text 15"/>
          <p:cNvSpPr/>
          <p:nvPr/>
        </p:nvSpPr>
        <p:spPr>
          <a:xfrm>
            <a:off x="8290560" y="1950720"/>
            <a:ext cx="3291840" cy="365760"/>
          </a:xfrm>
          <a:prstGeom prst="rect">
            <a:avLst/>
          </a:prstGeom>
          <a:noFill/>
          <a:ln/>
        </p:spPr>
        <p:txBody>
          <a:bodyPr wrap="square" lIns="0" tIns="0" rIns="0" bIns="0" rtlCol="0" anchor="ctr"/>
          <a:lstStyle/>
          <a:p>
            <a:pPr defTabSz="1219170"/>
            <a:r>
              <a:rPr lang="en-US" sz="1467" i="1" dirty="0">
                <a:solidFill>
                  <a:srgbClr val="F97316"/>
                </a:solidFill>
                <a:latin typeface="Calibri" pitchFamily="34" charset="0"/>
                <a:ea typeface="Calibri" pitchFamily="34" charset="-122"/>
                <a:cs typeface="Calibri" pitchFamily="34" charset="-120"/>
              </a:rPr>
              <a:t>Clickstream Analysis</a:t>
            </a:r>
            <a:endParaRPr lang="en-US" sz="1467" dirty="0">
              <a:solidFill>
                <a:prstClr val="black"/>
              </a:solidFill>
              <a:latin typeface="Calibri" panose="020F0502020204030204"/>
            </a:endParaRPr>
          </a:p>
        </p:txBody>
      </p:sp>
      <p:sp>
        <p:nvSpPr>
          <p:cNvPr id="18" name="Text 16"/>
          <p:cNvSpPr/>
          <p:nvPr/>
        </p:nvSpPr>
        <p:spPr>
          <a:xfrm>
            <a:off x="8290560" y="2340864"/>
            <a:ext cx="3291840" cy="1341120"/>
          </a:xfrm>
          <a:prstGeom prst="rect">
            <a:avLst/>
          </a:prstGeom>
          <a:noFill/>
          <a:ln/>
        </p:spPr>
        <p:txBody>
          <a:bodyPr wrap="square" lIns="0" tIns="0" rIns="0" bIns="0" rtlCol="0" anchor="ctr"/>
          <a:lstStyle/>
          <a:p>
            <a:pPr defTabSz="1219170"/>
            <a:r>
              <a:rPr lang="en-US" sz="1467" dirty="0">
                <a:solidFill>
                  <a:srgbClr val="64748B"/>
                </a:solidFill>
                <a:latin typeface="Calibri" pitchFamily="34" charset="0"/>
                <a:ea typeface="Calibri" pitchFamily="34" charset="-122"/>
                <a:cs typeface="Calibri" pitchFamily="34" charset="-120"/>
              </a:rPr>
              <a:t>News sites analyze billions of clicks to identify navigation patterns and optimize real-time ad targeting.</a:t>
            </a:r>
            <a:endParaRPr lang="en-US" sz="1467" dirty="0">
              <a:solidFill>
                <a:prstClr val="black"/>
              </a:solidFill>
              <a:latin typeface="Calibri" panose="020F0502020204030204"/>
            </a:endParaRPr>
          </a:p>
        </p:txBody>
      </p:sp>
      <p:sp>
        <p:nvSpPr>
          <p:cNvPr id="19" name="Shape 17"/>
          <p:cNvSpPr/>
          <p:nvPr/>
        </p:nvSpPr>
        <p:spPr>
          <a:xfrm>
            <a:off x="426720" y="3925824"/>
            <a:ext cx="5608320" cy="2438400"/>
          </a:xfrm>
          <a:prstGeom prst="rect">
            <a:avLst/>
          </a:prstGeom>
          <a:solidFill>
            <a:srgbClr val="FFFFFF"/>
          </a:solidFill>
          <a:ln/>
          <a:effectLst>
            <a:outerShdw blurRad="63500" dist="25400" dir="8100000" algn="bl" rotWithShape="0">
              <a:srgbClr val="000000">
                <a:alpha val="8000"/>
              </a:srgbClr>
            </a:outerShdw>
          </a:effectLst>
        </p:spPr>
        <p:txBody>
          <a:bodyPr/>
          <a:lstStyle/>
          <a:p>
            <a:pPr defTabSz="1219170"/>
            <a:endParaRPr lang="en-KE" sz="2400">
              <a:solidFill>
                <a:prstClr val="black"/>
              </a:solidFill>
              <a:latin typeface="Calibri" panose="020F0502020204030204"/>
            </a:endParaRPr>
          </a:p>
        </p:txBody>
      </p:sp>
      <p:sp>
        <p:nvSpPr>
          <p:cNvPr id="20" name="Shape 18"/>
          <p:cNvSpPr/>
          <p:nvPr/>
        </p:nvSpPr>
        <p:spPr>
          <a:xfrm>
            <a:off x="426720" y="3925824"/>
            <a:ext cx="5608320" cy="97536"/>
          </a:xfrm>
          <a:prstGeom prst="rect">
            <a:avLst/>
          </a:prstGeom>
          <a:solidFill>
            <a:srgbClr val="6A1B9A"/>
          </a:solidFill>
          <a:ln w="12700">
            <a:solidFill>
              <a:srgbClr val="6A1B9A"/>
            </a:solidFill>
            <a:prstDash val="solid"/>
          </a:ln>
        </p:spPr>
        <p:txBody>
          <a:bodyPr/>
          <a:lstStyle/>
          <a:p>
            <a:pPr defTabSz="1219170"/>
            <a:endParaRPr lang="en-KE" sz="2400">
              <a:solidFill>
                <a:prstClr val="black"/>
              </a:solidFill>
              <a:latin typeface="Calibri" panose="020F0502020204030204"/>
            </a:endParaRPr>
          </a:p>
        </p:txBody>
      </p:sp>
      <p:sp>
        <p:nvSpPr>
          <p:cNvPr id="21" name="Text 19"/>
          <p:cNvSpPr/>
          <p:nvPr/>
        </p:nvSpPr>
        <p:spPr>
          <a:xfrm>
            <a:off x="609600" y="4072128"/>
            <a:ext cx="5242560" cy="463296"/>
          </a:xfrm>
          <a:prstGeom prst="rect">
            <a:avLst/>
          </a:prstGeom>
          <a:noFill/>
          <a:ln/>
        </p:spPr>
        <p:txBody>
          <a:bodyPr wrap="square" lIns="0" tIns="0" rIns="0" bIns="0" rtlCol="0" anchor="ctr"/>
          <a:lstStyle/>
          <a:p>
            <a:pPr defTabSz="1219170"/>
            <a:r>
              <a:rPr lang="en-US" sz="1733" b="1" dirty="0">
                <a:solidFill>
                  <a:srgbClr val="0D1F3C"/>
                </a:solidFill>
                <a:latin typeface="Calibri" pitchFamily="34" charset="0"/>
                <a:ea typeface="Calibri" pitchFamily="34" charset="-122"/>
                <a:cs typeface="Calibri" pitchFamily="34" charset="-120"/>
              </a:rPr>
              <a:t>Telecom &amp; Security</a:t>
            </a:r>
            <a:endParaRPr lang="en-US" sz="1733" dirty="0">
              <a:solidFill>
                <a:prstClr val="black"/>
              </a:solidFill>
              <a:latin typeface="Calibri" panose="020F0502020204030204"/>
            </a:endParaRPr>
          </a:p>
        </p:txBody>
      </p:sp>
      <p:sp>
        <p:nvSpPr>
          <p:cNvPr id="22" name="Text 20"/>
          <p:cNvSpPr/>
          <p:nvPr/>
        </p:nvSpPr>
        <p:spPr>
          <a:xfrm>
            <a:off x="609600" y="4535424"/>
            <a:ext cx="5242560" cy="365760"/>
          </a:xfrm>
          <a:prstGeom prst="rect">
            <a:avLst/>
          </a:prstGeom>
          <a:noFill/>
          <a:ln/>
        </p:spPr>
        <p:txBody>
          <a:bodyPr wrap="square" lIns="0" tIns="0" rIns="0" bIns="0" rtlCol="0" anchor="ctr"/>
          <a:lstStyle/>
          <a:p>
            <a:pPr defTabSz="1219170"/>
            <a:r>
              <a:rPr lang="en-US" sz="1467" i="1" dirty="0">
                <a:solidFill>
                  <a:srgbClr val="6A1B9A"/>
                </a:solidFill>
                <a:latin typeface="Calibri" pitchFamily="34" charset="0"/>
                <a:ea typeface="Calibri" pitchFamily="34" charset="-122"/>
                <a:cs typeface="Calibri" pitchFamily="34" charset="-120"/>
              </a:rPr>
              <a:t>Fraud Detection</a:t>
            </a:r>
            <a:endParaRPr lang="en-US" sz="1467" dirty="0">
              <a:solidFill>
                <a:prstClr val="black"/>
              </a:solidFill>
              <a:latin typeface="Calibri" panose="020F0502020204030204"/>
            </a:endParaRPr>
          </a:p>
        </p:txBody>
      </p:sp>
      <p:sp>
        <p:nvSpPr>
          <p:cNvPr id="23" name="Text 21"/>
          <p:cNvSpPr/>
          <p:nvPr/>
        </p:nvSpPr>
        <p:spPr>
          <a:xfrm>
            <a:off x="609600" y="4925568"/>
            <a:ext cx="5242560" cy="1341120"/>
          </a:xfrm>
          <a:prstGeom prst="rect">
            <a:avLst/>
          </a:prstGeom>
          <a:noFill/>
          <a:ln/>
        </p:spPr>
        <p:txBody>
          <a:bodyPr wrap="square" lIns="0" tIns="0" rIns="0" bIns="0" rtlCol="0" anchor="ctr"/>
          <a:lstStyle/>
          <a:p>
            <a:pPr defTabSz="1219170"/>
            <a:r>
              <a:rPr lang="en-US" sz="1467" dirty="0">
                <a:solidFill>
                  <a:srgbClr val="64748B"/>
                </a:solidFill>
                <a:latin typeface="Calibri" pitchFamily="34" charset="0"/>
                <a:ea typeface="Calibri" pitchFamily="34" charset="-122"/>
                <a:cs typeface="Calibri" pitchFamily="34" charset="-120"/>
              </a:rPr>
              <a:t>Mobile carriers detect SIM box fraud by mining call data patterns — e.g., short international calls from new SIMs.</a:t>
            </a:r>
            <a:endParaRPr lang="en-US" sz="1467" dirty="0">
              <a:solidFill>
                <a:prstClr val="black"/>
              </a:solidFill>
              <a:latin typeface="Calibri" panose="020F0502020204030204"/>
            </a:endParaRPr>
          </a:p>
        </p:txBody>
      </p:sp>
      <p:sp>
        <p:nvSpPr>
          <p:cNvPr id="24" name="Shape 22"/>
          <p:cNvSpPr/>
          <p:nvPr/>
        </p:nvSpPr>
        <p:spPr>
          <a:xfrm>
            <a:off x="6217920" y="3925824"/>
            <a:ext cx="5608320" cy="2438400"/>
          </a:xfrm>
          <a:prstGeom prst="rect">
            <a:avLst/>
          </a:prstGeom>
          <a:solidFill>
            <a:srgbClr val="FFFFFF"/>
          </a:solidFill>
          <a:ln/>
          <a:effectLst>
            <a:outerShdw blurRad="63500" dist="25400" dir="8100000" algn="bl" rotWithShape="0">
              <a:srgbClr val="000000">
                <a:alpha val="8000"/>
              </a:srgbClr>
            </a:outerShdw>
          </a:effectLst>
        </p:spPr>
        <p:txBody>
          <a:bodyPr/>
          <a:lstStyle/>
          <a:p>
            <a:pPr defTabSz="1219170"/>
            <a:endParaRPr lang="en-KE" sz="2400">
              <a:solidFill>
                <a:prstClr val="black"/>
              </a:solidFill>
              <a:latin typeface="Calibri" panose="020F0502020204030204"/>
            </a:endParaRPr>
          </a:p>
        </p:txBody>
      </p:sp>
      <p:sp>
        <p:nvSpPr>
          <p:cNvPr id="25" name="Shape 23"/>
          <p:cNvSpPr/>
          <p:nvPr/>
        </p:nvSpPr>
        <p:spPr>
          <a:xfrm>
            <a:off x="6217920" y="3925824"/>
            <a:ext cx="5608320" cy="97536"/>
          </a:xfrm>
          <a:prstGeom prst="rect">
            <a:avLst/>
          </a:prstGeom>
          <a:solidFill>
            <a:srgbClr val="2E7D32"/>
          </a:solidFill>
          <a:ln w="12700">
            <a:solidFill>
              <a:srgbClr val="2E7D32"/>
            </a:solidFill>
            <a:prstDash val="solid"/>
          </a:ln>
        </p:spPr>
        <p:txBody>
          <a:bodyPr/>
          <a:lstStyle/>
          <a:p>
            <a:pPr defTabSz="1219170"/>
            <a:endParaRPr lang="en-KE" sz="2400">
              <a:solidFill>
                <a:prstClr val="black"/>
              </a:solidFill>
              <a:latin typeface="Calibri" panose="020F0502020204030204"/>
            </a:endParaRPr>
          </a:p>
        </p:txBody>
      </p:sp>
      <p:sp>
        <p:nvSpPr>
          <p:cNvPr id="26" name="Text 24"/>
          <p:cNvSpPr/>
          <p:nvPr/>
        </p:nvSpPr>
        <p:spPr>
          <a:xfrm>
            <a:off x="6400800" y="4072128"/>
            <a:ext cx="5242560" cy="463296"/>
          </a:xfrm>
          <a:prstGeom prst="rect">
            <a:avLst/>
          </a:prstGeom>
          <a:noFill/>
          <a:ln/>
        </p:spPr>
        <p:txBody>
          <a:bodyPr wrap="square" lIns="0" tIns="0" rIns="0" bIns="0" rtlCol="0" anchor="ctr"/>
          <a:lstStyle/>
          <a:p>
            <a:pPr defTabSz="1219170"/>
            <a:r>
              <a:rPr lang="en-US" sz="1733" b="1" dirty="0">
                <a:solidFill>
                  <a:srgbClr val="0D1F3C"/>
                </a:solidFill>
                <a:latin typeface="Calibri" pitchFamily="34" charset="0"/>
                <a:ea typeface="Calibri" pitchFamily="34" charset="-122"/>
                <a:cs typeface="Calibri" pitchFamily="34" charset="-120"/>
              </a:rPr>
              <a:t>Agriculture</a:t>
            </a:r>
            <a:endParaRPr lang="en-US" sz="1733" dirty="0">
              <a:solidFill>
                <a:prstClr val="black"/>
              </a:solidFill>
              <a:latin typeface="Calibri" panose="020F0502020204030204"/>
            </a:endParaRPr>
          </a:p>
        </p:txBody>
      </p:sp>
      <p:sp>
        <p:nvSpPr>
          <p:cNvPr id="27" name="Text 25"/>
          <p:cNvSpPr/>
          <p:nvPr/>
        </p:nvSpPr>
        <p:spPr>
          <a:xfrm>
            <a:off x="6400800" y="4535424"/>
            <a:ext cx="5242560" cy="365760"/>
          </a:xfrm>
          <a:prstGeom prst="rect">
            <a:avLst/>
          </a:prstGeom>
          <a:noFill/>
          <a:ln/>
        </p:spPr>
        <p:txBody>
          <a:bodyPr wrap="square" lIns="0" tIns="0" rIns="0" bIns="0" rtlCol="0" anchor="ctr"/>
          <a:lstStyle/>
          <a:p>
            <a:pPr defTabSz="1219170"/>
            <a:r>
              <a:rPr lang="en-US" sz="1467" i="1" dirty="0">
                <a:solidFill>
                  <a:srgbClr val="2E7D32"/>
                </a:solidFill>
                <a:latin typeface="Calibri" pitchFamily="34" charset="0"/>
                <a:ea typeface="Calibri" pitchFamily="34" charset="-122"/>
                <a:cs typeface="Calibri" pitchFamily="34" charset="-120"/>
              </a:rPr>
              <a:t>Crop &amp; Yield Optimization</a:t>
            </a:r>
            <a:endParaRPr lang="en-US" sz="1467" dirty="0">
              <a:solidFill>
                <a:prstClr val="black"/>
              </a:solidFill>
              <a:latin typeface="Calibri" panose="020F0502020204030204"/>
            </a:endParaRPr>
          </a:p>
        </p:txBody>
      </p:sp>
      <p:sp>
        <p:nvSpPr>
          <p:cNvPr id="28" name="Text 26"/>
          <p:cNvSpPr/>
          <p:nvPr/>
        </p:nvSpPr>
        <p:spPr>
          <a:xfrm>
            <a:off x="6400800" y="4925568"/>
            <a:ext cx="5242560" cy="1341120"/>
          </a:xfrm>
          <a:prstGeom prst="rect">
            <a:avLst/>
          </a:prstGeom>
          <a:noFill/>
          <a:ln/>
        </p:spPr>
        <p:txBody>
          <a:bodyPr wrap="square" lIns="0" tIns="0" rIns="0" bIns="0" rtlCol="0" anchor="ctr"/>
          <a:lstStyle/>
          <a:p>
            <a:pPr defTabSz="1219170"/>
            <a:r>
              <a:rPr lang="en-US" sz="1467" dirty="0">
                <a:solidFill>
                  <a:srgbClr val="64748B"/>
                </a:solidFill>
                <a:latin typeface="Calibri" pitchFamily="34" charset="0"/>
                <a:ea typeface="Calibri" pitchFamily="34" charset="-122"/>
                <a:cs typeface="Calibri" pitchFamily="34" charset="-120"/>
              </a:rPr>
              <a:t>ARM suggests best fertilizer combinations by uncovering relationships between weather, yields, and farming practices from cooperative data.</a:t>
            </a:r>
            <a:endParaRPr lang="en-US" sz="1467" dirty="0">
              <a:solidFill>
                <a:prstClr val="black"/>
              </a:solidFill>
              <a:latin typeface="Calibri" panose="020F0502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0D9488"/>
          </a:solidFill>
          <a:ln w="12700">
            <a:solidFill>
              <a:srgbClr val="0D9488"/>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9144000" y="0"/>
            <a:ext cx="3048000" cy="1463040"/>
          </a:xfrm>
          <a:prstGeom prst="rect">
            <a:avLst/>
          </a:prstGeom>
          <a:solidFill>
            <a:srgbClr val="1C5D8A">
              <a:alpha val="40000"/>
            </a:srgbClr>
          </a:solidFill>
          <a:ln w="12700">
            <a:solidFill>
              <a:srgbClr val="1C5D8A">
                <a:alpha val="40000"/>
              </a:srgbClr>
            </a:solidFill>
            <a:prstDash val="solid"/>
          </a:ln>
        </p:spPr>
        <p:txBody>
          <a:bodyPr/>
          <a:lstStyle/>
          <a:p>
            <a:pPr defTabSz="1219170"/>
            <a:endParaRPr lang="en-KE" sz="2400">
              <a:solidFill>
                <a:prstClr val="black"/>
              </a:solidFill>
              <a:latin typeface="Calibri" panose="020F0502020204030204"/>
            </a:endParaRPr>
          </a:p>
        </p:txBody>
      </p:sp>
      <p:sp>
        <p:nvSpPr>
          <p:cNvPr id="4" name="Shape 2"/>
          <p:cNvSpPr/>
          <p:nvPr/>
        </p:nvSpPr>
        <p:spPr>
          <a:xfrm>
            <a:off x="0" y="6217920"/>
            <a:ext cx="12192000" cy="640080"/>
          </a:xfrm>
          <a:prstGeom prst="rect">
            <a:avLst/>
          </a:prstGeom>
          <a:solidFill>
            <a:srgbClr val="1C5D8A">
              <a:alpha val="50000"/>
            </a:srgbClr>
          </a:solidFill>
          <a:ln w="12700">
            <a:solidFill>
              <a:srgbClr val="1C5D8A">
                <a:alpha val="50000"/>
              </a:srgbClr>
            </a:solidFill>
            <a:prstDash val="solid"/>
          </a:ln>
        </p:spPr>
        <p:txBody>
          <a:bodyPr/>
          <a:lstStyle/>
          <a:p>
            <a:pPr defTabSz="1219170"/>
            <a:endParaRPr lang="en-KE" sz="2400">
              <a:solidFill>
                <a:prstClr val="black"/>
              </a:solidFill>
              <a:latin typeface="Calibri" panose="020F0502020204030204"/>
            </a:endParaRPr>
          </a:p>
        </p:txBody>
      </p:sp>
      <p:sp>
        <p:nvSpPr>
          <p:cNvPr id="5" name="Text 3"/>
          <p:cNvSpPr/>
          <p:nvPr/>
        </p:nvSpPr>
        <p:spPr>
          <a:xfrm>
            <a:off x="609600" y="1219200"/>
            <a:ext cx="10363200" cy="853440"/>
          </a:xfrm>
          <a:prstGeom prst="rect">
            <a:avLst/>
          </a:prstGeom>
          <a:noFill/>
          <a:ln/>
        </p:spPr>
        <p:txBody>
          <a:bodyPr wrap="square" rtlCol="0" anchor="ctr"/>
          <a:lstStyle/>
          <a:p>
            <a:pPr defTabSz="1219170"/>
            <a:r>
              <a:rPr lang="en-US" sz="3733" dirty="0">
                <a:solidFill>
                  <a:srgbClr val="BEE3F8"/>
                </a:solidFill>
                <a:latin typeface="Calibri" pitchFamily="34" charset="0"/>
                <a:ea typeface="Calibri" pitchFamily="34" charset="-122"/>
                <a:cs typeface="Calibri" pitchFamily="34" charset="-120"/>
              </a:rPr>
              <a:t>Emerging Trends in</a:t>
            </a:r>
            <a:endParaRPr lang="en-US" sz="3733" dirty="0">
              <a:solidFill>
                <a:prstClr val="black"/>
              </a:solidFill>
              <a:latin typeface="Calibri" panose="020F0502020204030204"/>
            </a:endParaRPr>
          </a:p>
        </p:txBody>
      </p:sp>
      <p:sp>
        <p:nvSpPr>
          <p:cNvPr id="6" name="Text 4"/>
          <p:cNvSpPr/>
          <p:nvPr/>
        </p:nvSpPr>
        <p:spPr>
          <a:xfrm>
            <a:off x="609600" y="2011680"/>
            <a:ext cx="10363200" cy="1219200"/>
          </a:xfrm>
          <a:prstGeom prst="rect">
            <a:avLst/>
          </a:prstGeom>
          <a:noFill/>
          <a:ln/>
        </p:spPr>
        <p:txBody>
          <a:bodyPr wrap="square" rtlCol="0" anchor="ctr"/>
          <a:lstStyle/>
          <a:p>
            <a:pPr defTabSz="1219170"/>
            <a:r>
              <a:rPr lang="en-US" sz="5333" b="1" dirty="0">
                <a:solidFill>
                  <a:srgbClr val="FFFFFF"/>
                </a:solidFill>
                <a:latin typeface="Calibri" pitchFamily="34" charset="0"/>
                <a:ea typeface="Calibri" pitchFamily="34" charset="-122"/>
                <a:cs typeface="Calibri" pitchFamily="34" charset="-120"/>
              </a:rPr>
              <a:t>Association Rule Mining</a:t>
            </a:r>
            <a:endParaRPr lang="en-US" sz="5333" dirty="0">
              <a:solidFill>
                <a:prstClr val="black"/>
              </a:solidFill>
              <a:latin typeface="Calibri" panose="020F0502020204030204"/>
            </a:endParaRPr>
          </a:p>
        </p:txBody>
      </p:sp>
      <p:sp>
        <p:nvSpPr>
          <p:cNvPr id="7" name="Shape 5"/>
          <p:cNvSpPr/>
          <p:nvPr/>
        </p:nvSpPr>
        <p:spPr>
          <a:xfrm>
            <a:off x="609600" y="3352800"/>
            <a:ext cx="1463040" cy="73152"/>
          </a:xfrm>
          <a:prstGeom prst="rect">
            <a:avLst/>
          </a:prstGeom>
          <a:solidFill>
            <a:srgbClr val="0D9488"/>
          </a:solidFill>
          <a:ln w="12700">
            <a:solidFill>
              <a:srgbClr val="0D9488"/>
            </a:solidFill>
            <a:prstDash val="solid"/>
          </a:ln>
        </p:spPr>
        <p:txBody>
          <a:bodyPr/>
          <a:lstStyle/>
          <a:p>
            <a:pPr defTabSz="1219170"/>
            <a:endParaRPr lang="en-KE" sz="2400">
              <a:solidFill>
                <a:prstClr val="black"/>
              </a:solidFill>
              <a:latin typeface="Calibri" panose="020F0502020204030204"/>
            </a:endParaRPr>
          </a:p>
        </p:txBody>
      </p:sp>
      <p:sp>
        <p:nvSpPr>
          <p:cNvPr id="8" name="Text 6"/>
          <p:cNvSpPr/>
          <p:nvPr/>
        </p:nvSpPr>
        <p:spPr>
          <a:xfrm>
            <a:off x="609600" y="3535680"/>
            <a:ext cx="9753600" cy="609600"/>
          </a:xfrm>
          <a:prstGeom prst="rect">
            <a:avLst/>
          </a:prstGeom>
          <a:noFill/>
          <a:ln/>
        </p:spPr>
        <p:txBody>
          <a:bodyPr wrap="square" rtlCol="0" anchor="ctr"/>
          <a:lstStyle/>
          <a:p>
            <a:pPr defTabSz="1219170"/>
            <a:endParaRPr lang="en-US" sz="2000" dirty="0">
              <a:solidFill>
                <a:prstClr val="black"/>
              </a:solidFill>
              <a:latin typeface="Calibri" panose="020F0502020204030204"/>
            </a:endParaRPr>
          </a:p>
        </p:txBody>
      </p:sp>
      <p:sp>
        <p:nvSpPr>
          <p:cNvPr id="9" name="Text 7"/>
          <p:cNvSpPr/>
          <p:nvPr/>
        </p:nvSpPr>
        <p:spPr>
          <a:xfrm>
            <a:off x="609600" y="6217920"/>
            <a:ext cx="10972800" cy="548640"/>
          </a:xfrm>
          <a:prstGeom prst="rect">
            <a:avLst/>
          </a:prstGeom>
          <a:noFill/>
          <a:ln/>
        </p:spPr>
        <p:txBody>
          <a:bodyPr wrap="square" rtlCol="0" anchor="ctr"/>
          <a:lstStyle/>
          <a:p>
            <a:pPr defTabSz="1219170"/>
            <a:endParaRPr lang="en-US" sz="1467" dirty="0">
              <a:solidFill>
                <a:prstClr val="black"/>
              </a:solidFill>
              <a:latin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Text 1"/>
          <p:cNvSpPr/>
          <p:nvPr/>
        </p:nvSpPr>
        <p:spPr>
          <a:xfrm>
            <a:off x="487680" y="0"/>
            <a:ext cx="10972800" cy="1036320"/>
          </a:xfrm>
          <a:prstGeom prst="rect">
            <a:avLst/>
          </a:prstGeom>
          <a:noFill/>
          <a:ln/>
        </p:spPr>
        <p:txBody>
          <a:bodyPr wrap="square" rtlCol="0" anchor="ctr"/>
          <a:lstStyle/>
          <a:p>
            <a:pPr defTabSz="1219170"/>
            <a:r>
              <a:rPr lang="en-US" sz="2933" b="1" dirty="0">
                <a:solidFill>
                  <a:srgbClr val="FFFFFF"/>
                </a:solidFill>
                <a:latin typeface="Calibri" pitchFamily="34" charset="0"/>
                <a:ea typeface="Calibri" pitchFamily="34" charset="-122"/>
                <a:cs typeface="Calibri" pitchFamily="34" charset="-120"/>
              </a:rPr>
              <a:t>Emerging Trends at a Glance</a:t>
            </a:r>
            <a:endParaRPr lang="en-US" sz="2933" dirty="0">
              <a:solidFill>
                <a:prstClr val="black"/>
              </a:solidFill>
              <a:latin typeface="Calibri" panose="020F0502020204030204"/>
            </a:endParaRPr>
          </a:p>
        </p:txBody>
      </p:sp>
      <p:sp>
        <p:nvSpPr>
          <p:cNvPr id="4" name="Shape 2"/>
          <p:cNvSpPr/>
          <p:nvPr/>
        </p:nvSpPr>
        <p:spPr>
          <a:xfrm>
            <a:off x="304800" y="1280160"/>
            <a:ext cx="3718560" cy="2072640"/>
          </a:xfrm>
          <a:prstGeom prst="rect">
            <a:avLst/>
          </a:prstGeom>
          <a:solidFill>
            <a:srgbClr val="FFFFFF"/>
          </a:solidFill>
          <a:ln w="2540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5" name="Shape 3"/>
          <p:cNvSpPr/>
          <p:nvPr/>
        </p:nvSpPr>
        <p:spPr>
          <a:xfrm>
            <a:off x="451104" y="1426464"/>
            <a:ext cx="536448" cy="536448"/>
          </a:xfrm>
          <a:prstGeom prst="ellipse">
            <a:avLst/>
          </a:prstGeom>
          <a:solidFill>
            <a:srgbClr val="7F77DD"/>
          </a:solidFill>
          <a:ln w="1270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6" name="Text 4"/>
          <p:cNvSpPr/>
          <p:nvPr/>
        </p:nvSpPr>
        <p:spPr>
          <a:xfrm>
            <a:off x="451104" y="1426464"/>
            <a:ext cx="536448" cy="536448"/>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01</a:t>
            </a:r>
            <a:endParaRPr lang="en-US" sz="1333" dirty="0">
              <a:solidFill>
                <a:prstClr val="black"/>
              </a:solidFill>
              <a:latin typeface="Calibri" panose="020F0502020204030204"/>
            </a:endParaRPr>
          </a:p>
        </p:txBody>
      </p:sp>
      <p:sp>
        <p:nvSpPr>
          <p:cNvPr id="7" name="Text 5"/>
          <p:cNvSpPr/>
          <p:nvPr/>
        </p:nvSpPr>
        <p:spPr>
          <a:xfrm>
            <a:off x="487680" y="2072640"/>
            <a:ext cx="3413760" cy="54864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Deep Learning Integration</a:t>
            </a:r>
            <a:endParaRPr lang="en-US" sz="1733" dirty="0">
              <a:solidFill>
                <a:prstClr val="black"/>
              </a:solidFill>
              <a:latin typeface="Calibri" panose="020F0502020204030204"/>
            </a:endParaRPr>
          </a:p>
        </p:txBody>
      </p:sp>
      <p:sp>
        <p:nvSpPr>
          <p:cNvPr id="8" name="Text 6"/>
          <p:cNvSpPr/>
          <p:nvPr/>
        </p:nvSpPr>
        <p:spPr>
          <a:xfrm>
            <a:off x="487680" y="2621280"/>
            <a:ext cx="3413760" cy="609600"/>
          </a:xfrm>
          <a:prstGeom prst="rect">
            <a:avLst/>
          </a:prstGeom>
          <a:noFill/>
          <a:ln/>
        </p:spPr>
        <p:txBody>
          <a:bodyPr wrap="square" rtlCol="0" anchor="ctr"/>
          <a:lstStyle/>
          <a:p>
            <a:pPr defTabSz="1219170"/>
            <a:r>
              <a:rPr lang="en-US" sz="1333" dirty="0">
                <a:solidFill>
                  <a:srgbClr val="4A5568"/>
                </a:solidFill>
                <a:latin typeface="Calibri" pitchFamily="34" charset="0"/>
                <a:ea typeface="Calibri" pitchFamily="34" charset="-122"/>
                <a:cs typeface="Calibri" pitchFamily="34" charset="-120"/>
              </a:rPr>
              <a:t>LSTM hybrids, neural embeddings, GANs</a:t>
            </a:r>
            <a:endParaRPr lang="en-US" sz="1333" dirty="0">
              <a:solidFill>
                <a:prstClr val="black"/>
              </a:solidFill>
              <a:latin typeface="Calibri" panose="020F0502020204030204"/>
            </a:endParaRPr>
          </a:p>
        </p:txBody>
      </p:sp>
      <p:sp>
        <p:nvSpPr>
          <p:cNvPr id="9" name="Shape 7"/>
          <p:cNvSpPr/>
          <p:nvPr/>
        </p:nvSpPr>
        <p:spPr>
          <a:xfrm>
            <a:off x="4328160" y="1280160"/>
            <a:ext cx="3718560" cy="2072640"/>
          </a:xfrm>
          <a:prstGeom prst="rect">
            <a:avLst/>
          </a:prstGeom>
          <a:solidFill>
            <a:srgbClr val="FFFFFF"/>
          </a:solidFill>
          <a:ln w="2540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10" name="Shape 8"/>
          <p:cNvSpPr/>
          <p:nvPr/>
        </p:nvSpPr>
        <p:spPr>
          <a:xfrm>
            <a:off x="4474464" y="1426464"/>
            <a:ext cx="536448" cy="536448"/>
          </a:xfrm>
          <a:prstGeom prst="ellipse">
            <a:avLst/>
          </a:prstGeom>
          <a:solidFill>
            <a:srgbClr val="1D9E75"/>
          </a:solidFill>
          <a:ln w="1270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11" name="Text 9"/>
          <p:cNvSpPr/>
          <p:nvPr/>
        </p:nvSpPr>
        <p:spPr>
          <a:xfrm>
            <a:off x="4474464" y="1426464"/>
            <a:ext cx="536448" cy="536448"/>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02</a:t>
            </a:r>
            <a:endParaRPr lang="en-US" sz="1333" dirty="0">
              <a:solidFill>
                <a:prstClr val="black"/>
              </a:solidFill>
              <a:latin typeface="Calibri" panose="020F0502020204030204"/>
            </a:endParaRPr>
          </a:p>
        </p:txBody>
      </p:sp>
      <p:sp>
        <p:nvSpPr>
          <p:cNvPr id="12" name="Text 10"/>
          <p:cNvSpPr/>
          <p:nvPr/>
        </p:nvSpPr>
        <p:spPr>
          <a:xfrm>
            <a:off x="4511040" y="2072640"/>
            <a:ext cx="3413760" cy="54864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Explainable AI (XAI)</a:t>
            </a:r>
            <a:endParaRPr lang="en-US" sz="1733" dirty="0">
              <a:solidFill>
                <a:prstClr val="black"/>
              </a:solidFill>
              <a:latin typeface="Calibri" panose="020F0502020204030204"/>
            </a:endParaRPr>
          </a:p>
        </p:txBody>
      </p:sp>
      <p:sp>
        <p:nvSpPr>
          <p:cNvPr id="13" name="Text 11"/>
          <p:cNvSpPr/>
          <p:nvPr/>
        </p:nvSpPr>
        <p:spPr>
          <a:xfrm>
            <a:off x="4511040" y="2621280"/>
            <a:ext cx="3413760" cy="609600"/>
          </a:xfrm>
          <a:prstGeom prst="rect">
            <a:avLst/>
          </a:prstGeom>
          <a:noFill/>
          <a:ln/>
        </p:spPr>
        <p:txBody>
          <a:bodyPr wrap="square" rtlCol="0" anchor="ctr"/>
          <a:lstStyle/>
          <a:p>
            <a:pPr defTabSz="1219170"/>
            <a:r>
              <a:rPr lang="en-US" sz="1333" dirty="0">
                <a:solidFill>
                  <a:srgbClr val="4A5568"/>
                </a:solidFill>
                <a:latin typeface="Calibri" pitchFamily="34" charset="0"/>
                <a:ea typeface="Calibri" pitchFamily="34" charset="-122"/>
                <a:cs typeface="Calibri" pitchFamily="34" charset="-120"/>
              </a:rPr>
              <a:t>Semantic pruning, post-hoc explanations</a:t>
            </a:r>
            <a:endParaRPr lang="en-US" sz="1333" dirty="0">
              <a:solidFill>
                <a:prstClr val="black"/>
              </a:solidFill>
              <a:latin typeface="Calibri" panose="020F0502020204030204"/>
            </a:endParaRPr>
          </a:p>
        </p:txBody>
      </p:sp>
      <p:sp>
        <p:nvSpPr>
          <p:cNvPr id="14" name="Shape 12"/>
          <p:cNvSpPr/>
          <p:nvPr/>
        </p:nvSpPr>
        <p:spPr>
          <a:xfrm>
            <a:off x="8351520" y="1280160"/>
            <a:ext cx="3718560" cy="2072640"/>
          </a:xfrm>
          <a:prstGeom prst="rect">
            <a:avLst/>
          </a:prstGeom>
          <a:solidFill>
            <a:srgbClr val="FFFFFF"/>
          </a:solidFill>
          <a:ln w="2540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15" name="Shape 13"/>
          <p:cNvSpPr/>
          <p:nvPr/>
        </p:nvSpPr>
        <p:spPr>
          <a:xfrm>
            <a:off x="8497824" y="1426464"/>
            <a:ext cx="536448" cy="536448"/>
          </a:xfrm>
          <a:prstGeom prst="ellipse">
            <a:avLst/>
          </a:prstGeom>
          <a:solidFill>
            <a:srgbClr val="BA7517"/>
          </a:solidFill>
          <a:ln w="1270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16" name="Text 14"/>
          <p:cNvSpPr/>
          <p:nvPr/>
        </p:nvSpPr>
        <p:spPr>
          <a:xfrm>
            <a:off x="8497824" y="1426464"/>
            <a:ext cx="536448" cy="536448"/>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03</a:t>
            </a:r>
            <a:endParaRPr lang="en-US" sz="1333" dirty="0">
              <a:solidFill>
                <a:prstClr val="black"/>
              </a:solidFill>
              <a:latin typeface="Calibri" panose="020F0502020204030204"/>
            </a:endParaRPr>
          </a:p>
        </p:txBody>
      </p:sp>
      <p:sp>
        <p:nvSpPr>
          <p:cNvPr id="17" name="Text 15"/>
          <p:cNvSpPr/>
          <p:nvPr/>
        </p:nvSpPr>
        <p:spPr>
          <a:xfrm>
            <a:off x="8534400" y="2072640"/>
            <a:ext cx="3413760" cy="54864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Real-Time Mining</a:t>
            </a:r>
            <a:endParaRPr lang="en-US" sz="1733" dirty="0">
              <a:solidFill>
                <a:prstClr val="black"/>
              </a:solidFill>
              <a:latin typeface="Calibri" panose="020F0502020204030204"/>
            </a:endParaRPr>
          </a:p>
        </p:txBody>
      </p:sp>
      <p:sp>
        <p:nvSpPr>
          <p:cNvPr id="18" name="Text 16"/>
          <p:cNvSpPr/>
          <p:nvPr/>
        </p:nvSpPr>
        <p:spPr>
          <a:xfrm>
            <a:off x="8534400" y="2621280"/>
            <a:ext cx="3413760" cy="609600"/>
          </a:xfrm>
          <a:prstGeom prst="rect">
            <a:avLst/>
          </a:prstGeom>
          <a:noFill/>
          <a:ln/>
        </p:spPr>
        <p:txBody>
          <a:bodyPr wrap="square" rtlCol="0" anchor="ctr"/>
          <a:lstStyle/>
          <a:p>
            <a:pPr defTabSz="1219170"/>
            <a:r>
              <a:rPr lang="en-US" sz="1333" dirty="0">
                <a:solidFill>
                  <a:srgbClr val="4A5568"/>
                </a:solidFill>
                <a:latin typeface="Calibri" pitchFamily="34" charset="0"/>
                <a:ea typeface="Calibri" pitchFamily="34" charset="-122"/>
                <a:cs typeface="Calibri" pitchFamily="34" charset="-120"/>
              </a:rPr>
              <a:t>Streaming, sliding windows, M-Pesa fraud</a:t>
            </a:r>
            <a:endParaRPr lang="en-US" sz="1333" dirty="0">
              <a:solidFill>
                <a:prstClr val="black"/>
              </a:solidFill>
              <a:latin typeface="Calibri" panose="020F0502020204030204"/>
            </a:endParaRPr>
          </a:p>
        </p:txBody>
      </p:sp>
      <p:sp>
        <p:nvSpPr>
          <p:cNvPr id="19" name="Shape 17"/>
          <p:cNvSpPr/>
          <p:nvPr/>
        </p:nvSpPr>
        <p:spPr>
          <a:xfrm>
            <a:off x="304800" y="3657600"/>
            <a:ext cx="3718560" cy="2072640"/>
          </a:xfrm>
          <a:prstGeom prst="rect">
            <a:avLst/>
          </a:prstGeom>
          <a:solidFill>
            <a:srgbClr val="FFFFFF"/>
          </a:solidFill>
          <a:ln w="2540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20" name="Shape 18"/>
          <p:cNvSpPr/>
          <p:nvPr/>
        </p:nvSpPr>
        <p:spPr>
          <a:xfrm>
            <a:off x="451104" y="3803904"/>
            <a:ext cx="536448" cy="536448"/>
          </a:xfrm>
          <a:prstGeom prst="ellipse">
            <a:avLst/>
          </a:prstGeom>
          <a:solidFill>
            <a:srgbClr val="D85A30"/>
          </a:solidFill>
          <a:ln w="1270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21" name="Text 19"/>
          <p:cNvSpPr/>
          <p:nvPr/>
        </p:nvSpPr>
        <p:spPr>
          <a:xfrm>
            <a:off x="451104" y="3803904"/>
            <a:ext cx="536448" cy="536448"/>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04</a:t>
            </a:r>
            <a:endParaRPr lang="en-US" sz="1333" dirty="0">
              <a:solidFill>
                <a:prstClr val="black"/>
              </a:solidFill>
              <a:latin typeface="Calibri" panose="020F0502020204030204"/>
            </a:endParaRPr>
          </a:p>
        </p:txBody>
      </p:sp>
      <p:sp>
        <p:nvSpPr>
          <p:cNvPr id="22" name="Text 20"/>
          <p:cNvSpPr/>
          <p:nvPr/>
        </p:nvSpPr>
        <p:spPr>
          <a:xfrm>
            <a:off x="487680" y="4450080"/>
            <a:ext cx="3413760" cy="54864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Privacy-Preserving ARM</a:t>
            </a:r>
            <a:endParaRPr lang="en-US" sz="1733" dirty="0">
              <a:solidFill>
                <a:prstClr val="black"/>
              </a:solidFill>
              <a:latin typeface="Calibri" panose="020F0502020204030204"/>
            </a:endParaRPr>
          </a:p>
        </p:txBody>
      </p:sp>
      <p:sp>
        <p:nvSpPr>
          <p:cNvPr id="23" name="Text 21"/>
          <p:cNvSpPr/>
          <p:nvPr/>
        </p:nvSpPr>
        <p:spPr>
          <a:xfrm>
            <a:off x="487680" y="4998720"/>
            <a:ext cx="3413760" cy="609600"/>
          </a:xfrm>
          <a:prstGeom prst="rect">
            <a:avLst/>
          </a:prstGeom>
          <a:noFill/>
          <a:ln/>
        </p:spPr>
        <p:txBody>
          <a:bodyPr wrap="square" rtlCol="0" anchor="ctr"/>
          <a:lstStyle/>
          <a:p>
            <a:pPr defTabSz="1219170"/>
            <a:r>
              <a:rPr lang="en-US" sz="1333" dirty="0">
                <a:solidFill>
                  <a:srgbClr val="4A5568"/>
                </a:solidFill>
                <a:latin typeface="Calibri" pitchFamily="34" charset="0"/>
                <a:ea typeface="Calibri" pitchFamily="34" charset="-122"/>
                <a:cs typeface="Calibri" pitchFamily="34" charset="-120"/>
              </a:rPr>
              <a:t>Differential privacy, homomorphic encryption</a:t>
            </a:r>
            <a:endParaRPr lang="en-US" sz="1333" dirty="0">
              <a:solidFill>
                <a:prstClr val="black"/>
              </a:solidFill>
              <a:latin typeface="Calibri" panose="020F0502020204030204"/>
            </a:endParaRPr>
          </a:p>
        </p:txBody>
      </p:sp>
      <p:sp>
        <p:nvSpPr>
          <p:cNvPr id="24" name="Shape 22"/>
          <p:cNvSpPr/>
          <p:nvPr/>
        </p:nvSpPr>
        <p:spPr>
          <a:xfrm>
            <a:off x="4328160" y="3657600"/>
            <a:ext cx="3718560" cy="2072640"/>
          </a:xfrm>
          <a:prstGeom prst="rect">
            <a:avLst/>
          </a:prstGeom>
          <a:solidFill>
            <a:srgbClr val="FFFFFF"/>
          </a:solidFill>
          <a:ln w="2540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25" name="Shape 23"/>
          <p:cNvSpPr/>
          <p:nvPr/>
        </p:nvSpPr>
        <p:spPr>
          <a:xfrm>
            <a:off x="4474464" y="3803904"/>
            <a:ext cx="536448" cy="536448"/>
          </a:xfrm>
          <a:prstGeom prst="ellipse">
            <a:avLst/>
          </a:prstGeom>
          <a:solidFill>
            <a:srgbClr val="378ADD"/>
          </a:solidFill>
          <a:ln w="1270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26" name="Text 24"/>
          <p:cNvSpPr/>
          <p:nvPr/>
        </p:nvSpPr>
        <p:spPr>
          <a:xfrm>
            <a:off x="4474464" y="3803904"/>
            <a:ext cx="536448" cy="536448"/>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05</a:t>
            </a:r>
            <a:endParaRPr lang="en-US" sz="1333" dirty="0">
              <a:solidFill>
                <a:prstClr val="black"/>
              </a:solidFill>
              <a:latin typeface="Calibri" panose="020F0502020204030204"/>
            </a:endParaRPr>
          </a:p>
        </p:txBody>
      </p:sp>
      <p:sp>
        <p:nvSpPr>
          <p:cNvPr id="27" name="Text 25"/>
          <p:cNvSpPr/>
          <p:nvPr/>
        </p:nvSpPr>
        <p:spPr>
          <a:xfrm>
            <a:off x="4511040" y="4450080"/>
            <a:ext cx="3413760" cy="54864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High-Utility Mining</a:t>
            </a:r>
            <a:endParaRPr lang="en-US" sz="1733" dirty="0">
              <a:solidFill>
                <a:prstClr val="black"/>
              </a:solidFill>
              <a:latin typeface="Calibri" panose="020F0502020204030204"/>
            </a:endParaRPr>
          </a:p>
        </p:txBody>
      </p:sp>
      <p:sp>
        <p:nvSpPr>
          <p:cNvPr id="28" name="Text 26"/>
          <p:cNvSpPr/>
          <p:nvPr/>
        </p:nvSpPr>
        <p:spPr>
          <a:xfrm>
            <a:off x="4511040" y="4998720"/>
            <a:ext cx="3413760" cy="609600"/>
          </a:xfrm>
          <a:prstGeom prst="rect">
            <a:avLst/>
          </a:prstGeom>
          <a:noFill/>
          <a:ln/>
        </p:spPr>
        <p:txBody>
          <a:bodyPr wrap="square" rtlCol="0" anchor="ctr"/>
          <a:lstStyle/>
          <a:p>
            <a:pPr defTabSz="1219170"/>
            <a:r>
              <a:rPr lang="en-US" sz="1333" dirty="0">
                <a:solidFill>
                  <a:srgbClr val="4A5568"/>
                </a:solidFill>
                <a:latin typeface="Calibri" pitchFamily="34" charset="0"/>
                <a:ea typeface="Calibri" pitchFamily="34" charset="-122"/>
                <a:cs typeface="Calibri" pitchFamily="34" charset="-120"/>
              </a:rPr>
              <a:t>Profit-driven rules, rare pattern detection</a:t>
            </a:r>
            <a:endParaRPr lang="en-US" sz="1333" dirty="0">
              <a:solidFill>
                <a:prstClr val="black"/>
              </a:solidFill>
              <a:latin typeface="Calibri" panose="020F0502020204030204"/>
            </a:endParaRPr>
          </a:p>
        </p:txBody>
      </p:sp>
      <p:sp>
        <p:nvSpPr>
          <p:cNvPr id="29" name="Shape 27"/>
          <p:cNvSpPr/>
          <p:nvPr/>
        </p:nvSpPr>
        <p:spPr>
          <a:xfrm>
            <a:off x="8351520" y="3657600"/>
            <a:ext cx="3718560" cy="2072640"/>
          </a:xfrm>
          <a:prstGeom prst="rect">
            <a:avLst/>
          </a:prstGeom>
          <a:solidFill>
            <a:srgbClr val="FFFFFF"/>
          </a:solidFill>
          <a:ln w="2540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30" name="Shape 28"/>
          <p:cNvSpPr/>
          <p:nvPr/>
        </p:nvSpPr>
        <p:spPr>
          <a:xfrm>
            <a:off x="8497824" y="3803904"/>
            <a:ext cx="536448" cy="536448"/>
          </a:xfrm>
          <a:prstGeom prst="ellipse">
            <a:avLst/>
          </a:prstGeom>
          <a:solidFill>
            <a:srgbClr val="639922"/>
          </a:solidFill>
          <a:ln w="1270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31" name="Text 29"/>
          <p:cNvSpPr/>
          <p:nvPr/>
        </p:nvSpPr>
        <p:spPr>
          <a:xfrm>
            <a:off x="8497824" y="3803904"/>
            <a:ext cx="536448" cy="536448"/>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06</a:t>
            </a:r>
            <a:endParaRPr lang="en-US" sz="1333" dirty="0">
              <a:solidFill>
                <a:prstClr val="black"/>
              </a:solidFill>
              <a:latin typeface="Calibri" panose="020F0502020204030204"/>
            </a:endParaRPr>
          </a:p>
        </p:txBody>
      </p:sp>
      <p:sp>
        <p:nvSpPr>
          <p:cNvPr id="32" name="Text 30"/>
          <p:cNvSpPr/>
          <p:nvPr/>
        </p:nvSpPr>
        <p:spPr>
          <a:xfrm>
            <a:off x="8534400" y="4450080"/>
            <a:ext cx="3413760" cy="54864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Context-Aware &amp; Ethical ARM</a:t>
            </a:r>
            <a:endParaRPr lang="en-US" sz="1733" dirty="0">
              <a:solidFill>
                <a:prstClr val="black"/>
              </a:solidFill>
              <a:latin typeface="Calibri" panose="020F0502020204030204"/>
            </a:endParaRPr>
          </a:p>
        </p:txBody>
      </p:sp>
      <p:sp>
        <p:nvSpPr>
          <p:cNvPr id="33" name="Text 31"/>
          <p:cNvSpPr/>
          <p:nvPr/>
        </p:nvSpPr>
        <p:spPr>
          <a:xfrm>
            <a:off x="8534400" y="4998720"/>
            <a:ext cx="3413760" cy="609600"/>
          </a:xfrm>
          <a:prstGeom prst="rect">
            <a:avLst/>
          </a:prstGeom>
          <a:noFill/>
          <a:ln/>
        </p:spPr>
        <p:txBody>
          <a:bodyPr wrap="square" rtlCol="0" anchor="ctr"/>
          <a:lstStyle/>
          <a:p>
            <a:pPr defTabSz="1219170"/>
            <a:r>
              <a:rPr lang="en-US" sz="1333" dirty="0">
                <a:solidFill>
                  <a:srgbClr val="4A5568"/>
                </a:solidFill>
                <a:latin typeface="Calibri" pitchFamily="34" charset="0"/>
                <a:ea typeface="Calibri" pitchFamily="34" charset="-122"/>
                <a:cs typeface="Calibri" pitchFamily="34" charset="-120"/>
              </a:rPr>
              <a:t>Time, location, bias mitigation</a:t>
            </a:r>
            <a:endParaRPr lang="en-US" sz="1333" dirty="0">
              <a:solidFill>
                <a:prstClr val="black"/>
              </a:solidFill>
              <a:latin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365760" y="268224"/>
            <a:ext cx="633984" cy="633984"/>
          </a:xfrm>
          <a:prstGeom prst="roundRect">
            <a:avLst>
              <a:gd name="adj" fmla="val 15385"/>
            </a:avLst>
          </a:prstGeom>
          <a:solidFill>
            <a:srgbClr val="7F77DD"/>
          </a:solidFill>
          <a:ln w="1270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4" name="Text 2"/>
          <p:cNvSpPr/>
          <p:nvPr/>
        </p:nvSpPr>
        <p:spPr>
          <a:xfrm>
            <a:off x="365760" y="268224"/>
            <a:ext cx="633984" cy="633984"/>
          </a:xfrm>
          <a:prstGeom prst="rect">
            <a:avLst/>
          </a:prstGeom>
          <a:noFill/>
          <a:ln/>
        </p:spPr>
        <p:txBody>
          <a:bodyPr wrap="square" lIns="0" tIns="0" rIns="0" bIns="0" rtlCol="0" anchor="ctr"/>
          <a:lstStyle/>
          <a:p>
            <a:pPr algn="ctr" defTabSz="1219170"/>
            <a:endParaRPr lang="en-US" sz="1733" dirty="0">
              <a:solidFill>
                <a:prstClr val="black"/>
              </a:solidFill>
              <a:latin typeface="Calibri" panose="020F0502020204030204"/>
            </a:endParaRPr>
          </a:p>
        </p:txBody>
      </p:sp>
      <p:sp>
        <p:nvSpPr>
          <p:cNvPr id="5" name="Text 3"/>
          <p:cNvSpPr/>
          <p:nvPr/>
        </p:nvSpPr>
        <p:spPr>
          <a:xfrm>
            <a:off x="1219200" y="97536"/>
            <a:ext cx="10607040" cy="670560"/>
          </a:xfrm>
          <a:prstGeom prst="rect">
            <a:avLst/>
          </a:prstGeom>
          <a:noFill/>
          <a:ln/>
        </p:spPr>
        <p:txBody>
          <a:bodyPr wrap="square" rtlCol="0" anchor="b"/>
          <a:lstStyle/>
          <a:p>
            <a:pPr defTabSz="1219170"/>
            <a:r>
              <a:rPr lang="en-US" sz="2667" b="1" dirty="0">
                <a:solidFill>
                  <a:srgbClr val="FFFFFF"/>
                </a:solidFill>
                <a:latin typeface="Calibri" pitchFamily="34" charset="0"/>
                <a:ea typeface="Calibri" pitchFamily="34" charset="-122"/>
                <a:cs typeface="Calibri" pitchFamily="34" charset="-120"/>
              </a:rPr>
              <a:t>Deep Learning Integration</a:t>
            </a:r>
            <a:endParaRPr lang="en-US" sz="2667" dirty="0">
              <a:solidFill>
                <a:prstClr val="black"/>
              </a:solidFill>
              <a:latin typeface="Calibri" panose="020F0502020204030204"/>
            </a:endParaRPr>
          </a:p>
        </p:txBody>
      </p:sp>
      <p:sp>
        <p:nvSpPr>
          <p:cNvPr id="6" name="Text 4"/>
          <p:cNvSpPr/>
          <p:nvPr/>
        </p:nvSpPr>
        <p:spPr>
          <a:xfrm>
            <a:off x="1219200" y="768096"/>
            <a:ext cx="10607040" cy="426720"/>
          </a:xfrm>
          <a:prstGeom prst="rect">
            <a:avLst/>
          </a:prstGeom>
          <a:noFill/>
          <a:ln/>
        </p:spPr>
        <p:txBody>
          <a:bodyPr wrap="square" rtlCol="0" anchor="t"/>
          <a:lstStyle/>
          <a:p>
            <a:pPr defTabSz="1219170"/>
            <a:r>
              <a:rPr lang="en-US" sz="1467" i="1" dirty="0">
                <a:solidFill>
                  <a:srgbClr val="90CDF4"/>
                </a:solidFill>
                <a:latin typeface="Calibri" pitchFamily="34" charset="0"/>
                <a:ea typeface="Calibri" pitchFamily="34" charset="-122"/>
                <a:cs typeface="Calibri" pitchFamily="34" charset="-120"/>
              </a:rPr>
              <a:t>Neuro-associative mining: augmenting classical algorithms with neural architectures</a:t>
            </a:r>
            <a:endParaRPr lang="en-US" sz="1467" dirty="0">
              <a:solidFill>
                <a:prstClr val="black"/>
              </a:solidFill>
              <a:latin typeface="Calibri" panose="020F0502020204030204"/>
            </a:endParaRPr>
          </a:p>
        </p:txBody>
      </p:sp>
      <p:sp>
        <p:nvSpPr>
          <p:cNvPr id="7" name="Shape 5"/>
          <p:cNvSpPr/>
          <p:nvPr/>
        </p:nvSpPr>
        <p:spPr>
          <a:xfrm>
            <a:off x="365760" y="1438656"/>
            <a:ext cx="11460480" cy="1280160"/>
          </a:xfrm>
          <a:prstGeom prst="rect">
            <a:avLst/>
          </a:prstGeom>
          <a:solidFill>
            <a:srgbClr val="EEEDFE"/>
          </a:solidFill>
          <a:ln w="635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8" name="Shape 6"/>
          <p:cNvSpPr/>
          <p:nvPr/>
        </p:nvSpPr>
        <p:spPr>
          <a:xfrm>
            <a:off x="365760" y="1438656"/>
            <a:ext cx="85344" cy="1280160"/>
          </a:xfrm>
          <a:prstGeom prst="rect">
            <a:avLst/>
          </a:prstGeom>
          <a:solidFill>
            <a:srgbClr val="7F77DD"/>
          </a:solidFill>
          <a:ln w="1270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9" name="Text 7"/>
          <p:cNvSpPr/>
          <p:nvPr/>
        </p:nvSpPr>
        <p:spPr>
          <a:xfrm>
            <a:off x="633984" y="151180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ARM-LSTM hybrids</a:t>
            </a:r>
            <a:endParaRPr lang="en-US" sz="1733" dirty="0">
              <a:solidFill>
                <a:prstClr val="black"/>
              </a:solidFill>
              <a:latin typeface="Calibri" panose="020F0502020204030204"/>
            </a:endParaRPr>
          </a:p>
        </p:txBody>
      </p:sp>
      <p:sp>
        <p:nvSpPr>
          <p:cNvPr id="10" name="Text 8"/>
          <p:cNvSpPr/>
          <p:nvPr/>
        </p:nvSpPr>
        <p:spPr>
          <a:xfrm>
            <a:off x="633984" y="188976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Long Short-Term Memory networks add a temporal dimension to ARM. Businesses see not just what is bought together, but when and in what sequence, significantly improving demand forecasting.</a:t>
            </a:r>
            <a:endParaRPr lang="en-US" sz="1400" dirty="0">
              <a:solidFill>
                <a:prstClr val="black"/>
              </a:solidFill>
              <a:latin typeface="Calibri" panose="020F0502020204030204"/>
            </a:endParaRPr>
          </a:p>
        </p:txBody>
      </p:sp>
      <p:sp>
        <p:nvSpPr>
          <p:cNvPr id="11" name="Shape 9"/>
          <p:cNvSpPr/>
          <p:nvPr/>
        </p:nvSpPr>
        <p:spPr>
          <a:xfrm>
            <a:off x="365760" y="2840736"/>
            <a:ext cx="11460480" cy="1280160"/>
          </a:xfrm>
          <a:prstGeom prst="rect">
            <a:avLst/>
          </a:prstGeom>
          <a:solidFill>
            <a:srgbClr val="EEEDFE"/>
          </a:solidFill>
          <a:ln w="635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12" name="Shape 10"/>
          <p:cNvSpPr/>
          <p:nvPr/>
        </p:nvSpPr>
        <p:spPr>
          <a:xfrm>
            <a:off x="365760" y="2840736"/>
            <a:ext cx="85344" cy="1280160"/>
          </a:xfrm>
          <a:prstGeom prst="rect">
            <a:avLst/>
          </a:prstGeom>
          <a:solidFill>
            <a:srgbClr val="7F77DD"/>
          </a:solidFill>
          <a:ln w="1270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13" name="Text 11"/>
          <p:cNvSpPr/>
          <p:nvPr/>
        </p:nvSpPr>
        <p:spPr>
          <a:xfrm>
            <a:off x="633984" y="291388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Neural embeddings for items</a:t>
            </a:r>
            <a:endParaRPr lang="en-US" sz="1733" dirty="0">
              <a:solidFill>
                <a:prstClr val="black"/>
              </a:solidFill>
              <a:latin typeface="Calibri" panose="020F0502020204030204"/>
            </a:endParaRPr>
          </a:p>
        </p:txBody>
      </p:sp>
      <p:sp>
        <p:nvSpPr>
          <p:cNvPr id="14" name="Text 12"/>
          <p:cNvSpPr/>
          <p:nvPr/>
        </p:nvSpPr>
        <p:spPr>
          <a:xfrm>
            <a:off x="633984" y="329184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Items are represented as dense vectors in semantic space, capturing similarity that frequency counts alone miss. This improves recommendation systems and NLP-based rule discovery.</a:t>
            </a:r>
            <a:endParaRPr lang="en-US" sz="1400" dirty="0">
              <a:solidFill>
                <a:prstClr val="black"/>
              </a:solidFill>
              <a:latin typeface="Calibri" panose="020F0502020204030204"/>
            </a:endParaRPr>
          </a:p>
        </p:txBody>
      </p:sp>
      <p:sp>
        <p:nvSpPr>
          <p:cNvPr id="15" name="Shape 13"/>
          <p:cNvSpPr/>
          <p:nvPr/>
        </p:nvSpPr>
        <p:spPr>
          <a:xfrm>
            <a:off x="365760" y="4242816"/>
            <a:ext cx="11460480" cy="1280160"/>
          </a:xfrm>
          <a:prstGeom prst="rect">
            <a:avLst/>
          </a:prstGeom>
          <a:solidFill>
            <a:srgbClr val="EEEDFE"/>
          </a:solidFill>
          <a:ln w="635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365760" y="4242816"/>
            <a:ext cx="85344" cy="1280160"/>
          </a:xfrm>
          <a:prstGeom prst="rect">
            <a:avLst/>
          </a:prstGeom>
          <a:solidFill>
            <a:srgbClr val="7F77DD"/>
          </a:solidFill>
          <a:ln w="1270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633984" y="431596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GANs for pattern discovery</a:t>
            </a:r>
            <a:endParaRPr lang="en-US" sz="1733" dirty="0">
              <a:solidFill>
                <a:prstClr val="black"/>
              </a:solidFill>
              <a:latin typeface="Calibri" panose="020F0502020204030204"/>
            </a:endParaRPr>
          </a:p>
        </p:txBody>
      </p:sp>
      <p:sp>
        <p:nvSpPr>
          <p:cNvPr id="18" name="Text 16"/>
          <p:cNvSpPr/>
          <p:nvPr/>
        </p:nvSpPr>
        <p:spPr>
          <a:xfrm>
            <a:off x="633984" y="469392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Generative Adversarial Networks simulate transaction data to stress-test rules and uncover complex non-linear patterns that traditional frequent itemset mining would miss.</a:t>
            </a:r>
            <a:endParaRPr lang="en-US" sz="1400" dirty="0">
              <a:solidFill>
                <a:prstClr val="black"/>
              </a:solidFill>
              <a:latin typeface="Calibri" panose="020F0502020204030204"/>
            </a:endParaRPr>
          </a:p>
        </p:txBody>
      </p:sp>
      <p:sp>
        <p:nvSpPr>
          <p:cNvPr id="19" name="Shape 17"/>
          <p:cNvSpPr/>
          <p:nvPr/>
        </p:nvSpPr>
        <p:spPr>
          <a:xfrm>
            <a:off x="365760" y="5718048"/>
            <a:ext cx="11460480" cy="463296"/>
          </a:xfrm>
          <a:prstGeom prst="rect">
            <a:avLst/>
          </a:prstGeom>
          <a:solidFill>
            <a:srgbClr val="EEEDFE"/>
          </a:solidFill>
          <a:ln w="6350">
            <a:solidFill>
              <a:srgbClr val="7F77DD"/>
            </a:solidFill>
            <a:prstDash val="solid"/>
          </a:ln>
        </p:spPr>
        <p:txBody>
          <a:bodyPr/>
          <a:lstStyle/>
          <a:p>
            <a:pPr defTabSz="1219170"/>
            <a:endParaRPr lang="en-KE" sz="2400">
              <a:solidFill>
                <a:prstClr val="black"/>
              </a:solidFill>
              <a:latin typeface="Calibri" panose="020F0502020204030204"/>
            </a:endParaRPr>
          </a:p>
        </p:txBody>
      </p:sp>
      <p:sp>
        <p:nvSpPr>
          <p:cNvPr id="20" name="Text 18"/>
          <p:cNvSpPr/>
          <p:nvPr/>
        </p:nvSpPr>
        <p:spPr>
          <a:xfrm>
            <a:off x="512064" y="5718048"/>
            <a:ext cx="11216640" cy="463296"/>
          </a:xfrm>
          <a:prstGeom prst="rect">
            <a:avLst/>
          </a:prstGeom>
          <a:noFill/>
          <a:ln/>
        </p:spPr>
        <p:txBody>
          <a:bodyPr wrap="square" rtlCol="0" anchor="ctr"/>
          <a:lstStyle/>
          <a:p>
            <a:pPr defTabSz="1219170"/>
            <a:r>
              <a:rPr lang="en-US" sz="1333" i="1" dirty="0">
                <a:solidFill>
                  <a:srgbClr val="3C3489"/>
                </a:solidFill>
                <a:latin typeface="Calibri" pitchFamily="34" charset="0"/>
                <a:ea typeface="Calibri" pitchFamily="34" charset="-122"/>
                <a:cs typeface="Calibri" pitchFamily="34" charset="-120"/>
              </a:rPr>
              <a:t>Example: detecting rare fraud combinations in simulated banking transaction datasets</a:t>
            </a:r>
            <a:endParaRPr lang="en-US" sz="1333" dirty="0">
              <a:solidFill>
                <a:prstClr val="black"/>
              </a:solidFill>
              <a:latin typeface="Calibri" panose="020F0502020204030204"/>
            </a:endParaRPr>
          </a:p>
        </p:txBody>
      </p:sp>
      <p:sp>
        <p:nvSpPr>
          <p:cNvPr id="21" name="Text 19"/>
          <p:cNvSpPr/>
          <p:nvPr/>
        </p:nvSpPr>
        <p:spPr>
          <a:xfrm>
            <a:off x="0" y="6559296"/>
            <a:ext cx="11948160" cy="268224"/>
          </a:xfrm>
          <a:prstGeom prst="rect">
            <a:avLst/>
          </a:prstGeom>
          <a:noFill/>
          <a:ln/>
        </p:spPr>
        <p:txBody>
          <a:bodyPr wrap="square" lIns="0" tIns="0" rIns="0" bIns="0" rtlCol="0" anchor="ctr"/>
          <a:lstStyle/>
          <a:p>
            <a:pPr algn="r" defTabSz="1219170"/>
            <a:r>
              <a:rPr lang="en-US" sz="1200" dirty="0">
                <a:solidFill>
                  <a:srgbClr val="CBD5E0"/>
                </a:solidFill>
                <a:latin typeface="Calibri" pitchFamily="34" charset="0"/>
                <a:ea typeface="Calibri" pitchFamily="34" charset="-122"/>
                <a:cs typeface="Calibri" pitchFamily="34" charset="-120"/>
              </a:rPr>
              <a:t>Trend 01 of 06</a:t>
            </a:r>
            <a:endParaRPr lang="en-US" sz="1200" dirty="0">
              <a:solidFill>
                <a:prstClr val="black"/>
              </a:solidFill>
              <a:latin typeface="Calibri" panose="020F0502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365760" y="268224"/>
            <a:ext cx="633984" cy="633984"/>
          </a:xfrm>
          <a:prstGeom prst="roundRect">
            <a:avLst>
              <a:gd name="adj" fmla="val 15385"/>
            </a:avLst>
          </a:prstGeom>
          <a:solidFill>
            <a:srgbClr val="1D9E75"/>
          </a:solidFill>
          <a:ln w="1270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4" name="Text 2"/>
          <p:cNvSpPr/>
          <p:nvPr/>
        </p:nvSpPr>
        <p:spPr>
          <a:xfrm>
            <a:off x="365760" y="268224"/>
            <a:ext cx="633984" cy="633984"/>
          </a:xfrm>
          <a:prstGeom prst="rect">
            <a:avLst/>
          </a:prstGeom>
          <a:noFill/>
          <a:ln/>
        </p:spPr>
        <p:txBody>
          <a:bodyPr wrap="square" lIns="0" tIns="0" rIns="0" bIns="0" rtlCol="0" anchor="ctr"/>
          <a:lstStyle/>
          <a:p>
            <a:pPr algn="ctr" defTabSz="1219170"/>
            <a:endParaRPr lang="en-US" sz="1733" dirty="0">
              <a:solidFill>
                <a:prstClr val="black"/>
              </a:solidFill>
              <a:latin typeface="Calibri" panose="020F0502020204030204"/>
            </a:endParaRPr>
          </a:p>
        </p:txBody>
      </p:sp>
      <p:sp>
        <p:nvSpPr>
          <p:cNvPr id="5" name="Text 3"/>
          <p:cNvSpPr/>
          <p:nvPr/>
        </p:nvSpPr>
        <p:spPr>
          <a:xfrm>
            <a:off x="1219200" y="97536"/>
            <a:ext cx="10607040" cy="670560"/>
          </a:xfrm>
          <a:prstGeom prst="rect">
            <a:avLst/>
          </a:prstGeom>
          <a:noFill/>
          <a:ln/>
        </p:spPr>
        <p:txBody>
          <a:bodyPr wrap="square" rtlCol="0" anchor="b"/>
          <a:lstStyle/>
          <a:p>
            <a:pPr defTabSz="1219170"/>
            <a:r>
              <a:rPr lang="en-US" sz="2667" b="1" dirty="0">
                <a:solidFill>
                  <a:srgbClr val="FFFFFF"/>
                </a:solidFill>
                <a:latin typeface="Calibri" pitchFamily="34" charset="0"/>
                <a:ea typeface="Calibri" pitchFamily="34" charset="-122"/>
                <a:cs typeface="Calibri" pitchFamily="34" charset="-120"/>
              </a:rPr>
              <a:t>Explainable AI (XAI) and Rule Interpretability</a:t>
            </a:r>
            <a:endParaRPr lang="en-US" sz="2667" dirty="0">
              <a:solidFill>
                <a:prstClr val="black"/>
              </a:solidFill>
              <a:latin typeface="Calibri" panose="020F0502020204030204"/>
            </a:endParaRPr>
          </a:p>
        </p:txBody>
      </p:sp>
      <p:sp>
        <p:nvSpPr>
          <p:cNvPr id="6" name="Text 4"/>
          <p:cNvSpPr/>
          <p:nvPr/>
        </p:nvSpPr>
        <p:spPr>
          <a:xfrm>
            <a:off x="1219200" y="768096"/>
            <a:ext cx="10607040" cy="426720"/>
          </a:xfrm>
          <a:prstGeom prst="rect">
            <a:avLst/>
          </a:prstGeom>
          <a:noFill/>
          <a:ln/>
        </p:spPr>
        <p:txBody>
          <a:bodyPr wrap="square" rtlCol="0" anchor="t"/>
          <a:lstStyle/>
          <a:p>
            <a:pPr defTabSz="1219170"/>
            <a:r>
              <a:rPr lang="en-US" sz="1467" i="1" dirty="0">
                <a:solidFill>
                  <a:srgbClr val="90CDF4"/>
                </a:solidFill>
                <a:latin typeface="Calibri" pitchFamily="34" charset="0"/>
                <a:ea typeface="Calibri" pitchFamily="34" charset="-122"/>
                <a:cs typeface="Calibri" pitchFamily="34" charset="-120"/>
              </a:rPr>
              <a:t>Making ARM results understandable, auditable, and actionable for decision-makers</a:t>
            </a:r>
            <a:endParaRPr lang="en-US" sz="1467" dirty="0">
              <a:solidFill>
                <a:prstClr val="black"/>
              </a:solidFill>
              <a:latin typeface="Calibri" panose="020F0502020204030204"/>
            </a:endParaRPr>
          </a:p>
        </p:txBody>
      </p:sp>
      <p:sp>
        <p:nvSpPr>
          <p:cNvPr id="7" name="Shape 5"/>
          <p:cNvSpPr/>
          <p:nvPr/>
        </p:nvSpPr>
        <p:spPr>
          <a:xfrm>
            <a:off x="365760" y="1438656"/>
            <a:ext cx="11460480" cy="1280160"/>
          </a:xfrm>
          <a:prstGeom prst="rect">
            <a:avLst/>
          </a:prstGeom>
          <a:solidFill>
            <a:srgbClr val="E1F5EE"/>
          </a:solidFill>
          <a:ln w="635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8" name="Shape 6"/>
          <p:cNvSpPr/>
          <p:nvPr/>
        </p:nvSpPr>
        <p:spPr>
          <a:xfrm>
            <a:off x="365760" y="1438656"/>
            <a:ext cx="85344" cy="1280160"/>
          </a:xfrm>
          <a:prstGeom prst="rect">
            <a:avLst/>
          </a:prstGeom>
          <a:solidFill>
            <a:srgbClr val="1D9E75"/>
          </a:solidFill>
          <a:ln w="1270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9" name="Text 7"/>
          <p:cNvSpPr/>
          <p:nvPr/>
        </p:nvSpPr>
        <p:spPr>
          <a:xfrm>
            <a:off x="633984" y="151180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Semantic pruning using NLP</a:t>
            </a:r>
            <a:endParaRPr lang="en-US" sz="1733" dirty="0">
              <a:solidFill>
                <a:prstClr val="black"/>
              </a:solidFill>
              <a:latin typeface="Calibri" panose="020F0502020204030204"/>
            </a:endParaRPr>
          </a:p>
        </p:txBody>
      </p:sp>
      <p:sp>
        <p:nvSpPr>
          <p:cNvPr id="10" name="Text 8"/>
          <p:cNvSpPr/>
          <p:nvPr/>
        </p:nvSpPr>
        <p:spPr>
          <a:xfrm>
            <a:off x="633984" y="188976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Natural Language Processing filters out obvious or redundant rules automatically. Systems surface genuinely novel insights rather than stating that people who buy a phone also buy a screen protector.</a:t>
            </a:r>
            <a:endParaRPr lang="en-US" sz="1400" dirty="0">
              <a:solidFill>
                <a:prstClr val="black"/>
              </a:solidFill>
              <a:latin typeface="Calibri" panose="020F0502020204030204"/>
            </a:endParaRPr>
          </a:p>
        </p:txBody>
      </p:sp>
      <p:sp>
        <p:nvSpPr>
          <p:cNvPr id="11" name="Shape 9"/>
          <p:cNvSpPr/>
          <p:nvPr/>
        </p:nvSpPr>
        <p:spPr>
          <a:xfrm>
            <a:off x="365760" y="2840736"/>
            <a:ext cx="11460480" cy="1280160"/>
          </a:xfrm>
          <a:prstGeom prst="rect">
            <a:avLst/>
          </a:prstGeom>
          <a:solidFill>
            <a:srgbClr val="E1F5EE"/>
          </a:solidFill>
          <a:ln w="635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12" name="Shape 10"/>
          <p:cNvSpPr/>
          <p:nvPr/>
        </p:nvSpPr>
        <p:spPr>
          <a:xfrm>
            <a:off x="365760" y="2840736"/>
            <a:ext cx="85344" cy="1280160"/>
          </a:xfrm>
          <a:prstGeom prst="rect">
            <a:avLst/>
          </a:prstGeom>
          <a:solidFill>
            <a:srgbClr val="1D9E75"/>
          </a:solidFill>
          <a:ln w="1270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13" name="Text 11"/>
          <p:cNvSpPr/>
          <p:nvPr/>
        </p:nvSpPr>
        <p:spPr>
          <a:xfrm>
            <a:off x="633984" y="291388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Post-hoc explanations for black-box models</a:t>
            </a:r>
            <a:endParaRPr lang="en-US" sz="1733" dirty="0">
              <a:solidFill>
                <a:prstClr val="black"/>
              </a:solidFill>
              <a:latin typeface="Calibri" panose="020F0502020204030204"/>
            </a:endParaRPr>
          </a:p>
        </p:txBody>
      </p:sp>
      <p:sp>
        <p:nvSpPr>
          <p:cNvPr id="14" name="Text 12"/>
          <p:cNvSpPr/>
          <p:nvPr/>
        </p:nvSpPr>
        <p:spPr>
          <a:xfrm>
            <a:off x="633984" y="329184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ARM mines associations between a model's inputs and its high-confidence predictions, creating a human-readable map of why the AI made a particular decision. Frameworks like LORE and ANCHOR use this approach.</a:t>
            </a:r>
            <a:endParaRPr lang="en-US" sz="1400" dirty="0">
              <a:solidFill>
                <a:prstClr val="black"/>
              </a:solidFill>
              <a:latin typeface="Calibri" panose="020F0502020204030204"/>
            </a:endParaRPr>
          </a:p>
        </p:txBody>
      </p:sp>
      <p:sp>
        <p:nvSpPr>
          <p:cNvPr id="15" name="Shape 13"/>
          <p:cNvSpPr/>
          <p:nvPr/>
        </p:nvSpPr>
        <p:spPr>
          <a:xfrm>
            <a:off x="365760" y="4242816"/>
            <a:ext cx="11460480" cy="1280160"/>
          </a:xfrm>
          <a:prstGeom prst="rect">
            <a:avLst/>
          </a:prstGeom>
          <a:solidFill>
            <a:srgbClr val="E1F5EE"/>
          </a:solidFill>
          <a:ln w="635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365760" y="4242816"/>
            <a:ext cx="85344" cy="1280160"/>
          </a:xfrm>
          <a:prstGeom prst="rect">
            <a:avLst/>
          </a:prstGeom>
          <a:solidFill>
            <a:srgbClr val="1D9E75"/>
          </a:solidFill>
          <a:ln w="1270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633984" y="431596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Visual analytics for ARM results</a:t>
            </a:r>
            <a:endParaRPr lang="en-US" sz="1733" dirty="0">
              <a:solidFill>
                <a:prstClr val="black"/>
              </a:solidFill>
              <a:latin typeface="Calibri" panose="020F0502020204030204"/>
            </a:endParaRPr>
          </a:p>
        </p:txBody>
      </p:sp>
      <p:sp>
        <p:nvSpPr>
          <p:cNvPr id="18" name="Text 16"/>
          <p:cNvSpPr/>
          <p:nvPr/>
        </p:nvSpPr>
        <p:spPr>
          <a:xfrm>
            <a:off x="633984" y="469392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Advanced visualization techniques make ARM outputs more interpretable for non-technical decision-makers, enabling faster and more confident action on discovered patterns.</a:t>
            </a:r>
            <a:endParaRPr lang="en-US" sz="1400" dirty="0">
              <a:solidFill>
                <a:prstClr val="black"/>
              </a:solidFill>
              <a:latin typeface="Calibri" panose="020F0502020204030204"/>
            </a:endParaRPr>
          </a:p>
        </p:txBody>
      </p:sp>
      <p:sp>
        <p:nvSpPr>
          <p:cNvPr id="19" name="Shape 17"/>
          <p:cNvSpPr/>
          <p:nvPr/>
        </p:nvSpPr>
        <p:spPr>
          <a:xfrm>
            <a:off x="365760" y="5718048"/>
            <a:ext cx="11460480" cy="463296"/>
          </a:xfrm>
          <a:prstGeom prst="rect">
            <a:avLst/>
          </a:prstGeom>
          <a:solidFill>
            <a:srgbClr val="E1F5EE"/>
          </a:solidFill>
          <a:ln w="6350">
            <a:solidFill>
              <a:srgbClr val="1D9E75"/>
            </a:solidFill>
            <a:prstDash val="solid"/>
          </a:ln>
        </p:spPr>
        <p:txBody>
          <a:bodyPr/>
          <a:lstStyle/>
          <a:p>
            <a:pPr defTabSz="1219170"/>
            <a:endParaRPr lang="en-KE" sz="2400">
              <a:solidFill>
                <a:prstClr val="black"/>
              </a:solidFill>
              <a:latin typeface="Calibri" panose="020F0502020204030204"/>
            </a:endParaRPr>
          </a:p>
        </p:txBody>
      </p:sp>
      <p:sp>
        <p:nvSpPr>
          <p:cNvPr id="20" name="Text 18"/>
          <p:cNvSpPr/>
          <p:nvPr/>
        </p:nvSpPr>
        <p:spPr>
          <a:xfrm>
            <a:off x="512064" y="5718048"/>
            <a:ext cx="11216640" cy="463296"/>
          </a:xfrm>
          <a:prstGeom prst="rect">
            <a:avLst/>
          </a:prstGeom>
          <a:noFill/>
          <a:ln/>
        </p:spPr>
        <p:txBody>
          <a:bodyPr wrap="square" rtlCol="0" anchor="ctr"/>
          <a:lstStyle/>
          <a:p>
            <a:pPr defTabSz="1219170"/>
            <a:r>
              <a:rPr lang="en-US" sz="1333" i="1" dirty="0">
                <a:solidFill>
                  <a:srgbClr val="085041"/>
                </a:solidFill>
                <a:latin typeface="Calibri" pitchFamily="34" charset="0"/>
                <a:ea typeface="Calibri" pitchFamily="34" charset="-122"/>
                <a:cs typeface="Calibri" pitchFamily="34" charset="-120"/>
              </a:rPr>
              <a:t>Key use case: regulatory compliance, audit trails, and transparent AI governance</a:t>
            </a:r>
            <a:endParaRPr lang="en-US" sz="1333" dirty="0">
              <a:solidFill>
                <a:prstClr val="black"/>
              </a:solidFill>
              <a:latin typeface="Calibri" panose="020F0502020204030204"/>
            </a:endParaRPr>
          </a:p>
        </p:txBody>
      </p:sp>
      <p:sp>
        <p:nvSpPr>
          <p:cNvPr id="21" name="Text 19"/>
          <p:cNvSpPr/>
          <p:nvPr/>
        </p:nvSpPr>
        <p:spPr>
          <a:xfrm>
            <a:off x="0" y="6559296"/>
            <a:ext cx="11948160" cy="268224"/>
          </a:xfrm>
          <a:prstGeom prst="rect">
            <a:avLst/>
          </a:prstGeom>
          <a:noFill/>
          <a:ln/>
        </p:spPr>
        <p:txBody>
          <a:bodyPr wrap="square" lIns="0" tIns="0" rIns="0" bIns="0" rtlCol="0" anchor="ctr"/>
          <a:lstStyle/>
          <a:p>
            <a:pPr algn="r" defTabSz="1219170"/>
            <a:r>
              <a:rPr lang="en-US" sz="1200" dirty="0">
                <a:solidFill>
                  <a:srgbClr val="CBD5E0"/>
                </a:solidFill>
                <a:latin typeface="Calibri" pitchFamily="34" charset="0"/>
                <a:ea typeface="Calibri" pitchFamily="34" charset="-122"/>
                <a:cs typeface="Calibri" pitchFamily="34" charset="-120"/>
              </a:rPr>
              <a:t>Trend 02 of 06</a:t>
            </a:r>
            <a:endParaRPr lang="en-US" sz="1200" dirty="0">
              <a:solidFill>
                <a:prstClr val="black"/>
              </a:solidFill>
              <a:latin typeface="Calibri" panose="020F050202020403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365760" y="268224"/>
            <a:ext cx="633984" cy="633984"/>
          </a:xfrm>
          <a:prstGeom prst="roundRect">
            <a:avLst>
              <a:gd name="adj" fmla="val 15385"/>
            </a:avLst>
          </a:prstGeom>
          <a:solidFill>
            <a:srgbClr val="BA7517"/>
          </a:solidFill>
          <a:ln w="1270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4" name="Text 2"/>
          <p:cNvSpPr/>
          <p:nvPr/>
        </p:nvSpPr>
        <p:spPr>
          <a:xfrm>
            <a:off x="365760" y="268224"/>
            <a:ext cx="633984" cy="633984"/>
          </a:xfrm>
          <a:prstGeom prst="rect">
            <a:avLst/>
          </a:prstGeom>
          <a:noFill/>
          <a:ln/>
        </p:spPr>
        <p:txBody>
          <a:bodyPr wrap="square" lIns="0" tIns="0" rIns="0" bIns="0" rtlCol="0" anchor="ctr"/>
          <a:lstStyle/>
          <a:p>
            <a:pPr algn="ctr" defTabSz="1219170"/>
            <a:endParaRPr lang="en-US" sz="1733" dirty="0">
              <a:solidFill>
                <a:prstClr val="black"/>
              </a:solidFill>
              <a:latin typeface="Calibri" panose="020F0502020204030204"/>
            </a:endParaRPr>
          </a:p>
        </p:txBody>
      </p:sp>
      <p:sp>
        <p:nvSpPr>
          <p:cNvPr id="5" name="Text 3"/>
          <p:cNvSpPr/>
          <p:nvPr/>
        </p:nvSpPr>
        <p:spPr>
          <a:xfrm>
            <a:off x="1219200" y="97536"/>
            <a:ext cx="10607040" cy="670560"/>
          </a:xfrm>
          <a:prstGeom prst="rect">
            <a:avLst/>
          </a:prstGeom>
          <a:noFill/>
          <a:ln/>
        </p:spPr>
        <p:txBody>
          <a:bodyPr wrap="square" rtlCol="0" anchor="b"/>
          <a:lstStyle/>
          <a:p>
            <a:pPr defTabSz="1219170"/>
            <a:r>
              <a:rPr lang="en-US" sz="2667" b="1" dirty="0">
                <a:solidFill>
                  <a:srgbClr val="FFFFFF"/>
                </a:solidFill>
                <a:latin typeface="Calibri" pitchFamily="34" charset="0"/>
                <a:ea typeface="Calibri" pitchFamily="34" charset="-122"/>
                <a:cs typeface="Calibri" pitchFamily="34" charset="-120"/>
              </a:rPr>
              <a:t>Real-Time and Incremental Mining</a:t>
            </a:r>
            <a:endParaRPr lang="en-US" sz="2667" dirty="0">
              <a:solidFill>
                <a:prstClr val="black"/>
              </a:solidFill>
              <a:latin typeface="Calibri" panose="020F0502020204030204"/>
            </a:endParaRPr>
          </a:p>
        </p:txBody>
      </p:sp>
      <p:sp>
        <p:nvSpPr>
          <p:cNvPr id="6" name="Text 4"/>
          <p:cNvSpPr/>
          <p:nvPr/>
        </p:nvSpPr>
        <p:spPr>
          <a:xfrm>
            <a:off x="1219200" y="768096"/>
            <a:ext cx="10607040" cy="426720"/>
          </a:xfrm>
          <a:prstGeom prst="rect">
            <a:avLst/>
          </a:prstGeom>
          <a:noFill/>
          <a:ln/>
        </p:spPr>
        <p:txBody>
          <a:bodyPr wrap="square" rtlCol="0" anchor="t"/>
          <a:lstStyle/>
          <a:p>
            <a:pPr defTabSz="1219170"/>
            <a:r>
              <a:rPr lang="en-US" sz="1467" i="1" dirty="0">
                <a:solidFill>
                  <a:srgbClr val="90CDF4"/>
                </a:solidFill>
                <a:latin typeface="Calibri" pitchFamily="34" charset="0"/>
                <a:ea typeface="Calibri" pitchFamily="34" charset="-122"/>
                <a:cs typeface="Calibri" pitchFamily="34" charset="-120"/>
              </a:rPr>
              <a:t>Moving ARM from batch processing into live streaming environments</a:t>
            </a:r>
            <a:endParaRPr lang="en-US" sz="1467" dirty="0">
              <a:solidFill>
                <a:prstClr val="black"/>
              </a:solidFill>
              <a:latin typeface="Calibri" panose="020F0502020204030204"/>
            </a:endParaRPr>
          </a:p>
        </p:txBody>
      </p:sp>
      <p:sp>
        <p:nvSpPr>
          <p:cNvPr id="7" name="Shape 5"/>
          <p:cNvSpPr/>
          <p:nvPr/>
        </p:nvSpPr>
        <p:spPr>
          <a:xfrm>
            <a:off x="365760" y="1438656"/>
            <a:ext cx="11460480" cy="1280160"/>
          </a:xfrm>
          <a:prstGeom prst="rect">
            <a:avLst/>
          </a:prstGeom>
          <a:solidFill>
            <a:srgbClr val="FAEEDA"/>
          </a:solidFill>
          <a:ln w="635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8" name="Shape 6"/>
          <p:cNvSpPr/>
          <p:nvPr/>
        </p:nvSpPr>
        <p:spPr>
          <a:xfrm>
            <a:off x="365760" y="1438656"/>
            <a:ext cx="85344" cy="1280160"/>
          </a:xfrm>
          <a:prstGeom prst="rect">
            <a:avLst/>
          </a:prstGeom>
          <a:solidFill>
            <a:srgbClr val="BA7517"/>
          </a:solidFill>
          <a:ln w="1270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9" name="Text 7"/>
          <p:cNvSpPr/>
          <p:nvPr/>
        </p:nvSpPr>
        <p:spPr>
          <a:xfrm>
            <a:off x="633984" y="151180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Incremental ARM algorithms</a:t>
            </a:r>
            <a:endParaRPr lang="en-US" sz="1733" dirty="0">
              <a:solidFill>
                <a:prstClr val="black"/>
              </a:solidFill>
              <a:latin typeface="Calibri" panose="020F0502020204030204"/>
            </a:endParaRPr>
          </a:p>
        </p:txBody>
      </p:sp>
      <p:sp>
        <p:nvSpPr>
          <p:cNvPr id="10" name="Text 8"/>
          <p:cNvSpPr/>
          <p:nvPr/>
        </p:nvSpPr>
        <p:spPr>
          <a:xfrm>
            <a:off x="633984" y="188976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New algorithms (IncA, updated Eclat) update rule sets without re-scanning the entire historical database. Only the delta of new data is processed, making rule updates feasible in near-real-time.</a:t>
            </a:r>
            <a:endParaRPr lang="en-US" sz="1400" dirty="0">
              <a:solidFill>
                <a:prstClr val="black"/>
              </a:solidFill>
              <a:latin typeface="Calibri" panose="020F0502020204030204"/>
            </a:endParaRPr>
          </a:p>
        </p:txBody>
      </p:sp>
      <p:sp>
        <p:nvSpPr>
          <p:cNvPr id="11" name="Shape 9"/>
          <p:cNvSpPr/>
          <p:nvPr/>
        </p:nvSpPr>
        <p:spPr>
          <a:xfrm>
            <a:off x="365760" y="2840736"/>
            <a:ext cx="11460480" cy="1280160"/>
          </a:xfrm>
          <a:prstGeom prst="rect">
            <a:avLst/>
          </a:prstGeom>
          <a:solidFill>
            <a:srgbClr val="FAEEDA"/>
          </a:solidFill>
          <a:ln w="635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12" name="Shape 10"/>
          <p:cNvSpPr/>
          <p:nvPr/>
        </p:nvSpPr>
        <p:spPr>
          <a:xfrm>
            <a:off x="365760" y="2840736"/>
            <a:ext cx="85344" cy="1280160"/>
          </a:xfrm>
          <a:prstGeom prst="rect">
            <a:avLst/>
          </a:prstGeom>
          <a:solidFill>
            <a:srgbClr val="BA7517"/>
          </a:solidFill>
          <a:ln w="1270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13" name="Text 11"/>
          <p:cNvSpPr/>
          <p:nvPr/>
        </p:nvSpPr>
        <p:spPr>
          <a:xfrm>
            <a:off x="633984" y="291388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Sliding window analysis</a:t>
            </a:r>
            <a:endParaRPr lang="en-US" sz="1733" dirty="0">
              <a:solidFill>
                <a:prstClr val="black"/>
              </a:solidFill>
              <a:latin typeface="Calibri" panose="020F0502020204030204"/>
            </a:endParaRPr>
          </a:p>
        </p:txBody>
      </p:sp>
      <p:sp>
        <p:nvSpPr>
          <p:cNvPr id="14" name="Text 12"/>
          <p:cNvSpPr/>
          <p:nvPr/>
        </p:nvSpPr>
        <p:spPr>
          <a:xfrm>
            <a:off x="633984" y="329184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Techniques focus on the most recent N transactions, allowing retailers and platforms to spot flash trends lasting only a few hours. Apache Kafka and Spark Streaming handle the underlying data streams.</a:t>
            </a:r>
            <a:endParaRPr lang="en-US" sz="1400" dirty="0">
              <a:solidFill>
                <a:prstClr val="black"/>
              </a:solidFill>
              <a:latin typeface="Calibri" panose="020F0502020204030204"/>
            </a:endParaRPr>
          </a:p>
        </p:txBody>
      </p:sp>
      <p:sp>
        <p:nvSpPr>
          <p:cNvPr id="15" name="Shape 13"/>
          <p:cNvSpPr/>
          <p:nvPr/>
        </p:nvSpPr>
        <p:spPr>
          <a:xfrm>
            <a:off x="365760" y="4242816"/>
            <a:ext cx="11460480" cy="1280160"/>
          </a:xfrm>
          <a:prstGeom prst="rect">
            <a:avLst/>
          </a:prstGeom>
          <a:solidFill>
            <a:srgbClr val="FAEEDA"/>
          </a:solidFill>
          <a:ln w="635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365760" y="4242816"/>
            <a:ext cx="85344" cy="1280160"/>
          </a:xfrm>
          <a:prstGeom prst="rect">
            <a:avLst/>
          </a:prstGeom>
          <a:solidFill>
            <a:srgbClr val="BA7517"/>
          </a:solidFill>
          <a:ln w="1270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633984" y="431596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Fraud detection in mobile money</a:t>
            </a:r>
            <a:endParaRPr lang="en-US" sz="1733" dirty="0">
              <a:solidFill>
                <a:prstClr val="black"/>
              </a:solidFill>
              <a:latin typeface="Calibri" panose="020F0502020204030204"/>
            </a:endParaRPr>
          </a:p>
        </p:txBody>
      </p:sp>
      <p:sp>
        <p:nvSpPr>
          <p:cNvPr id="18" name="Text 16"/>
          <p:cNvSpPr/>
          <p:nvPr/>
        </p:nvSpPr>
        <p:spPr>
          <a:xfrm>
            <a:off x="633984" y="469392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Real-time ARM analyzes patterns such as unusually high-frequency transfers or odd transaction timings, flagging suspicious activity before financial loss occurs.</a:t>
            </a:r>
            <a:endParaRPr lang="en-US" sz="1400" dirty="0">
              <a:solidFill>
                <a:prstClr val="black"/>
              </a:solidFill>
              <a:latin typeface="Calibri" panose="020F0502020204030204"/>
            </a:endParaRPr>
          </a:p>
        </p:txBody>
      </p:sp>
      <p:sp>
        <p:nvSpPr>
          <p:cNvPr id="19" name="Shape 17"/>
          <p:cNvSpPr/>
          <p:nvPr/>
        </p:nvSpPr>
        <p:spPr>
          <a:xfrm>
            <a:off x="365760" y="5718048"/>
            <a:ext cx="11460480" cy="463296"/>
          </a:xfrm>
          <a:prstGeom prst="rect">
            <a:avLst/>
          </a:prstGeom>
          <a:solidFill>
            <a:srgbClr val="FAEEDA"/>
          </a:solidFill>
          <a:ln w="6350">
            <a:solidFill>
              <a:srgbClr val="BA7517"/>
            </a:solidFill>
            <a:prstDash val="solid"/>
          </a:ln>
        </p:spPr>
        <p:txBody>
          <a:bodyPr/>
          <a:lstStyle/>
          <a:p>
            <a:pPr defTabSz="1219170"/>
            <a:endParaRPr lang="en-KE" sz="2400">
              <a:solidFill>
                <a:prstClr val="black"/>
              </a:solidFill>
              <a:latin typeface="Calibri" panose="020F0502020204030204"/>
            </a:endParaRPr>
          </a:p>
        </p:txBody>
      </p:sp>
      <p:sp>
        <p:nvSpPr>
          <p:cNvPr id="20" name="Text 18"/>
          <p:cNvSpPr/>
          <p:nvPr/>
        </p:nvSpPr>
        <p:spPr>
          <a:xfrm>
            <a:off x="512064" y="5718048"/>
            <a:ext cx="11216640" cy="463296"/>
          </a:xfrm>
          <a:prstGeom prst="rect">
            <a:avLst/>
          </a:prstGeom>
          <a:noFill/>
          <a:ln/>
        </p:spPr>
        <p:txBody>
          <a:bodyPr wrap="square" rtlCol="0" anchor="ctr"/>
          <a:lstStyle/>
          <a:p>
            <a:pPr defTabSz="1219170"/>
            <a:r>
              <a:rPr lang="en-US" sz="1333" i="1" dirty="0">
                <a:solidFill>
                  <a:srgbClr val="633806"/>
                </a:solidFill>
                <a:latin typeface="Calibri" pitchFamily="34" charset="0"/>
                <a:ea typeface="Calibri" pitchFamily="34" charset="-122"/>
                <a:cs typeface="Calibri" pitchFamily="34" charset="-120"/>
              </a:rPr>
              <a:t>Kenya example: real-time fraud pattern detection in M-Pesa mobile money transactions</a:t>
            </a:r>
            <a:endParaRPr lang="en-US" sz="1333" dirty="0">
              <a:solidFill>
                <a:prstClr val="black"/>
              </a:solidFill>
              <a:latin typeface="Calibri" panose="020F0502020204030204"/>
            </a:endParaRPr>
          </a:p>
        </p:txBody>
      </p:sp>
      <p:sp>
        <p:nvSpPr>
          <p:cNvPr id="21" name="Text 19"/>
          <p:cNvSpPr/>
          <p:nvPr/>
        </p:nvSpPr>
        <p:spPr>
          <a:xfrm>
            <a:off x="0" y="6559296"/>
            <a:ext cx="11948160" cy="268224"/>
          </a:xfrm>
          <a:prstGeom prst="rect">
            <a:avLst/>
          </a:prstGeom>
          <a:noFill/>
          <a:ln/>
        </p:spPr>
        <p:txBody>
          <a:bodyPr wrap="square" lIns="0" tIns="0" rIns="0" bIns="0" rtlCol="0" anchor="ctr"/>
          <a:lstStyle/>
          <a:p>
            <a:pPr algn="r" defTabSz="1219170"/>
            <a:r>
              <a:rPr lang="en-US" sz="1200" dirty="0">
                <a:solidFill>
                  <a:srgbClr val="CBD5E0"/>
                </a:solidFill>
                <a:latin typeface="Calibri" pitchFamily="34" charset="0"/>
                <a:ea typeface="Calibri" pitchFamily="34" charset="-122"/>
                <a:cs typeface="Calibri" pitchFamily="34" charset="-120"/>
              </a:rPr>
              <a:t>Trend 03 of 06</a:t>
            </a:r>
            <a:endParaRPr lang="en-US" sz="1200" dirty="0">
              <a:solidFill>
                <a:prstClr val="black"/>
              </a:solidFill>
              <a:latin typeface="Calibri" panose="020F050202020403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365760" y="268224"/>
            <a:ext cx="633984" cy="633984"/>
          </a:xfrm>
          <a:prstGeom prst="roundRect">
            <a:avLst>
              <a:gd name="adj" fmla="val 15385"/>
            </a:avLst>
          </a:prstGeom>
          <a:solidFill>
            <a:srgbClr val="D85A30"/>
          </a:solidFill>
          <a:ln w="1270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4" name="Text 2"/>
          <p:cNvSpPr/>
          <p:nvPr/>
        </p:nvSpPr>
        <p:spPr>
          <a:xfrm>
            <a:off x="365760" y="268224"/>
            <a:ext cx="633984" cy="633984"/>
          </a:xfrm>
          <a:prstGeom prst="rect">
            <a:avLst/>
          </a:prstGeom>
          <a:noFill/>
          <a:ln/>
        </p:spPr>
        <p:txBody>
          <a:bodyPr wrap="square" lIns="0" tIns="0" rIns="0" bIns="0" rtlCol="0" anchor="ctr"/>
          <a:lstStyle/>
          <a:p>
            <a:pPr algn="ctr" defTabSz="1219170"/>
            <a:endParaRPr lang="en-US" sz="1733" dirty="0">
              <a:solidFill>
                <a:prstClr val="black"/>
              </a:solidFill>
              <a:latin typeface="Calibri" panose="020F0502020204030204"/>
            </a:endParaRPr>
          </a:p>
        </p:txBody>
      </p:sp>
      <p:sp>
        <p:nvSpPr>
          <p:cNvPr id="5" name="Text 3"/>
          <p:cNvSpPr/>
          <p:nvPr/>
        </p:nvSpPr>
        <p:spPr>
          <a:xfrm>
            <a:off x="1219200" y="97536"/>
            <a:ext cx="10607040" cy="670560"/>
          </a:xfrm>
          <a:prstGeom prst="rect">
            <a:avLst/>
          </a:prstGeom>
          <a:noFill/>
          <a:ln/>
        </p:spPr>
        <p:txBody>
          <a:bodyPr wrap="square" rtlCol="0" anchor="b"/>
          <a:lstStyle/>
          <a:p>
            <a:pPr defTabSz="1219170"/>
            <a:r>
              <a:rPr lang="en-US" sz="2667" b="1" dirty="0">
                <a:solidFill>
                  <a:srgbClr val="FFFFFF"/>
                </a:solidFill>
                <a:latin typeface="Calibri" pitchFamily="34" charset="0"/>
                <a:ea typeface="Calibri" pitchFamily="34" charset="-122"/>
                <a:cs typeface="Calibri" pitchFamily="34" charset="-120"/>
              </a:rPr>
              <a:t>Privacy-Preserving ARM (PPARM)</a:t>
            </a:r>
            <a:endParaRPr lang="en-US" sz="2667" dirty="0">
              <a:solidFill>
                <a:prstClr val="black"/>
              </a:solidFill>
              <a:latin typeface="Calibri" panose="020F0502020204030204"/>
            </a:endParaRPr>
          </a:p>
        </p:txBody>
      </p:sp>
      <p:sp>
        <p:nvSpPr>
          <p:cNvPr id="6" name="Text 4"/>
          <p:cNvSpPr/>
          <p:nvPr/>
        </p:nvSpPr>
        <p:spPr>
          <a:xfrm>
            <a:off x="1219200" y="768096"/>
            <a:ext cx="10607040" cy="426720"/>
          </a:xfrm>
          <a:prstGeom prst="rect">
            <a:avLst/>
          </a:prstGeom>
          <a:noFill/>
          <a:ln/>
        </p:spPr>
        <p:txBody>
          <a:bodyPr wrap="square" rtlCol="0" anchor="t"/>
          <a:lstStyle/>
          <a:p>
            <a:pPr defTabSz="1219170"/>
            <a:r>
              <a:rPr lang="en-US" sz="1467" i="1" dirty="0">
                <a:solidFill>
                  <a:srgbClr val="90CDF4"/>
                </a:solidFill>
                <a:latin typeface="Calibri" pitchFamily="34" charset="0"/>
                <a:ea typeface="Calibri" pitchFamily="34" charset="-122"/>
                <a:cs typeface="Calibri" pitchFamily="34" charset="-120"/>
              </a:rPr>
              <a:t>Mining sensitive data responsibly under GDPR, CCPA, and Kenya's Data Protection Act 2019</a:t>
            </a:r>
            <a:endParaRPr lang="en-US" sz="1467" dirty="0">
              <a:solidFill>
                <a:prstClr val="black"/>
              </a:solidFill>
              <a:latin typeface="Calibri" panose="020F0502020204030204"/>
            </a:endParaRPr>
          </a:p>
        </p:txBody>
      </p:sp>
      <p:sp>
        <p:nvSpPr>
          <p:cNvPr id="7" name="Shape 5"/>
          <p:cNvSpPr/>
          <p:nvPr/>
        </p:nvSpPr>
        <p:spPr>
          <a:xfrm>
            <a:off x="365760" y="1438656"/>
            <a:ext cx="11460480" cy="1280160"/>
          </a:xfrm>
          <a:prstGeom prst="rect">
            <a:avLst/>
          </a:prstGeom>
          <a:solidFill>
            <a:srgbClr val="FAECE7"/>
          </a:solidFill>
          <a:ln w="635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8" name="Shape 6"/>
          <p:cNvSpPr/>
          <p:nvPr/>
        </p:nvSpPr>
        <p:spPr>
          <a:xfrm>
            <a:off x="365760" y="1438656"/>
            <a:ext cx="85344" cy="1280160"/>
          </a:xfrm>
          <a:prstGeom prst="rect">
            <a:avLst/>
          </a:prstGeom>
          <a:solidFill>
            <a:srgbClr val="D85A30"/>
          </a:solidFill>
          <a:ln w="1270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9" name="Text 7"/>
          <p:cNvSpPr/>
          <p:nvPr/>
        </p:nvSpPr>
        <p:spPr>
          <a:xfrm>
            <a:off x="633984" y="151180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Differential privacy</a:t>
            </a:r>
            <a:endParaRPr lang="en-US" sz="1733" dirty="0">
              <a:solidFill>
                <a:prstClr val="black"/>
              </a:solidFill>
              <a:latin typeface="Calibri" panose="020F0502020204030204"/>
            </a:endParaRPr>
          </a:p>
        </p:txBody>
      </p:sp>
      <p:sp>
        <p:nvSpPr>
          <p:cNvPr id="10" name="Text 8"/>
          <p:cNvSpPr/>
          <p:nvPr/>
        </p:nvSpPr>
        <p:spPr>
          <a:xfrm>
            <a:off x="633984" y="188976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Controlled noise is injected into datasets so individual transactions cannot be identified, while the global association rules remain statistically accurate. Individual privacy holds; pattern discovery continues.</a:t>
            </a:r>
            <a:endParaRPr lang="en-US" sz="1400" dirty="0">
              <a:solidFill>
                <a:prstClr val="black"/>
              </a:solidFill>
              <a:latin typeface="Calibri" panose="020F0502020204030204"/>
            </a:endParaRPr>
          </a:p>
        </p:txBody>
      </p:sp>
      <p:sp>
        <p:nvSpPr>
          <p:cNvPr id="11" name="Shape 9"/>
          <p:cNvSpPr/>
          <p:nvPr/>
        </p:nvSpPr>
        <p:spPr>
          <a:xfrm>
            <a:off x="365760" y="2840736"/>
            <a:ext cx="11460480" cy="1280160"/>
          </a:xfrm>
          <a:prstGeom prst="rect">
            <a:avLst/>
          </a:prstGeom>
          <a:solidFill>
            <a:srgbClr val="FAECE7"/>
          </a:solidFill>
          <a:ln w="635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12" name="Shape 10"/>
          <p:cNvSpPr/>
          <p:nvPr/>
        </p:nvSpPr>
        <p:spPr>
          <a:xfrm>
            <a:off x="365760" y="2840736"/>
            <a:ext cx="85344" cy="1280160"/>
          </a:xfrm>
          <a:prstGeom prst="rect">
            <a:avLst/>
          </a:prstGeom>
          <a:solidFill>
            <a:srgbClr val="D85A30"/>
          </a:solidFill>
          <a:ln w="1270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13" name="Text 11"/>
          <p:cNvSpPr/>
          <p:nvPr/>
        </p:nvSpPr>
        <p:spPr>
          <a:xfrm>
            <a:off x="633984" y="291388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Homomorphic encryption</a:t>
            </a:r>
            <a:endParaRPr lang="en-US" sz="1733" dirty="0">
              <a:solidFill>
                <a:prstClr val="black"/>
              </a:solidFill>
              <a:latin typeface="Calibri" panose="020F0502020204030204"/>
            </a:endParaRPr>
          </a:p>
        </p:txBody>
      </p:sp>
      <p:sp>
        <p:nvSpPr>
          <p:cNvPr id="14" name="Text 12"/>
          <p:cNvSpPr/>
          <p:nvPr/>
        </p:nvSpPr>
        <p:spPr>
          <a:xfrm>
            <a:off x="633984" y="329184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ARM algorithms run on encrypted data without ever seeing the raw information, enabling secure collaboration, such as two banks jointly mining for cross-institutional fraud patterns.</a:t>
            </a:r>
            <a:endParaRPr lang="en-US" sz="1400" dirty="0">
              <a:solidFill>
                <a:prstClr val="black"/>
              </a:solidFill>
              <a:latin typeface="Calibri" panose="020F0502020204030204"/>
            </a:endParaRPr>
          </a:p>
        </p:txBody>
      </p:sp>
      <p:sp>
        <p:nvSpPr>
          <p:cNvPr id="15" name="Shape 13"/>
          <p:cNvSpPr/>
          <p:nvPr/>
        </p:nvSpPr>
        <p:spPr>
          <a:xfrm>
            <a:off x="365760" y="4242816"/>
            <a:ext cx="11460480" cy="1280160"/>
          </a:xfrm>
          <a:prstGeom prst="rect">
            <a:avLst/>
          </a:prstGeom>
          <a:solidFill>
            <a:srgbClr val="FAECE7"/>
          </a:solidFill>
          <a:ln w="635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365760" y="4242816"/>
            <a:ext cx="85344" cy="1280160"/>
          </a:xfrm>
          <a:prstGeom prst="rect">
            <a:avLst/>
          </a:prstGeom>
          <a:solidFill>
            <a:srgbClr val="D85A30"/>
          </a:solidFill>
          <a:ln w="1270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633984" y="431596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Federated learning approaches</a:t>
            </a:r>
            <a:endParaRPr lang="en-US" sz="1733" dirty="0">
              <a:solidFill>
                <a:prstClr val="black"/>
              </a:solidFill>
              <a:latin typeface="Calibri" panose="020F0502020204030204"/>
            </a:endParaRPr>
          </a:p>
        </p:txBody>
      </p:sp>
      <p:sp>
        <p:nvSpPr>
          <p:cNvPr id="18" name="Text 16"/>
          <p:cNvSpPr/>
          <p:nvPr/>
        </p:nvSpPr>
        <p:spPr>
          <a:xfrm>
            <a:off x="633984" y="469392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Rules are mined locally on separate data silos and only aggregated rule summaries are shared. Critical in healthcare and finance where raw data cannot legally leave its source institution.</a:t>
            </a:r>
            <a:endParaRPr lang="en-US" sz="1400" dirty="0">
              <a:solidFill>
                <a:prstClr val="black"/>
              </a:solidFill>
              <a:latin typeface="Calibri" panose="020F0502020204030204"/>
            </a:endParaRPr>
          </a:p>
        </p:txBody>
      </p:sp>
      <p:sp>
        <p:nvSpPr>
          <p:cNvPr id="19" name="Shape 17"/>
          <p:cNvSpPr/>
          <p:nvPr/>
        </p:nvSpPr>
        <p:spPr>
          <a:xfrm>
            <a:off x="365760" y="5718048"/>
            <a:ext cx="11460480" cy="463296"/>
          </a:xfrm>
          <a:prstGeom prst="rect">
            <a:avLst/>
          </a:prstGeom>
          <a:solidFill>
            <a:srgbClr val="FAECE7"/>
          </a:solidFill>
          <a:ln w="6350">
            <a:solidFill>
              <a:srgbClr val="D85A30"/>
            </a:solidFill>
            <a:prstDash val="solid"/>
          </a:ln>
        </p:spPr>
        <p:txBody>
          <a:bodyPr/>
          <a:lstStyle/>
          <a:p>
            <a:pPr defTabSz="1219170"/>
            <a:endParaRPr lang="en-KE" sz="2400">
              <a:solidFill>
                <a:prstClr val="black"/>
              </a:solidFill>
              <a:latin typeface="Calibri" panose="020F0502020204030204"/>
            </a:endParaRPr>
          </a:p>
        </p:txBody>
      </p:sp>
      <p:sp>
        <p:nvSpPr>
          <p:cNvPr id="20" name="Text 18"/>
          <p:cNvSpPr/>
          <p:nvPr/>
        </p:nvSpPr>
        <p:spPr>
          <a:xfrm>
            <a:off x="512064" y="5718048"/>
            <a:ext cx="11216640" cy="463296"/>
          </a:xfrm>
          <a:prstGeom prst="rect">
            <a:avLst/>
          </a:prstGeom>
          <a:noFill/>
          <a:ln/>
        </p:spPr>
        <p:txBody>
          <a:bodyPr wrap="square" rtlCol="0" anchor="ctr"/>
          <a:lstStyle/>
          <a:p>
            <a:pPr defTabSz="1219170"/>
            <a:r>
              <a:rPr lang="en-US" sz="1333" i="1" dirty="0">
                <a:solidFill>
                  <a:srgbClr val="712B13"/>
                </a:solidFill>
                <a:latin typeface="Calibri" pitchFamily="34" charset="0"/>
                <a:ea typeface="Calibri" pitchFamily="34" charset="-122"/>
                <a:cs typeface="Calibri" pitchFamily="34" charset="-120"/>
              </a:rPr>
              <a:t>Regulatory context: Kenya Data Protection Act 2019 requires organizations to protect individual data while still deriving analytical value</a:t>
            </a:r>
            <a:endParaRPr lang="en-US" sz="1333" dirty="0">
              <a:solidFill>
                <a:prstClr val="black"/>
              </a:solidFill>
              <a:latin typeface="Calibri" panose="020F0502020204030204"/>
            </a:endParaRPr>
          </a:p>
        </p:txBody>
      </p:sp>
      <p:sp>
        <p:nvSpPr>
          <p:cNvPr id="21" name="Text 19"/>
          <p:cNvSpPr/>
          <p:nvPr/>
        </p:nvSpPr>
        <p:spPr>
          <a:xfrm>
            <a:off x="0" y="6559296"/>
            <a:ext cx="11948160" cy="268224"/>
          </a:xfrm>
          <a:prstGeom prst="rect">
            <a:avLst/>
          </a:prstGeom>
          <a:noFill/>
          <a:ln/>
        </p:spPr>
        <p:txBody>
          <a:bodyPr wrap="square" lIns="0" tIns="0" rIns="0" bIns="0" rtlCol="0" anchor="ctr"/>
          <a:lstStyle/>
          <a:p>
            <a:pPr algn="r" defTabSz="1219170"/>
            <a:r>
              <a:rPr lang="en-US" sz="1200" dirty="0">
                <a:solidFill>
                  <a:srgbClr val="CBD5E0"/>
                </a:solidFill>
                <a:latin typeface="Calibri" pitchFamily="34" charset="0"/>
                <a:ea typeface="Calibri" pitchFamily="34" charset="-122"/>
                <a:cs typeface="Calibri" pitchFamily="34" charset="-120"/>
              </a:rPr>
              <a:t>Trend 04 of 06</a:t>
            </a:r>
            <a:endParaRPr lang="en-US" sz="1200" dirty="0">
              <a:solidFill>
                <a:prstClr val="black"/>
              </a:solidFill>
              <a:latin typeface="Calibri" panose="020F050202020403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365760" y="268224"/>
            <a:ext cx="633984" cy="633984"/>
          </a:xfrm>
          <a:prstGeom prst="roundRect">
            <a:avLst>
              <a:gd name="adj" fmla="val 15385"/>
            </a:avLst>
          </a:prstGeom>
          <a:solidFill>
            <a:srgbClr val="378ADD"/>
          </a:solidFill>
          <a:ln w="1270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4" name="Text 2"/>
          <p:cNvSpPr/>
          <p:nvPr/>
        </p:nvSpPr>
        <p:spPr>
          <a:xfrm>
            <a:off x="365760" y="268224"/>
            <a:ext cx="633984" cy="633984"/>
          </a:xfrm>
          <a:prstGeom prst="rect">
            <a:avLst/>
          </a:prstGeom>
          <a:noFill/>
          <a:ln/>
        </p:spPr>
        <p:txBody>
          <a:bodyPr wrap="square" lIns="0" tIns="0" rIns="0" bIns="0" rtlCol="0" anchor="ctr"/>
          <a:lstStyle/>
          <a:p>
            <a:pPr algn="ctr" defTabSz="1219170"/>
            <a:endParaRPr lang="en-US" sz="1733" dirty="0">
              <a:solidFill>
                <a:prstClr val="black"/>
              </a:solidFill>
              <a:latin typeface="Calibri" panose="020F0502020204030204"/>
            </a:endParaRPr>
          </a:p>
        </p:txBody>
      </p:sp>
      <p:sp>
        <p:nvSpPr>
          <p:cNvPr id="5" name="Text 3"/>
          <p:cNvSpPr/>
          <p:nvPr/>
        </p:nvSpPr>
        <p:spPr>
          <a:xfrm>
            <a:off x="1219200" y="97536"/>
            <a:ext cx="10607040" cy="670560"/>
          </a:xfrm>
          <a:prstGeom prst="rect">
            <a:avLst/>
          </a:prstGeom>
          <a:noFill/>
          <a:ln/>
        </p:spPr>
        <p:txBody>
          <a:bodyPr wrap="square" rtlCol="0" anchor="b"/>
          <a:lstStyle/>
          <a:p>
            <a:pPr defTabSz="1219170"/>
            <a:r>
              <a:rPr lang="en-US" sz="2667" b="1" dirty="0">
                <a:solidFill>
                  <a:srgbClr val="FFFFFF"/>
                </a:solidFill>
                <a:latin typeface="Calibri" pitchFamily="34" charset="0"/>
                <a:ea typeface="Calibri" pitchFamily="34" charset="-122"/>
                <a:cs typeface="Calibri" pitchFamily="34" charset="-120"/>
              </a:rPr>
              <a:t>High-Utility and Multi-Objective Mining</a:t>
            </a:r>
            <a:endParaRPr lang="en-US" sz="2667" dirty="0">
              <a:solidFill>
                <a:prstClr val="black"/>
              </a:solidFill>
              <a:latin typeface="Calibri" panose="020F0502020204030204"/>
            </a:endParaRPr>
          </a:p>
        </p:txBody>
      </p:sp>
      <p:sp>
        <p:nvSpPr>
          <p:cNvPr id="6" name="Text 4"/>
          <p:cNvSpPr/>
          <p:nvPr/>
        </p:nvSpPr>
        <p:spPr>
          <a:xfrm>
            <a:off x="1219200" y="768096"/>
            <a:ext cx="10607040" cy="426720"/>
          </a:xfrm>
          <a:prstGeom prst="rect">
            <a:avLst/>
          </a:prstGeom>
          <a:noFill/>
          <a:ln/>
        </p:spPr>
        <p:txBody>
          <a:bodyPr wrap="square" rtlCol="0" anchor="t"/>
          <a:lstStyle/>
          <a:p>
            <a:pPr defTabSz="1219170"/>
            <a:r>
              <a:rPr lang="en-US" sz="1467" i="1" dirty="0">
                <a:solidFill>
                  <a:srgbClr val="90CDF4"/>
                </a:solidFill>
                <a:latin typeface="Calibri" pitchFamily="34" charset="0"/>
                <a:ea typeface="Calibri" pitchFamily="34" charset="-122"/>
                <a:cs typeface="Calibri" pitchFamily="34" charset="-120"/>
              </a:rPr>
              <a:t>Shifting the question from 'what is most frequent?' to 'what is most valuable?'</a:t>
            </a:r>
            <a:endParaRPr lang="en-US" sz="1467" dirty="0">
              <a:solidFill>
                <a:prstClr val="black"/>
              </a:solidFill>
              <a:latin typeface="Calibri" panose="020F0502020204030204"/>
            </a:endParaRPr>
          </a:p>
        </p:txBody>
      </p:sp>
      <p:sp>
        <p:nvSpPr>
          <p:cNvPr id="7" name="Shape 5"/>
          <p:cNvSpPr/>
          <p:nvPr/>
        </p:nvSpPr>
        <p:spPr>
          <a:xfrm>
            <a:off x="365760" y="1438656"/>
            <a:ext cx="11460480" cy="1280160"/>
          </a:xfrm>
          <a:prstGeom prst="rect">
            <a:avLst/>
          </a:prstGeom>
          <a:solidFill>
            <a:srgbClr val="E6F1FB"/>
          </a:solidFill>
          <a:ln w="635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8" name="Shape 6"/>
          <p:cNvSpPr/>
          <p:nvPr/>
        </p:nvSpPr>
        <p:spPr>
          <a:xfrm>
            <a:off x="365760" y="1438656"/>
            <a:ext cx="85344" cy="1280160"/>
          </a:xfrm>
          <a:prstGeom prst="rect">
            <a:avLst/>
          </a:prstGeom>
          <a:solidFill>
            <a:srgbClr val="378ADD"/>
          </a:solidFill>
          <a:ln w="1270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9" name="Text 7"/>
          <p:cNvSpPr/>
          <p:nvPr/>
        </p:nvSpPr>
        <p:spPr>
          <a:xfrm>
            <a:off x="633984" y="151180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High-Utility Itemset Mining (HUIM)</a:t>
            </a:r>
            <a:endParaRPr lang="en-US" sz="1733" dirty="0">
              <a:solidFill>
                <a:prstClr val="black"/>
              </a:solidFill>
              <a:latin typeface="Calibri" panose="020F0502020204030204"/>
            </a:endParaRPr>
          </a:p>
        </p:txBody>
      </p:sp>
      <p:sp>
        <p:nvSpPr>
          <p:cNvPr id="10" name="Text 8"/>
          <p:cNvSpPr/>
          <p:nvPr/>
        </p:nvSpPr>
        <p:spPr>
          <a:xfrm>
            <a:off x="633984" y="188976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Profit, weight, or risk values are assigned to items. Even an infrequent rule is prioritized if it leads to high-margin sales or critical outcomes. Algorithms like HUI-Miner and FHM replace pure support-confidence frameworks.</a:t>
            </a:r>
            <a:endParaRPr lang="en-US" sz="1400" dirty="0">
              <a:solidFill>
                <a:prstClr val="black"/>
              </a:solidFill>
              <a:latin typeface="Calibri" panose="020F0502020204030204"/>
            </a:endParaRPr>
          </a:p>
        </p:txBody>
      </p:sp>
      <p:sp>
        <p:nvSpPr>
          <p:cNvPr id="11" name="Shape 9"/>
          <p:cNvSpPr/>
          <p:nvPr/>
        </p:nvSpPr>
        <p:spPr>
          <a:xfrm>
            <a:off x="365760" y="2840736"/>
            <a:ext cx="11460480" cy="1280160"/>
          </a:xfrm>
          <a:prstGeom prst="rect">
            <a:avLst/>
          </a:prstGeom>
          <a:solidFill>
            <a:srgbClr val="E6F1FB"/>
          </a:solidFill>
          <a:ln w="635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12" name="Shape 10"/>
          <p:cNvSpPr/>
          <p:nvPr/>
        </p:nvSpPr>
        <p:spPr>
          <a:xfrm>
            <a:off x="365760" y="2840736"/>
            <a:ext cx="85344" cy="1280160"/>
          </a:xfrm>
          <a:prstGeom prst="rect">
            <a:avLst/>
          </a:prstGeom>
          <a:solidFill>
            <a:srgbClr val="378ADD"/>
          </a:solidFill>
          <a:ln w="1270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13" name="Text 11"/>
          <p:cNvSpPr/>
          <p:nvPr/>
        </p:nvSpPr>
        <p:spPr>
          <a:xfrm>
            <a:off x="633984" y="291388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Rare pattern mining (black swan events)</a:t>
            </a:r>
            <a:endParaRPr lang="en-US" sz="1733" dirty="0">
              <a:solidFill>
                <a:prstClr val="black"/>
              </a:solidFill>
              <a:latin typeface="Calibri" panose="020F0502020204030204"/>
            </a:endParaRPr>
          </a:p>
        </p:txBody>
      </p:sp>
      <p:sp>
        <p:nvSpPr>
          <p:cNvPr id="14" name="Text 12"/>
          <p:cNvSpPr/>
          <p:nvPr/>
        </p:nvSpPr>
        <p:spPr>
          <a:xfrm>
            <a:off x="633984" y="329184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Identifies patterns that occur very rarely but carry a massive impact, such as specific hardware failure combinations in infrastructure or early-stage indicators of rare diseases in clinical data.</a:t>
            </a:r>
            <a:endParaRPr lang="en-US" sz="1400" dirty="0">
              <a:solidFill>
                <a:prstClr val="black"/>
              </a:solidFill>
              <a:latin typeface="Calibri" panose="020F0502020204030204"/>
            </a:endParaRPr>
          </a:p>
        </p:txBody>
      </p:sp>
      <p:sp>
        <p:nvSpPr>
          <p:cNvPr id="15" name="Shape 13"/>
          <p:cNvSpPr/>
          <p:nvPr/>
        </p:nvSpPr>
        <p:spPr>
          <a:xfrm>
            <a:off x="365760" y="4242816"/>
            <a:ext cx="11460480" cy="1280160"/>
          </a:xfrm>
          <a:prstGeom prst="rect">
            <a:avLst/>
          </a:prstGeom>
          <a:solidFill>
            <a:srgbClr val="E6F1FB"/>
          </a:solidFill>
          <a:ln w="635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365760" y="4242816"/>
            <a:ext cx="85344" cy="1280160"/>
          </a:xfrm>
          <a:prstGeom prst="rect">
            <a:avLst/>
          </a:prstGeom>
          <a:solidFill>
            <a:srgbClr val="378ADD"/>
          </a:solidFill>
          <a:ln w="1270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633984" y="431596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Agricultural and supply chain applications</a:t>
            </a:r>
            <a:endParaRPr lang="en-US" sz="1733" dirty="0">
              <a:solidFill>
                <a:prstClr val="black"/>
              </a:solidFill>
              <a:latin typeface="Calibri" panose="020F0502020204030204"/>
            </a:endParaRPr>
          </a:p>
        </p:txBody>
      </p:sp>
      <p:sp>
        <p:nvSpPr>
          <p:cNvPr id="18" name="Text 16"/>
          <p:cNvSpPr/>
          <p:nvPr/>
        </p:nvSpPr>
        <p:spPr>
          <a:xfrm>
            <a:off x="633984" y="469392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Machine learning-integrated ARM analyzes farmer input patterns and recommends optimal planting strategies based on historical data and environmental factors.</a:t>
            </a:r>
            <a:endParaRPr lang="en-US" sz="1400" dirty="0">
              <a:solidFill>
                <a:prstClr val="black"/>
              </a:solidFill>
              <a:latin typeface="Calibri" panose="020F0502020204030204"/>
            </a:endParaRPr>
          </a:p>
        </p:txBody>
      </p:sp>
      <p:sp>
        <p:nvSpPr>
          <p:cNvPr id="19" name="Shape 17"/>
          <p:cNvSpPr/>
          <p:nvPr/>
        </p:nvSpPr>
        <p:spPr>
          <a:xfrm>
            <a:off x="365760" y="5718048"/>
            <a:ext cx="11460480" cy="463296"/>
          </a:xfrm>
          <a:prstGeom prst="rect">
            <a:avLst/>
          </a:prstGeom>
          <a:solidFill>
            <a:srgbClr val="E6F1FB"/>
          </a:solidFill>
          <a:ln w="6350">
            <a:solidFill>
              <a:srgbClr val="378ADD"/>
            </a:solidFill>
            <a:prstDash val="solid"/>
          </a:ln>
        </p:spPr>
        <p:txBody>
          <a:bodyPr/>
          <a:lstStyle/>
          <a:p>
            <a:pPr defTabSz="1219170"/>
            <a:endParaRPr lang="en-KE" sz="2400">
              <a:solidFill>
                <a:prstClr val="black"/>
              </a:solidFill>
              <a:latin typeface="Calibri" panose="020F0502020204030204"/>
            </a:endParaRPr>
          </a:p>
        </p:txBody>
      </p:sp>
      <p:sp>
        <p:nvSpPr>
          <p:cNvPr id="20" name="Text 18"/>
          <p:cNvSpPr/>
          <p:nvPr/>
        </p:nvSpPr>
        <p:spPr>
          <a:xfrm>
            <a:off x="512064" y="5718048"/>
            <a:ext cx="11216640" cy="463296"/>
          </a:xfrm>
          <a:prstGeom prst="rect">
            <a:avLst/>
          </a:prstGeom>
          <a:noFill/>
          <a:ln/>
        </p:spPr>
        <p:txBody>
          <a:bodyPr wrap="square" rtlCol="0" anchor="ctr"/>
          <a:lstStyle/>
          <a:p>
            <a:pPr defTabSz="1219170"/>
            <a:r>
              <a:rPr lang="en-US" sz="1333" i="1" dirty="0">
                <a:solidFill>
                  <a:srgbClr val="0C447C"/>
                </a:solidFill>
                <a:latin typeface="Calibri" pitchFamily="34" charset="0"/>
                <a:ea typeface="Calibri" pitchFamily="34" charset="-122"/>
                <a:cs typeface="Calibri" pitchFamily="34" charset="-120"/>
              </a:rPr>
              <a:t>Kenya example: smallholder farmer input optimization using historical planting and yield data</a:t>
            </a:r>
            <a:endParaRPr lang="en-US" sz="1333" dirty="0">
              <a:solidFill>
                <a:prstClr val="black"/>
              </a:solidFill>
              <a:latin typeface="Calibri" panose="020F0502020204030204"/>
            </a:endParaRPr>
          </a:p>
        </p:txBody>
      </p:sp>
      <p:sp>
        <p:nvSpPr>
          <p:cNvPr id="21" name="Text 19"/>
          <p:cNvSpPr/>
          <p:nvPr/>
        </p:nvSpPr>
        <p:spPr>
          <a:xfrm>
            <a:off x="0" y="6559296"/>
            <a:ext cx="11948160" cy="268224"/>
          </a:xfrm>
          <a:prstGeom prst="rect">
            <a:avLst/>
          </a:prstGeom>
          <a:noFill/>
          <a:ln/>
        </p:spPr>
        <p:txBody>
          <a:bodyPr wrap="square" lIns="0" tIns="0" rIns="0" bIns="0" rtlCol="0" anchor="ctr"/>
          <a:lstStyle/>
          <a:p>
            <a:pPr algn="r" defTabSz="1219170"/>
            <a:r>
              <a:rPr lang="en-US" sz="1200" dirty="0">
                <a:solidFill>
                  <a:srgbClr val="CBD5E0"/>
                </a:solidFill>
                <a:latin typeface="Calibri" pitchFamily="34" charset="0"/>
                <a:ea typeface="Calibri" pitchFamily="34" charset="-122"/>
                <a:cs typeface="Calibri" pitchFamily="34" charset="-120"/>
              </a:rPr>
              <a:t>Trend 05 of 06</a:t>
            </a:r>
            <a:endParaRPr lang="en-US" sz="1200" dirty="0">
              <a:solidFill>
                <a:prstClr val="black"/>
              </a:solidFill>
              <a:latin typeface="Calibri" panose="020F050202020403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365760" y="268224"/>
            <a:ext cx="633984" cy="633984"/>
          </a:xfrm>
          <a:prstGeom prst="roundRect">
            <a:avLst>
              <a:gd name="adj" fmla="val 15385"/>
            </a:avLst>
          </a:prstGeom>
          <a:solidFill>
            <a:srgbClr val="639922"/>
          </a:solidFill>
          <a:ln w="1270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4" name="Text 2"/>
          <p:cNvSpPr/>
          <p:nvPr/>
        </p:nvSpPr>
        <p:spPr>
          <a:xfrm>
            <a:off x="365760" y="268224"/>
            <a:ext cx="633984" cy="633984"/>
          </a:xfrm>
          <a:prstGeom prst="rect">
            <a:avLst/>
          </a:prstGeom>
          <a:noFill/>
          <a:ln/>
        </p:spPr>
        <p:txBody>
          <a:bodyPr wrap="square" lIns="0" tIns="0" rIns="0" bIns="0" rtlCol="0" anchor="ctr"/>
          <a:lstStyle/>
          <a:p>
            <a:pPr algn="ctr" defTabSz="1219170"/>
            <a:endParaRPr lang="en-US" sz="1733" dirty="0">
              <a:solidFill>
                <a:prstClr val="black"/>
              </a:solidFill>
              <a:latin typeface="Calibri" panose="020F0502020204030204"/>
            </a:endParaRPr>
          </a:p>
        </p:txBody>
      </p:sp>
      <p:sp>
        <p:nvSpPr>
          <p:cNvPr id="5" name="Text 3"/>
          <p:cNvSpPr/>
          <p:nvPr/>
        </p:nvSpPr>
        <p:spPr>
          <a:xfrm>
            <a:off x="1219200" y="97536"/>
            <a:ext cx="10607040" cy="670560"/>
          </a:xfrm>
          <a:prstGeom prst="rect">
            <a:avLst/>
          </a:prstGeom>
          <a:noFill/>
          <a:ln/>
        </p:spPr>
        <p:txBody>
          <a:bodyPr wrap="square" rtlCol="0" anchor="b"/>
          <a:lstStyle/>
          <a:p>
            <a:pPr defTabSz="1219170"/>
            <a:r>
              <a:rPr lang="en-US" sz="2667" b="1" dirty="0">
                <a:solidFill>
                  <a:srgbClr val="FFFFFF"/>
                </a:solidFill>
                <a:latin typeface="Calibri" pitchFamily="34" charset="0"/>
                <a:ea typeface="Calibri" pitchFamily="34" charset="-122"/>
                <a:cs typeface="Calibri" pitchFamily="34" charset="-120"/>
              </a:rPr>
              <a:t>Context-Aware and Ethical ARM</a:t>
            </a:r>
            <a:endParaRPr lang="en-US" sz="2667" dirty="0">
              <a:solidFill>
                <a:prstClr val="black"/>
              </a:solidFill>
              <a:latin typeface="Calibri" panose="020F0502020204030204"/>
            </a:endParaRPr>
          </a:p>
        </p:txBody>
      </p:sp>
      <p:sp>
        <p:nvSpPr>
          <p:cNvPr id="6" name="Text 4"/>
          <p:cNvSpPr/>
          <p:nvPr/>
        </p:nvSpPr>
        <p:spPr>
          <a:xfrm>
            <a:off x="1219200" y="768096"/>
            <a:ext cx="10607040" cy="426720"/>
          </a:xfrm>
          <a:prstGeom prst="rect">
            <a:avLst/>
          </a:prstGeom>
          <a:noFill/>
          <a:ln/>
        </p:spPr>
        <p:txBody>
          <a:bodyPr wrap="square" rtlCol="0" anchor="t"/>
          <a:lstStyle/>
          <a:p>
            <a:pPr defTabSz="1219170"/>
            <a:r>
              <a:rPr lang="en-US" sz="1467" i="1" dirty="0">
                <a:solidFill>
                  <a:srgbClr val="90CDF4"/>
                </a:solidFill>
                <a:latin typeface="Calibri" pitchFamily="34" charset="0"/>
                <a:ea typeface="Calibri" pitchFamily="34" charset="-122"/>
                <a:cs typeface="Calibri" pitchFamily="34" charset="-120"/>
              </a:rPr>
              <a:t>Rules sensitive to time, location, user preferences, and fairness considerations</a:t>
            </a:r>
            <a:endParaRPr lang="en-US" sz="1467" dirty="0">
              <a:solidFill>
                <a:prstClr val="black"/>
              </a:solidFill>
              <a:latin typeface="Calibri" panose="020F0502020204030204"/>
            </a:endParaRPr>
          </a:p>
        </p:txBody>
      </p:sp>
      <p:sp>
        <p:nvSpPr>
          <p:cNvPr id="7" name="Shape 5"/>
          <p:cNvSpPr/>
          <p:nvPr/>
        </p:nvSpPr>
        <p:spPr>
          <a:xfrm>
            <a:off x="365760" y="1438656"/>
            <a:ext cx="11460480" cy="1280160"/>
          </a:xfrm>
          <a:prstGeom prst="rect">
            <a:avLst/>
          </a:prstGeom>
          <a:solidFill>
            <a:srgbClr val="EAF3DE"/>
          </a:solidFill>
          <a:ln w="635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8" name="Shape 6"/>
          <p:cNvSpPr/>
          <p:nvPr/>
        </p:nvSpPr>
        <p:spPr>
          <a:xfrm>
            <a:off x="365760" y="1438656"/>
            <a:ext cx="85344" cy="1280160"/>
          </a:xfrm>
          <a:prstGeom prst="rect">
            <a:avLst/>
          </a:prstGeom>
          <a:solidFill>
            <a:srgbClr val="639922"/>
          </a:solidFill>
          <a:ln w="1270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9" name="Text 7"/>
          <p:cNvSpPr/>
          <p:nvPr/>
        </p:nvSpPr>
        <p:spPr>
          <a:xfrm>
            <a:off x="633984" y="151180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Context-aware rule generation</a:t>
            </a:r>
            <a:endParaRPr lang="en-US" sz="1733" dirty="0">
              <a:solidFill>
                <a:prstClr val="black"/>
              </a:solidFill>
              <a:latin typeface="Calibri" panose="020F0502020204030204"/>
            </a:endParaRPr>
          </a:p>
        </p:txBody>
      </p:sp>
      <p:sp>
        <p:nvSpPr>
          <p:cNvPr id="10" name="Text 8"/>
          <p:cNvSpPr/>
          <p:nvPr/>
        </p:nvSpPr>
        <p:spPr>
          <a:xfrm>
            <a:off x="633984" y="188976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Rules incorporate contextual factors such as time of day, location, and user preferences rather than treating all transactions as identical, making recommendations significantly more relevant and actionable.</a:t>
            </a:r>
            <a:endParaRPr lang="en-US" sz="1400" dirty="0">
              <a:solidFill>
                <a:prstClr val="black"/>
              </a:solidFill>
              <a:latin typeface="Calibri" panose="020F0502020204030204"/>
            </a:endParaRPr>
          </a:p>
        </p:txBody>
      </p:sp>
      <p:sp>
        <p:nvSpPr>
          <p:cNvPr id="11" name="Shape 9"/>
          <p:cNvSpPr/>
          <p:nvPr/>
        </p:nvSpPr>
        <p:spPr>
          <a:xfrm>
            <a:off x="365760" y="2840736"/>
            <a:ext cx="11460480" cy="1280160"/>
          </a:xfrm>
          <a:prstGeom prst="rect">
            <a:avLst/>
          </a:prstGeom>
          <a:solidFill>
            <a:srgbClr val="EAF3DE"/>
          </a:solidFill>
          <a:ln w="635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12" name="Shape 10"/>
          <p:cNvSpPr/>
          <p:nvPr/>
        </p:nvSpPr>
        <p:spPr>
          <a:xfrm>
            <a:off x="365760" y="2840736"/>
            <a:ext cx="85344" cy="1280160"/>
          </a:xfrm>
          <a:prstGeom prst="rect">
            <a:avLst/>
          </a:prstGeom>
          <a:solidFill>
            <a:srgbClr val="639922"/>
          </a:solidFill>
          <a:ln w="1270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13" name="Text 11"/>
          <p:cNvSpPr/>
          <p:nvPr/>
        </p:nvSpPr>
        <p:spPr>
          <a:xfrm>
            <a:off x="633984" y="291388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Ethics and bias mitigation</a:t>
            </a:r>
            <a:endParaRPr lang="en-US" sz="1733" dirty="0">
              <a:solidFill>
                <a:prstClr val="black"/>
              </a:solidFill>
              <a:latin typeface="Calibri" panose="020F0502020204030204"/>
            </a:endParaRPr>
          </a:p>
        </p:txBody>
      </p:sp>
      <p:sp>
        <p:nvSpPr>
          <p:cNvPr id="14" name="Text 12"/>
          <p:cNvSpPr/>
          <p:nvPr/>
        </p:nvSpPr>
        <p:spPr>
          <a:xfrm>
            <a:off x="633984" y="329184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Bias in rule generation can lead to unfair or harmful outcomes, particularly in healthcare and credit scoring. Responsible ARM requires auditing rules for discriminatory patterns and ensuring transparency in decision-making.</a:t>
            </a:r>
            <a:endParaRPr lang="en-US" sz="1400" dirty="0">
              <a:solidFill>
                <a:prstClr val="black"/>
              </a:solidFill>
              <a:latin typeface="Calibri" panose="020F0502020204030204"/>
            </a:endParaRPr>
          </a:p>
        </p:txBody>
      </p:sp>
      <p:sp>
        <p:nvSpPr>
          <p:cNvPr id="15" name="Shape 13"/>
          <p:cNvSpPr/>
          <p:nvPr/>
        </p:nvSpPr>
        <p:spPr>
          <a:xfrm>
            <a:off x="365760" y="4242816"/>
            <a:ext cx="11460480" cy="1280160"/>
          </a:xfrm>
          <a:prstGeom prst="rect">
            <a:avLst/>
          </a:prstGeom>
          <a:solidFill>
            <a:srgbClr val="EAF3DE"/>
          </a:solidFill>
          <a:ln w="635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16" name="Shape 14"/>
          <p:cNvSpPr/>
          <p:nvPr/>
        </p:nvSpPr>
        <p:spPr>
          <a:xfrm>
            <a:off x="365760" y="4242816"/>
            <a:ext cx="85344" cy="1280160"/>
          </a:xfrm>
          <a:prstGeom prst="rect">
            <a:avLst/>
          </a:prstGeom>
          <a:solidFill>
            <a:srgbClr val="639922"/>
          </a:solidFill>
          <a:ln w="1270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17" name="Text 15"/>
          <p:cNvSpPr/>
          <p:nvPr/>
        </p:nvSpPr>
        <p:spPr>
          <a:xfrm>
            <a:off x="633984" y="4315968"/>
            <a:ext cx="10972800" cy="365760"/>
          </a:xfrm>
          <a:prstGeom prst="rect">
            <a:avLst/>
          </a:prstGeom>
          <a:noFill/>
          <a:ln/>
        </p:spPr>
        <p:txBody>
          <a:bodyPr wrap="square" rtlCol="0" anchor="ctr"/>
          <a:lstStyle/>
          <a:p>
            <a:pPr defTabSz="1219170"/>
            <a:r>
              <a:rPr lang="en-US" sz="1733" b="1" dirty="0">
                <a:solidFill>
                  <a:srgbClr val="1A202C"/>
                </a:solidFill>
                <a:latin typeface="Calibri" pitchFamily="34" charset="0"/>
                <a:ea typeface="Calibri" pitchFamily="34" charset="-122"/>
                <a:cs typeface="Calibri" pitchFamily="34" charset="-120"/>
              </a:rPr>
              <a:t>Healthcare and data compliance</a:t>
            </a:r>
            <a:endParaRPr lang="en-US" sz="1733" dirty="0">
              <a:solidFill>
                <a:prstClr val="black"/>
              </a:solidFill>
              <a:latin typeface="Calibri" panose="020F0502020204030204"/>
            </a:endParaRPr>
          </a:p>
        </p:txBody>
      </p:sp>
      <p:sp>
        <p:nvSpPr>
          <p:cNvPr id="18" name="Text 16"/>
          <p:cNvSpPr/>
          <p:nvPr/>
        </p:nvSpPr>
        <p:spPr>
          <a:xfrm>
            <a:off x="633984" y="4693920"/>
            <a:ext cx="10972800" cy="755904"/>
          </a:xfrm>
          <a:prstGeom prst="rect">
            <a:avLst/>
          </a:prstGeom>
          <a:noFill/>
          <a:ln/>
        </p:spPr>
        <p:txBody>
          <a:bodyPr wrap="square" rtlCol="0" anchor="ctr"/>
          <a:lstStyle/>
          <a:p>
            <a:pPr defTabSz="1219170"/>
            <a:r>
              <a:rPr lang="en-US" sz="1400" dirty="0">
                <a:solidFill>
                  <a:srgbClr val="4A5568"/>
                </a:solidFill>
                <a:latin typeface="Calibri" pitchFamily="34" charset="0"/>
                <a:ea typeface="Calibri" pitchFamily="34" charset="-122"/>
                <a:cs typeface="Calibri" pitchFamily="34" charset="-120"/>
              </a:rPr>
              <a:t>ARM in clinical settings must adhere to data protection regulations while delivering genuine patient outcome improvements. Ethical frameworks govern what associations can be acted upon and by whom.</a:t>
            </a:r>
            <a:endParaRPr lang="en-US" sz="1400" dirty="0">
              <a:solidFill>
                <a:prstClr val="black"/>
              </a:solidFill>
              <a:latin typeface="Calibri" panose="020F0502020204030204"/>
            </a:endParaRPr>
          </a:p>
        </p:txBody>
      </p:sp>
      <p:sp>
        <p:nvSpPr>
          <p:cNvPr id="19" name="Shape 17"/>
          <p:cNvSpPr/>
          <p:nvPr/>
        </p:nvSpPr>
        <p:spPr>
          <a:xfrm>
            <a:off x="365760" y="5718048"/>
            <a:ext cx="11460480" cy="463296"/>
          </a:xfrm>
          <a:prstGeom prst="rect">
            <a:avLst/>
          </a:prstGeom>
          <a:solidFill>
            <a:srgbClr val="EAF3DE"/>
          </a:solidFill>
          <a:ln w="6350">
            <a:solidFill>
              <a:srgbClr val="639922"/>
            </a:solidFill>
            <a:prstDash val="solid"/>
          </a:ln>
        </p:spPr>
        <p:txBody>
          <a:bodyPr/>
          <a:lstStyle/>
          <a:p>
            <a:pPr defTabSz="1219170"/>
            <a:endParaRPr lang="en-KE" sz="2400">
              <a:solidFill>
                <a:prstClr val="black"/>
              </a:solidFill>
              <a:latin typeface="Calibri" panose="020F0502020204030204"/>
            </a:endParaRPr>
          </a:p>
        </p:txBody>
      </p:sp>
      <p:sp>
        <p:nvSpPr>
          <p:cNvPr id="20" name="Text 18"/>
          <p:cNvSpPr/>
          <p:nvPr/>
        </p:nvSpPr>
        <p:spPr>
          <a:xfrm>
            <a:off x="512064" y="5718048"/>
            <a:ext cx="11216640" cy="463296"/>
          </a:xfrm>
          <a:prstGeom prst="rect">
            <a:avLst/>
          </a:prstGeom>
          <a:noFill/>
          <a:ln/>
        </p:spPr>
        <p:txBody>
          <a:bodyPr wrap="square" rtlCol="0" anchor="ctr"/>
          <a:lstStyle/>
          <a:p>
            <a:pPr defTabSz="1219170"/>
            <a:r>
              <a:rPr lang="en-US" sz="1333" i="1" dirty="0">
                <a:solidFill>
                  <a:srgbClr val="27500A"/>
                </a:solidFill>
                <a:latin typeface="Calibri" pitchFamily="34" charset="0"/>
                <a:ea typeface="Calibri" pitchFamily="34" charset="-122"/>
                <a:cs typeface="Calibri" pitchFamily="34" charset="-120"/>
              </a:rPr>
              <a:t>Nairobi example: a supermarket promoting breakfast items in the morning and snacks in the evening based on time-of-day context</a:t>
            </a:r>
            <a:endParaRPr lang="en-US" sz="1333" dirty="0">
              <a:solidFill>
                <a:prstClr val="black"/>
              </a:solidFill>
              <a:latin typeface="Calibri" panose="020F0502020204030204"/>
            </a:endParaRPr>
          </a:p>
        </p:txBody>
      </p:sp>
      <p:sp>
        <p:nvSpPr>
          <p:cNvPr id="21" name="Text 19"/>
          <p:cNvSpPr/>
          <p:nvPr/>
        </p:nvSpPr>
        <p:spPr>
          <a:xfrm>
            <a:off x="0" y="6559296"/>
            <a:ext cx="11948160" cy="268224"/>
          </a:xfrm>
          <a:prstGeom prst="rect">
            <a:avLst/>
          </a:prstGeom>
          <a:noFill/>
          <a:ln/>
        </p:spPr>
        <p:txBody>
          <a:bodyPr wrap="square" lIns="0" tIns="0" rIns="0" bIns="0" rtlCol="0" anchor="ctr"/>
          <a:lstStyle/>
          <a:p>
            <a:pPr algn="r" defTabSz="1219170"/>
            <a:r>
              <a:rPr lang="en-US" sz="1200" dirty="0">
                <a:solidFill>
                  <a:srgbClr val="CBD5E0"/>
                </a:solidFill>
                <a:latin typeface="Calibri" pitchFamily="34" charset="0"/>
                <a:ea typeface="Calibri" pitchFamily="34" charset="-122"/>
                <a:cs typeface="Calibri" pitchFamily="34" charset="-120"/>
              </a:rPr>
              <a:t>Trend 06 of 06</a:t>
            </a:r>
            <a:endParaRPr lang="en-US" sz="1200" dirty="0">
              <a:solidFill>
                <a:prstClr val="black"/>
              </a:solidFill>
              <a:latin typeface="Calibri" panose="020F050202020403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0A2342"/>
          </a:solidFill>
          <a:ln w="12700">
            <a:solidFill>
              <a:srgbClr val="0A2342"/>
            </a:solidFill>
            <a:prstDash val="solid"/>
          </a:ln>
        </p:spPr>
        <p:txBody>
          <a:bodyPr/>
          <a:lstStyle/>
          <a:p>
            <a:pPr defTabSz="1219170"/>
            <a:endParaRPr lang="en-KE" sz="2400">
              <a:solidFill>
                <a:prstClr val="black"/>
              </a:solidFill>
              <a:latin typeface="Calibri" panose="020F0502020204030204"/>
            </a:endParaRPr>
          </a:p>
        </p:txBody>
      </p:sp>
      <p:sp>
        <p:nvSpPr>
          <p:cNvPr id="3" name="Text 1"/>
          <p:cNvSpPr/>
          <p:nvPr/>
        </p:nvSpPr>
        <p:spPr>
          <a:xfrm>
            <a:off x="487680" y="0"/>
            <a:ext cx="10972800" cy="1036320"/>
          </a:xfrm>
          <a:prstGeom prst="rect">
            <a:avLst/>
          </a:prstGeom>
          <a:noFill/>
          <a:ln/>
        </p:spPr>
        <p:txBody>
          <a:bodyPr wrap="square" rtlCol="0" anchor="ctr"/>
          <a:lstStyle/>
          <a:p>
            <a:pPr defTabSz="1219170"/>
            <a:r>
              <a:rPr lang="en-US" sz="2933" b="1" dirty="0">
                <a:solidFill>
                  <a:srgbClr val="FFFFFF"/>
                </a:solidFill>
                <a:latin typeface="Calibri" pitchFamily="34" charset="0"/>
                <a:ea typeface="Calibri" pitchFamily="34" charset="-122"/>
                <a:cs typeface="Calibri" pitchFamily="34" charset="-120"/>
              </a:rPr>
              <a:t>Traditional vs. Emerging ARM</a:t>
            </a:r>
            <a:endParaRPr lang="en-US" sz="2933" dirty="0">
              <a:solidFill>
                <a:prstClr val="black"/>
              </a:solidFill>
              <a:latin typeface="Calibri" panose="020F0502020204030204"/>
            </a:endParaRPr>
          </a:p>
        </p:txBody>
      </p:sp>
      <p:graphicFrame>
        <p:nvGraphicFramePr>
          <p:cNvPr id="10" name="Table 0"/>
          <p:cNvGraphicFramePr>
            <a:graphicFrameLocks noGrp="1"/>
          </p:cNvGraphicFramePr>
          <p:nvPr/>
        </p:nvGraphicFramePr>
        <p:xfrm>
          <a:off x="365760" y="1219200"/>
          <a:ext cx="11094720" cy="4584192"/>
        </p:xfrm>
        <a:graphic>
          <a:graphicData uri="http://schemas.openxmlformats.org/drawingml/2006/table">
            <a:tbl>
              <a:tblPr/>
              <a:tblGrid>
                <a:gridCol w="23164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73024">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Dimension</a:t>
                      </a:r>
                      <a:endParaRPr lang="en-US" sz="15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C5D8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Traditional ARM (Apriori / FP-Growth)</a:t>
                      </a:r>
                      <a:endParaRPr lang="en-US" sz="15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C5D8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Emerging ARM (2024-2026)</a:t>
                      </a:r>
                      <a:endParaRPr lang="en-US" sz="15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C5D8A"/>
                    </a:solidFill>
                  </a:tcPr>
                </a:tc>
                <a:extLst>
                  <a:ext uri="{0D108BD9-81ED-4DB2-BD59-A6C34878D82A}">
                    <a16:rowId xmlns:a16="http://schemas.microsoft.com/office/drawing/2014/main" val="10000"/>
                  </a:ext>
                </a:extLst>
              </a:tr>
              <a:tr h="573024">
                <a:tc>
                  <a:txBody>
                    <a:bodyPr/>
                    <a:lstStyle/>
                    <a:p>
                      <a:pPr marL="0" indent="0" algn="l">
                        <a:buNone/>
                      </a:pPr>
                      <a:r>
                        <a:rPr lang="en-US" sz="1300" b="1" dirty="0">
                          <a:solidFill>
                            <a:srgbClr val="1A202C"/>
                          </a:solidFill>
                          <a:latin typeface="Calibri" pitchFamily="34" charset="0"/>
                          <a:ea typeface="Calibri" pitchFamily="34" charset="-122"/>
                          <a:cs typeface="Calibri" pitchFamily="34" charset="-120"/>
                        </a:rPr>
                        <a:t>Primary metric</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02C"/>
                          </a:solidFill>
                          <a:latin typeface="Calibri" pitchFamily="34" charset="0"/>
                          <a:ea typeface="Calibri" pitchFamily="34" charset="-122"/>
                          <a:cs typeface="Calibri" pitchFamily="34" charset="-120"/>
                        </a:rPr>
                        <a:t>Support and confidence</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45A32"/>
                          </a:solidFill>
                          <a:latin typeface="Calibri" pitchFamily="34" charset="0"/>
                          <a:ea typeface="Calibri" pitchFamily="34" charset="-122"/>
                          <a:cs typeface="Calibri" pitchFamily="34" charset="-120"/>
                        </a:rPr>
                        <a:t>Utility, profit, and time-lag</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3024">
                <a:tc>
                  <a:txBody>
                    <a:bodyPr/>
                    <a:lstStyle/>
                    <a:p>
                      <a:pPr marL="0" indent="0" algn="l">
                        <a:buNone/>
                      </a:pPr>
                      <a:r>
                        <a:rPr lang="en-US" sz="1300" b="1" dirty="0">
                          <a:solidFill>
                            <a:srgbClr val="1A202C"/>
                          </a:solidFill>
                          <a:latin typeface="Calibri" pitchFamily="34" charset="0"/>
                          <a:ea typeface="Calibri" pitchFamily="34" charset="-122"/>
                          <a:cs typeface="Calibri" pitchFamily="34" charset="-120"/>
                        </a:rPr>
                        <a:t>Data type</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lgn="l">
                        <a:buNone/>
                      </a:pPr>
                      <a:r>
                        <a:rPr lang="en-US" sz="1300" dirty="0">
                          <a:solidFill>
                            <a:srgbClr val="1A202C"/>
                          </a:solidFill>
                          <a:latin typeface="Calibri" pitchFamily="34" charset="0"/>
                          <a:ea typeface="Calibri" pitchFamily="34" charset="-122"/>
                          <a:cs typeface="Calibri" pitchFamily="34" charset="-120"/>
                        </a:rPr>
                        <a:t>Static, categorical</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lgn="l">
                        <a:buNone/>
                      </a:pPr>
                      <a:r>
                        <a:rPr lang="en-US" sz="1300" dirty="0">
                          <a:solidFill>
                            <a:srgbClr val="145A32"/>
                          </a:solidFill>
                          <a:latin typeface="Calibri" pitchFamily="34" charset="0"/>
                          <a:ea typeface="Calibri" pitchFamily="34" charset="-122"/>
                          <a:cs typeface="Calibri" pitchFamily="34" charset="-120"/>
                        </a:rPr>
                        <a:t>Streaming, sequence-based, graph</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573024">
                <a:tc>
                  <a:txBody>
                    <a:bodyPr/>
                    <a:lstStyle/>
                    <a:p>
                      <a:pPr marL="0" indent="0" algn="l">
                        <a:buNone/>
                      </a:pPr>
                      <a:r>
                        <a:rPr lang="en-US" sz="1300" b="1" dirty="0">
                          <a:solidFill>
                            <a:srgbClr val="1A202C"/>
                          </a:solidFill>
                          <a:latin typeface="Calibri" pitchFamily="34" charset="0"/>
                          <a:ea typeface="Calibri" pitchFamily="34" charset="-122"/>
                          <a:cs typeface="Calibri" pitchFamily="34" charset="-120"/>
                        </a:rPr>
                        <a:t>Computation</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02C"/>
                          </a:solidFill>
                          <a:latin typeface="Calibri" pitchFamily="34" charset="0"/>
                          <a:ea typeface="Calibri" pitchFamily="34" charset="-122"/>
                          <a:cs typeface="Calibri" pitchFamily="34" charset="-120"/>
                        </a:rPr>
                        <a:t>Batch processing (slow)</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45A32"/>
                          </a:solidFill>
                          <a:latin typeface="Calibri" pitchFamily="34" charset="0"/>
                          <a:ea typeface="Calibri" pitchFamily="34" charset="-122"/>
                          <a:cs typeface="Calibri" pitchFamily="34" charset="-120"/>
                        </a:rPr>
                        <a:t>Incremental and parallel (real-time)</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3024">
                <a:tc>
                  <a:txBody>
                    <a:bodyPr/>
                    <a:lstStyle/>
                    <a:p>
                      <a:pPr marL="0" indent="0" algn="l">
                        <a:buNone/>
                      </a:pPr>
                      <a:r>
                        <a:rPr lang="en-US" sz="1300" b="1" dirty="0">
                          <a:solidFill>
                            <a:srgbClr val="1A202C"/>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lgn="l">
                        <a:buNone/>
                      </a:pPr>
                      <a:r>
                        <a:rPr lang="en-US" sz="1300" dirty="0">
                          <a:solidFill>
                            <a:srgbClr val="1A202C"/>
                          </a:solidFill>
                          <a:latin typeface="Calibri" pitchFamily="34" charset="0"/>
                          <a:ea typeface="Calibri" pitchFamily="34" charset="-122"/>
                          <a:cs typeface="Calibri" pitchFamily="34" charset="-120"/>
                        </a:rPr>
                        <a:t>Thousands of raw rules</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lgn="l">
                        <a:buNone/>
                      </a:pPr>
                      <a:r>
                        <a:rPr lang="en-US" sz="1300" dirty="0">
                          <a:solidFill>
                            <a:srgbClr val="145A32"/>
                          </a:solidFill>
                          <a:latin typeface="Calibri" pitchFamily="34" charset="0"/>
                          <a:ea typeface="Calibri" pitchFamily="34" charset="-122"/>
                          <a:cs typeface="Calibri" pitchFamily="34" charset="-120"/>
                        </a:rPr>
                        <a:t>Pruned, interpretable insights</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573024">
                <a:tc>
                  <a:txBody>
                    <a:bodyPr/>
                    <a:lstStyle/>
                    <a:p>
                      <a:pPr marL="0" indent="0" algn="l">
                        <a:buNone/>
                      </a:pPr>
                      <a:r>
                        <a:rPr lang="en-US" sz="1300" b="1" dirty="0">
                          <a:solidFill>
                            <a:srgbClr val="1A202C"/>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02C"/>
                          </a:solidFill>
                          <a:latin typeface="Calibri" pitchFamily="34" charset="0"/>
                          <a:ea typeface="Calibri" pitchFamily="34" charset="-122"/>
                          <a:cs typeface="Calibri" pitchFamily="34" charset="-120"/>
                        </a:rPr>
                        <a:t>Not considered</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45A32"/>
                          </a:solidFill>
                          <a:latin typeface="Calibri" pitchFamily="34" charset="0"/>
                          <a:ea typeface="Calibri" pitchFamily="34" charset="-122"/>
                          <a:cs typeface="Calibri" pitchFamily="34" charset="-120"/>
                        </a:rPr>
                        <a:t>Differential privacy, federated learning</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3024">
                <a:tc>
                  <a:txBody>
                    <a:bodyPr/>
                    <a:lstStyle/>
                    <a:p>
                      <a:pPr marL="0" indent="0" algn="l">
                        <a:buNone/>
                      </a:pPr>
                      <a:r>
                        <a:rPr lang="en-US" sz="1300" b="1" dirty="0">
                          <a:solidFill>
                            <a:srgbClr val="1A202C"/>
                          </a:solidFill>
                          <a:latin typeface="Calibri" pitchFamily="34" charset="0"/>
                          <a:ea typeface="Calibri" pitchFamily="34" charset="-122"/>
                          <a:cs typeface="Calibri" pitchFamily="34" charset="-120"/>
                        </a:rPr>
                        <a:t>Learning approach</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lgn="l">
                        <a:buNone/>
                      </a:pPr>
                      <a:r>
                        <a:rPr lang="en-US" sz="1300" dirty="0">
                          <a:solidFill>
                            <a:srgbClr val="1A202C"/>
                          </a:solidFill>
                          <a:latin typeface="Calibri" pitchFamily="34" charset="0"/>
                          <a:ea typeface="Calibri" pitchFamily="34" charset="-122"/>
                          <a:cs typeface="Calibri" pitchFamily="34" charset="-120"/>
                        </a:rPr>
                        <a:t>Rule-based only</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lgn="l">
                        <a:buNone/>
                      </a:pPr>
                      <a:r>
                        <a:rPr lang="en-US" sz="1300" dirty="0">
                          <a:solidFill>
                            <a:srgbClr val="145A32"/>
                          </a:solidFill>
                          <a:latin typeface="Calibri" pitchFamily="34" charset="0"/>
                          <a:ea typeface="Calibri" pitchFamily="34" charset="-122"/>
                          <a:cs typeface="Calibri" pitchFamily="34" charset="-120"/>
                        </a:rPr>
                        <a:t>Hybrid with deep learning</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573024">
                <a:tc>
                  <a:txBody>
                    <a:bodyPr/>
                    <a:lstStyle/>
                    <a:p>
                      <a:pPr marL="0" indent="0" algn="l">
                        <a:buNone/>
                      </a:pPr>
                      <a:r>
                        <a:rPr lang="en-US" sz="1300" b="1" dirty="0">
                          <a:solidFill>
                            <a:srgbClr val="1A202C"/>
                          </a:solidFill>
                          <a:latin typeface="Calibri" pitchFamily="34" charset="0"/>
                          <a:ea typeface="Calibri" pitchFamily="34" charset="-122"/>
                          <a:cs typeface="Calibri" pitchFamily="34" charset="-120"/>
                        </a:rPr>
                        <a:t>Context sensitivity</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A202C"/>
                          </a:solidFill>
                          <a:latin typeface="Calibri" pitchFamily="34" charset="0"/>
                          <a:ea typeface="Calibri" pitchFamily="34" charset="-122"/>
                          <a:cs typeface="Calibri" pitchFamily="34" charset="-120"/>
                        </a:rPr>
                        <a:t>Context-blind</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45A32"/>
                          </a:solidFill>
                          <a:latin typeface="Calibri" pitchFamily="34" charset="0"/>
                          <a:ea typeface="Calibri" pitchFamily="34" charset="-122"/>
                          <a:cs typeface="Calibri" pitchFamily="34" charset="-120"/>
                        </a:rPr>
                        <a:t>Time, location, user-aware</a:t>
                      </a:r>
                      <a:endParaRPr lang="en-US" sz="1300" dirty="0">
                        <a:latin typeface="Calibri" charset="0"/>
                        <a:ea typeface="Calibri" charset="0"/>
                        <a:cs typeface="Calibri" charset="0"/>
                      </a:endParaRPr>
                    </a:p>
                  </a:txBody>
                  <a:tcPr marL="101600" marR="101600" marT="67733" marB="67733"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0D9488"/>
          </a:solidFill>
          <a:ln w="12700">
            <a:solidFill>
              <a:srgbClr val="0D9488"/>
            </a:solidFill>
            <a:prstDash val="solid"/>
          </a:ln>
        </p:spPr>
        <p:txBody>
          <a:bodyPr/>
          <a:lstStyle/>
          <a:p>
            <a:pPr defTabSz="1219170"/>
            <a:endParaRPr lang="en-KE" sz="2400">
              <a:solidFill>
                <a:prstClr val="black"/>
              </a:solidFill>
              <a:latin typeface="Calibri" panose="020F0502020204030204"/>
            </a:endParaRPr>
          </a:p>
        </p:txBody>
      </p:sp>
      <p:sp>
        <p:nvSpPr>
          <p:cNvPr id="3" name="Shape 1"/>
          <p:cNvSpPr/>
          <p:nvPr/>
        </p:nvSpPr>
        <p:spPr>
          <a:xfrm>
            <a:off x="0" y="5632704"/>
            <a:ext cx="12192000" cy="1249680"/>
          </a:xfrm>
          <a:prstGeom prst="rect">
            <a:avLst/>
          </a:prstGeom>
          <a:solidFill>
            <a:srgbClr val="1C5D8A">
              <a:alpha val="45000"/>
            </a:srgbClr>
          </a:solidFill>
          <a:ln w="12700">
            <a:solidFill>
              <a:srgbClr val="1C5D8A">
                <a:alpha val="45000"/>
              </a:srgbClr>
            </a:solidFill>
            <a:prstDash val="solid"/>
          </a:ln>
        </p:spPr>
        <p:txBody>
          <a:bodyPr/>
          <a:lstStyle/>
          <a:p>
            <a:pPr defTabSz="1219170"/>
            <a:endParaRPr lang="en-KE" sz="2400">
              <a:solidFill>
                <a:prstClr val="black"/>
              </a:solidFill>
              <a:latin typeface="Calibri" panose="020F0502020204030204"/>
            </a:endParaRPr>
          </a:p>
        </p:txBody>
      </p:sp>
      <p:sp>
        <p:nvSpPr>
          <p:cNvPr id="4" name="Text 2"/>
          <p:cNvSpPr/>
          <p:nvPr/>
        </p:nvSpPr>
        <p:spPr>
          <a:xfrm>
            <a:off x="609600" y="975360"/>
            <a:ext cx="10972800" cy="670560"/>
          </a:xfrm>
          <a:prstGeom prst="rect">
            <a:avLst/>
          </a:prstGeom>
          <a:noFill/>
          <a:ln/>
        </p:spPr>
        <p:txBody>
          <a:bodyPr wrap="square" rtlCol="0" anchor="ctr"/>
          <a:lstStyle/>
          <a:p>
            <a:pPr defTabSz="1219170"/>
            <a:r>
              <a:rPr lang="en-US" sz="1867" i="1" dirty="0">
                <a:solidFill>
                  <a:srgbClr val="90CDF4"/>
                </a:solidFill>
                <a:latin typeface="Calibri" pitchFamily="34" charset="0"/>
                <a:ea typeface="Calibri" pitchFamily="34" charset="-122"/>
                <a:cs typeface="Calibri" pitchFamily="34" charset="-120"/>
              </a:rPr>
              <a:t>Key Takeaway</a:t>
            </a:r>
            <a:endParaRPr lang="en-US" sz="1867" dirty="0">
              <a:solidFill>
                <a:prstClr val="black"/>
              </a:solidFill>
              <a:latin typeface="Calibri" panose="020F0502020204030204"/>
            </a:endParaRPr>
          </a:p>
        </p:txBody>
      </p:sp>
      <p:sp>
        <p:nvSpPr>
          <p:cNvPr id="5" name="Text 3"/>
          <p:cNvSpPr/>
          <p:nvPr/>
        </p:nvSpPr>
        <p:spPr>
          <a:xfrm>
            <a:off x="609600" y="1645920"/>
            <a:ext cx="10972800" cy="1706880"/>
          </a:xfrm>
          <a:prstGeom prst="rect">
            <a:avLst/>
          </a:prstGeom>
          <a:noFill/>
          <a:ln/>
        </p:spPr>
        <p:txBody>
          <a:bodyPr wrap="square" rtlCol="0" anchor="ctr"/>
          <a:lstStyle/>
          <a:p>
            <a:pPr defTabSz="1219170">
              <a:lnSpc>
                <a:spcPct val="120000"/>
              </a:lnSpc>
            </a:pPr>
            <a:r>
              <a:rPr lang="en-US" sz="5067" b="1" dirty="0">
                <a:solidFill>
                  <a:srgbClr val="FFFFFF"/>
                </a:solidFill>
                <a:latin typeface="Calibri" pitchFamily="34" charset="0"/>
                <a:ea typeface="Calibri" pitchFamily="34" charset="-122"/>
                <a:cs typeface="Calibri" pitchFamily="34" charset="-120"/>
              </a:rPr>
              <a:t>ARM is evolving from</a:t>
            </a:r>
            <a:endParaRPr lang="en-US" sz="5067" dirty="0">
              <a:solidFill>
                <a:prstClr val="black"/>
              </a:solidFill>
              <a:latin typeface="Calibri" panose="020F0502020204030204"/>
            </a:endParaRPr>
          </a:p>
          <a:p>
            <a:pPr defTabSz="1219170">
              <a:lnSpc>
                <a:spcPct val="120000"/>
              </a:lnSpc>
            </a:pPr>
            <a:r>
              <a:rPr lang="en-US" sz="5067" b="1" dirty="0">
                <a:solidFill>
                  <a:srgbClr val="FFFFFF"/>
                </a:solidFill>
                <a:latin typeface="Calibri" pitchFamily="34" charset="0"/>
                <a:ea typeface="Calibri" pitchFamily="34" charset="-122"/>
                <a:cs typeface="Calibri" pitchFamily="34" charset="-120"/>
              </a:rPr>
              <a:t>frequency to value.</a:t>
            </a:r>
            <a:endParaRPr lang="en-US" sz="5067" dirty="0">
              <a:solidFill>
                <a:prstClr val="black"/>
              </a:solidFill>
              <a:latin typeface="Calibri" panose="020F0502020204030204"/>
            </a:endParaRPr>
          </a:p>
        </p:txBody>
      </p:sp>
      <p:sp>
        <p:nvSpPr>
          <p:cNvPr id="6" name="Shape 4"/>
          <p:cNvSpPr/>
          <p:nvPr/>
        </p:nvSpPr>
        <p:spPr>
          <a:xfrm>
            <a:off x="609600" y="3535680"/>
            <a:ext cx="1463040" cy="73152"/>
          </a:xfrm>
          <a:prstGeom prst="rect">
            <a:avLst/>
          </a:prstGeom>
          <a:solidFill>
            <a:srgbClr val="0D9488"/>
          </a:solidFill>
          <a:ln w="12700">
            <a:solidFill>
              <a:srgbClr val="0D9488"/>
            </a:solidFill>
            <a:prstDash val="solid"/>
          </a:ln>
        </p:spPr>
        <p:txBody>
          <a:bodyPr/>
          <a:lstStyle/>
          <a:p>
            <a:pPr defTabSz="1219170"/>
            <a:endParaRPr lang="en-KE" sz="2400">
              <a:solidFill>
                <a:prstClr val="black"/>
              </a:solidFill>
              <a:latin typeface="Calibri" panose="020F0502020204030204"/>
            </a:endParaRPr>
          </a:p>
        </p:txBody>
      </p:sp>
      <p:sp>
        <p:nvSpPr>
          <p:cNvPr id="7" name="Text 5"/>
          <p:cNvSpPr/>
          <p:nvPr/>
        </p:nvSpPr>
        <p:spPr>
          <a:xfrm>
            <a:off x="609600" y="3779520"/>
            <a:ext cx="10363200" cy="1097280"/>
          </a:xfrm>
          <a:prstGeom prst="rect">
            <a:avLst/>
          </a:prstGeom>
          <a:noFill/>
          <a:ln/>
        </p:spPr>
        <p:txBody>
          <a:bodyPr wrap="square" rtlCol="0" anchor="ctr"/>
          <a:lstStyle/>
          <a:p>
            <a:pPr defTabSz="1219170">
              <a:lnSpc>
                <a:spcPct val="140000"/>
              </a:lnSpc>
            </a:pPr>
            <a:r>
              <a:rPr lang="en-US" sz="1867" dirty="0">
                <a:solidFill>
                  <a:srgbClr val="BEE3F8"/>
                </a:solidFill>
                <a:latin typeface="Calibri" pitchFamily="34" charset="0"/>
                <a:ea typeface="Calibri" pitchFamily="34" charset="-122"/>
                <a:cs typeface="Calibri" pitchFamily="34" charset="-120"/>
              </a:rPr>
              <a:t>From static batch rules to real-time, privacy-aware, utility-driven,</a:t>
            </a:r>
            <a:endParaRPr lang="en-US" sz="1867" dirty="0">
              <a:solidFill>
                <a:prstClr val="black"/>
              </a:solidFill>
              <a:latin typeface="Calibri" panose="020F0502020204030204"/>
            </a:endParaRPr>
          </a:p>
          <a:p>
            <a:pPr defTabSz="1219170">
              <a:lnSpc>
                <a:spcPct val="140000"/>
              </a:lnSpc>
            </a:pPr>
            <a:r>
              <a:rPr lang="en-US" sz="1867" dirty="0">
                <a:solidFill>
                  <a:srgbClr val="BEE3F8"/>
                </a:solidFill>
                <a:latin typeface="Calibri" pitchFamily="34" charset="0"/>
                <a:ea typeface="Calibri" pitchFamily="34" charset="-122"/>
                <a:cs typeface="Calibri" pitchFamily="34" charset="-120"/>
              </a:rPr>
              <a:t>and contextually intelligent pattern discovery.</a:t>
            </a:r>
            <a:endParaRPr lang="en-US" sz="1867" dirty="0">
              <a:solidFill>
                <a:prstClr val="black"/>
              </a:solidFill>
              <a:latin typeface="Calibri" panose="020F0502020204030204"/>
            </a:endParaRPr>
          </a:p>
        </p:txBody>
      </p:sp>
      <p:sp>
        <p:nvSpPr>
          <p:cNvPr id="8" name="Text 6"/>
          <p:cNvSpPr/>
          <p:nvPr/>
        </p:nvSpPr>
        <p:spPr>
          <a:xfrm>
            <a:off x="487680" y="5632704"/>
            <a:ext cx="10972800" cy="463296"/>
          </a:xfrm>
          <a:prstGeom prst="rect">
            <a:avLst/>
          </a:prstGeom>
          <a:noFill/>
          <a:ln/>
        </p:spPr>
        <p:txBody>
          <a:bodyPr wrap="square" rtlCol="0" anchor="ctr"/>
          <a:lstStyle/>
          <a:p>
            <a:pPr defTabSz="1219170"/>
            <a:endParaRPr lang="en-US" sz="1333"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5779</Words>
  <Application>Microsoft Office PowerPoint</Application>
  <PresentationFormat>Widescreen</PresentationFormat>
  <Paragraphs>965</Paragraphs>
  <Slides>55</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55</vt:i4>
      </vt:variant>
    </vt:vector>
  </HeadingPairs>
  <TitlesOfParts>
    <vt:vector size="63" baseType="lpstr">
      <vt:lpstr>Abadi</vt:lpstr>
      <vt:lpstr>Aptos</vt:lpstr>
      <vt:lpstr>Aptos Display</vt:lpstr>
      <vt:lpstr>Arial</vt:lpstr>
      <vt:lpstr>Calibri</vt:lpstr>
      <vt:lpstr>Cambria Math</vt:lpstr>
      <vt:lpstr>Office Theme</vt:lpstr>
      <vt:lpstr>1_Office Theme</vt:lpstr>
      <vt:lpstr>Association Rule Mining (ARM)</vt:lpstr>
      <vt:lpstr>  What is Association Rule Mining (ARM)? </vt:lpstr>
      <vt:lpstr>How ARM Works: A Two-Step Process</vt:lpstr>
      <vt:lpstr>Applications of ARM</vt:lpstr>
      <vt:lpstr>Key Metrics in ARM</vt:lpstr>
      <vt:lpstr>Metric 1: Support</vt:lpstr>
      <vt:lpstr>Metric 2: Confidence</vt:lpstr>
      <vt:lpstr>Metric 3: Lift</vt:lpstr>
      <vt:lpstr>Metric 3: Lift  (cont.)</vt:lpstr>
      <vt:lpstr>Benefits of Association Rule Mining</vt:lpstr>
      <vt:lpstr>Challenges of Association Rule Mining</vt:lpstr>
      <vt:lpstr>Ethical and Practical Considerations</vt:lpstr>
      <vt:lpstr>Apriori Algorithm</vt:lpstr>
      <vt:lpstr>Apriori Algorithm</vt:lpstr>
      <vt:lpstr>Apriori Algorithm - Example</vt:lpstr>
      <vt:lpstr>Apriori Algorithm - Example</vt:lpstr>
      <vt:lpstr>Apriori Algorithm - Example</vt:lpstr>
      <vt:lpstr>Apriori Algorithm - Example</vt:lpstr>
      <vt:lpstr>FP (Frequent Pattern) Growth Algorithm</vt:lpstr>
      <vt:lpstr>FP (Frequent Pattern) Growth Algorithm</vt:lpstr>
      <vt:lpstr>FP (Frequent Pattern) Growth Algorithm</vt:lpstr>
      <vt:lpstr>FP (Frequent Pattern) Growth Algorithm</vt:lpstr>
      <vt:lpstr>FP (Frequent Pattern) Growth Algorithm</vt:lpstr>
      <vt:lpstr>FP (Frequent Pattern) Growth Algorithm</vt:lpstr>
      <vt:lpstr>FP (Frequent Pattern) Growth Algorithm</vt:lpstr>
      <vt:lpstr>FP (Frequent Pattern) Growth Algorithm</vt:lpstr>
      <vt:lpstr>FP (Frequent Pattern) Growth Algorithm</vt:lpstr>
      <vt:lpstr>FP (Frequent Pattern) Growth Algorithm</vt:lpstr>
      <vt:lpstr>FP (Frequent Pattern) Growth Algorithm</vt:lpstr>
      <vt:lpstr>ECLAT Algorithm</vt:lpstr>
      <vt:lpstr>How ECLAT Works</vt:lpstr>
      <vt:lpstr>Example - Starts with a Horizontal Data Format</vt:lpstr>
      <vt:lpstr>Example - Convert to Vertical Data Format</vt:lpstr>
      <vt:lpstr>Example - Generate Frequent 1-Itemsets Based on Support Count</vt:lpstr>
      <vt:lpstr>Example - Repeat intersections to generate larger itemsets </vt:lpstr>
      <vt:lpstr>Example - Frequent Itemsets</vt:lpstr>
      <vt:lpstr>Example - Association Rules and Confidence</vt:lpstr>
      <vt:lpstr>Finally – Power of the Association Rules</vt:lpstr>
      <vt:lpstr>Applications in Kenya</vt:lpstr>
      <vt:lpstr>Choosing the Right Algorithm</vt:lpstr>
      <vt:lpstr>Algorithm Comparison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Marion Jeptoo (Prevoir)</dc:creator>
  <cp:lastModifiedBy>Marion Jeptoo (Prevoir)</cp:lastModifiedBy>
  <cp:revision>1</cp:revision>
  <dcterms:created xsi:type="dcterms:W3CDTF">2026-03-29T11:24:22Z</dcterms:created>
  <dcterms:modified xsi:type="dcterms:W3CDTF">2026-03-31T17:17:15Z</dcterms:modified>
</cp:coreProperties>
</file>